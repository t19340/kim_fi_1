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  <Override PartName="/ppt/theme/theme1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4.wmf" ContentType="image/x-wmf"/>
  <Override PartName="/ppt/media/image1.png" ContentType="image/png"/>
  <Override PartName="/ppt/media/image2.jpeg" ContentType="image/jpeg"/>
  <Override PartName="/ppt/media/image5.png" ContentType="image/png"/>
  <Override PartName="/ppt/media/image3.jpeg" ContentType="image/jpeg"/>
  <Override PartName="/ppt/media/image6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presProps.xml" ContentType="application/vnd.openxmlformats-officedocument.presentationml.presPro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906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areaChart>
        <c:grouping val="standard"/>
        <c:ser>
          <c:idx val="0"/>
          <c:order val="0"/>
          <c:tx>
            <c:strRef>
              <c:f>label 1</c:f>
              <c:strCache>
                <c:ptCount val="1"/>
                <c:pt idx="0">
                  <c:v>10-3년 스프레드 (우)</c:v>
                </c:pt>
              </c:strCache>
            </c:strRef>
          </c:tx>
          <c:spPr>
            <a:solidFill>
              <a:srgbClr val="d9d9d9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994"/>
                <c:pt idx="0">
                  <c:v>44200</c:v>
                </c:pt>
                <c:pt idx="1">
                  <c:v>44201</c:v>
                </c:pt>
                <c:pt idx="2">
                  <c:v>44202</c:v>
                </c:pt>
                <c:pt idx="3">
                  <c:v>44203</c:v>
                </c:pt>
                <c:pt idx="4">
                  <c:v>44204</c:v>
                </c:pt>
                <c:pt idx="5">
                  <c:v>44207</c:v>
                </c:pt>
                <c:pt idx="6">
                  <c:v>44208</c:v>
                </c:pt>
                <c:pt idx="7">
                  <c:v>44209</c:v>
                </c:pt>
                <c:pt idx="8">
                  <c:v>44210</c:v>
                </c:pt>
                <c:pt idx="9">
                  <c:v>44211</c:v>
                </c:pt>
                <c:pt idx="10">
                  <c:v>44214</c:v>
                </c:pt>
                <c:pt idx="11">
                  <c:v>44215</c:v>
                </c:pt>
                <c:pt idx="12">
                  <c:v>44216</c:v>
                </c:pt>
                <c:pt idx="13">
                  <c:v>44217</c:v>
                </c:pt>
                <c:pt idx="14">
                  <c:v>44218</c:v>
                </c:pt>
                <c:pt idx="15">
                  <c:v>44221</c:v>
                </c:pt>
                <c:pt idx="16">
                  <c:v>44222</c:v>
                </c:pt>
                <c:pt idx="17">
                  <c:v>44223</c:v>
                </c:pt>
                <c:pt idx="18">
                  <c:v>44224</c:v>
                </c:pt>
                <c:pt idx="19">
                  <c:v>44225</c:v>
                </c:pt>
                <c:pt idx="20">
                  <c:v>44228</c:v>
                </c:pt>
                <c:pt idx="21">
                  <c:v>44229</c:v>
                </c:pt>
                <c:pt idx="22">
                  <c:v>44230</c:v>
                </c:pt>
                <c:pt idx="23">
                  <c:v>44231</c:v>
                </c:pt>
                <c:pt idx="24">
                  <c:v>44232</c:v>
                </c:pt>
                <c:pt idx="25">
                  <c:v>44235</c:v>
                </c:pt>
                <c:pt idx="26">
                  <c:v>44236</c:v>
                </c:pt>
                <c:pt idx="27">
                  <c:v>44237</c:v>
                </c:pt>
                <c:pt idx="28">
                  <c:v>44242</c:v>
                </c:pt>
                <c:pt idx="29">
                  <c:v>44243</c:v>
                </c:pt>
                <c:pt idx="30">
                  <c:v>44244</c:v>
                </c:pt>
                <c:pt idx="31">
                  <c:v>44245</c:v>
                </c:pt>
                <c:pt idx="32">
                  <c:v>44246</c:v>
                </c:pt>
                <c:pt idx="33">
                  <c:v>44249</c:v>
                </c:pt>
                <c:pt idx="34">
                  <c:v>44250</c:v>
                </c:pt>
                <c:pt idx="35">
                  <c:v>44251</c:v>
                </c:pt>
                <c:pt idx="36">
                  <c:v>44252</c:v>
                </c:pt>
                <c:pt idx="37">
                  <c:v>44253</c:v>
                </c:pt>
                <c:pt idx="38">
                  <c:v>44257</c:v>
                </c:pt>
                <c:pt idx="39">
                  <c:v>44258</c:v>
                </c:pt>
                <c:pt idx="40">
                  <c:v>44259</c:v>
                </c:pt>
                <c:pt idx="41">
                  <c:v>44260</c:v>
                </c:pt>
                <c:pt idx="42">
                  <c:v>44263</c:v>
                </c:pt>
                <c:pt idx="43">
                  <c:v>44264</c:v>
                </c:pt>
                <c:pt idx="44">
                  <c:v>44265</c:v>
                </c:pt>
                <c:pt idx="45">
                  <c:v>44266</c:v>
                </c:pt>
                <c:pt idx="46">
                  <c:v>44267</c:v>
                </c:pt>
                <c:pt idx="47">
                  <c:v>44270</c:v>
                </c:pt>
                <c:pt idx="48">
                  <c:v>44271</c:v>
                </c:pt>
                <c:pt idx="49">
                  <c:v>44272</c:v>
                </c:pt>
                <c:pt idx="50">
                  <c:v>44273</c:v>
                </c:pt>
                <c:pt idx="51">
                  <c:v>44274</c:v>
                </c:pt>
                <c:pt idx="52">
                  <c:v>44277</c:v>
                </c:pt>
                <c:pt idx="53">
                  <c:v>44278</c:v>
                </c:pt>
                <c:pt idx="54">
                  <c:v>44279</c:v>
                </c:pt>
                <c:pt idx="55">
                  <c:v>44280</c:v>
                </c:pt>
                <c:pt idx="56">
                  <c:v>44281</c:v>
                </c:pt>
                <c:pt idx="57">
                  <c:v>44284</c:v>
                </c:pt>
                <c:pt idx="58">
                  <c:v>44285</c:v>
                </c:pt>
                <c:pt idx="59">
                  <c:v>44286</c:v>
                </c:pt>
                <c:pt idx="60">
                  <c:v>44287</c:v>
                </c:pt>
                <c:pt idx="61">
                  <c:v>44288</c:v>
                </c:pt>
                <c:pt idx="62">
                  <c:v>44291</c:v>
                </c:pt>
                <c:pt idx="63">
                  <c:v>44292</c:v>
                </c:pt>
                <c:pt idx="64">
                  <c:v>44293</c:v>
                </c:pt>
                <c:pt idx="65">
                  <c:v>44294</c:v>
                </c:pt>
                <c:pt idx="66">
                  <c:v>44295</c:v>
                </c:pt>
                <c:pt idx="67">
                  <c:v>44298</c:v>
                </c:pt>
                <c:pt idx="68">
                  <c:v>44299</c:v>
                </c:pt>
                <c:pt idx="69">
                  <c:v>44300</c:v>
                </c:pt>
                <c:pt idx="70">
                  <c:v>44301</c:v>
                </c:pt>
                <c:pt idx="71">
                  <c:v>44302</c:v>
                </c:pt>
                <c:pt idx="72">
                  <c:v>44305</c:v>
                </c:pt>
                <c:pt idx="73">
                  <c:v>44306</c:v>
                </c:pt>
                <c:pt idx="74">
                  <c:v>44307</c:v>
                </c:pt>
                <c:pt idx="75">
                  <c:v>44308</c:v>
                </c:pt>
                <c:pt idx="76">
                  <c:v>44309</c:v>
                </c:pt>
                <c:pt idx="77">
                  <c:v>44312</c:v>
                </c:pt>
                <c:pt idx="78">
                  <c:v>44313</c:v>
                </c:pt>
                <c:pt idx="79">
                  <c:v>44314</c:v>
                </c:pt>
                <c:pt idx="80">
                  <c:v>44315</c:v>
                </c:pt>
                <c:pt idx="81">
                  <c:v>44316</c:v>
                </c:pt>
                <c:pt idx="82">
                  <c:v>44319</c:v>
                </c:pt>
                <c:pt idx="83">
                  <c:v>44320</c:v>
                </c:pt>
                <c:pt idx="84">
                  <c:v>44322</c:v>
                </c:pt>
                <c:pt idx="85">
                  <c:v>44323</c:v>
                </c:pt>
                <c:pt idx="86">
                  <c:v>44326</c:v>
                </c:pt>
                <c:pt idx="87">
                  <c:v>44327</c:v>
                </c:pt>
                <c:pt idx="88">
                  <c:v>44328</c:v>
                </c:pt>
                <c:pt idx="89">
                  <c:v>44329</c:v>
                </c:pt>
                <c:pt idx="90">
                  <c:v>44330</c:v>
                </c:pt>
                <c:pt idx="91">
                  <c:v>44333</c:v>
                </c:pt>
                <c:pt idx="92">
                  <c:v>44334</c:v>
                </c:pt>
                <c:pt idx="93">
                  <c:v>44336</c:v>
                </c:pt>
                <c:pt idx="94">
                  <c:v>44337</c:v>
                </c:pt>
                <c:pt idx="95">
                  <c:v>44340</c:v>
                </c:pt>
                <c:pt idx="96">
                  <c:v>44341</c:v>
                </c:pt>
                <c:pt idx="97">
                  <c:v>44342</c:v>
                </c:pt>
                <c:pt idx="98">
                  <c:v>44343</c:v>
                </c:pt>
                <c:pt idx="99">
                  <c:v>44344</c:v>
                </c:pt>
                <c:pt idx="100">
                  <c:v>44347</c:v>
                </c:pt>
                <c:pt idx="101">
                  <c:v>44348</c:v>
                </c:pt>
                <c:pt idx="102">
                  <c:v>44349</c:v>
                </c:pt>
                <c:pt idx="103">
                  <c:v>44350</c:v>
                </c:pt>
                <c:pt idx="104">
                  <c:v>44351</c:v>
                </c:pt>
                <c:pt idx="105">
                  <c:v>44354</c:v>
                </c:pt>
                <c:pt idx="106">
                  <c:v>44355</c:v>
                </c:pt>
                <c:pt idx="107">
                  <c:v>44356</c:v>
                </c:pt>
                <c:pt idx="108">
                  <c:v>44357</c:v>
                </c:pt>
                <c:pt idx="109">
                  <c:v>44358</c:v>
                </c:pt>
                <c:pt idx="110">
                  <c:v>44361</c:v>
                </c:pt>
                <c:pt idx="111">
                  <c:v>44362</c:v>
                </c:pt>
                <c:pt idx="112">
                  <c:v>44363</c:v>
                </c:pt>
                <c:pt idx="113">
                  <c:v>44364</c:v>
                </c:pt>
                <c:pt idx="114">
                  <c:v>44365</c:v>
                </c:pt>
                <c:pt idx="115">
                  <c:v>44368</c:v>
                </c:pt>
                <c:pt idx="116">
                  <c:v>44369</c:v>
                </c:pt>
                <c:pt idx="117">
                  <c:v>44370</c:v>
                </c:pt>
                <c:pt idx="118">
                  <c:v>44371</c:v>
                </c:pt>
                <c:pt idx="119">
                  <c:v>44372</c:v>
                </c:pt>
                <c:pt idx="120">
                  <c:v>44375</c:v>
                </c:pt>
                <c:pt idx="121">
                  <c:v>44376</c:v>
                </c:pt>
                <c:pt idx="122">
                  <c:v>44377</c:v>
                </c:pt>
                <c:pt idx="123">
                  <c:v>44378</c:v>
                </c:pt>
                <c:pt idx="124">
                  <c:v>44379</c:v>
                </c:pt>
                <c:pt idx="125">
                  <c:v>44382</c:v>
                </c:pt>
                <c:pt idx="126">
                  <c:v>44383</c:v>
                </c:pt>
                <c:pt idx="127">
                  <c:v>44384</c:v>
                </c:pt>
                <c:pt idx="128">
                  <c:v>44385</c:v>
                </c:pt>
                <c:pt idx="129">
                  <c:v>44386</c:v>
                </c:pt>
                <c:pt idx="130">
                  <c:v>44389</c:v>
                </c:pt>
                <c:pt idx="131">
                  <c:v>44390</c:v>
                </c:pt>
                <c:pt idx="132">
                  <c:v>44391</c:v>
                </c:pt>
                <c:pt idx="133">
                  <c:v>44392</c:v>
                </c:pt>
                <c:pt idx="134">
                  <c:v>44393</c:v>
                </c:pt>
                <c:pt idx="135">
                  <c:v>44396</c:v>
                </c:pt>
                <c:pt idx="136">
                  <c:v>44397</c:v>
                </c:pt>
                <c:pt idx="137">
                  <c:v>44398</c:v>
                </c:pt>
                <c:pt idx="138">
                  <c:v>44399</c:v>
                </c:pt>
                <c:pt idx="139">
                  <c:v>44400</c:v>
                </c:pt>
                <c:pt idx="140">
                  <c:v>44403</c:v>
                </c:pt>
                <c:pt idx="141">
                  <c:v>44404</c:v>
                </c:pt>
                <c:pt idx="142">
                  <c:v>44405</c:v>
                </c:pt>
                <c:pt idx="143">
                  <c:v>44406</c:v>
                </c:pt>
                <c:pt idx="144">
                  <c:v>44407</c:v>
                </c:pt>
                <c:pt idx="145">
                  <c:v>44410</c:v>
                </c:pt>
                <c:pt idx="146">
                  <c:v>44411</c:v>
                </c:pt>
                <c:pt idx="147">
                  <c:v>44412</c:v>
                </c:pt>
                <c:pt idx="148">
                  <c:v>44413</c:v>
                </c:pt>
                <c:pt idx="149">
                  <c:v>44414</c:v>
                </c:pt>
                <c:pt idx="150">
                  <c:v>44417</c:v>
                </c:pt>
                <c:pt idx="151">
                  <c:v>44418</c:v>
                </c:pt>
                <c:pt idx="152">
                  <c:v>44419</c:v>
                </c:pt>
                <c:pt idx="153">
                  <c:v>44420</c:v>
                </c:pt>
                <c:pt idx="154">
                  <c:v>44421</c:v>
                </c:pt>
                <c:pt idx="155">
                  <c:v>44425</c:v>
                </c:pt>
                <c:pt idx="156">
                  <c:v>44426</c:v>
                </c:pt>
                <c:pt idx="157">
                  <c:v>44427</c:v>
                </c:pt>
                <c:pt idx="158">
                  <c:v>44428</c:v>
                </c:pt>
                <c:pt idx="159">
                  <c:v>44431</c:v>
                </c:pt>
                <c:pt idx="160">
                  <c:v>44432</c:v>
                </c:pt>
                <c:pt idx="161">
                  <c:v>44433</c:v>
                </c:pt>
                <c:pt idx="162">
                  <c:v>44434</c:v>
                </c:pt>
                <c:pt idx="163">
                  <c:v>44435</c:v>
                </c:pt>
                <c:pt idx="164">
                  <c:v>44438</c:v>
                </c:pt>
                <c:pt idx="165">
                  <c:v>44439</c:v>
                </c:pt>
                <c:pt idx="166">
                  <c:v>44440</c:v>
                </c:pt>
                <c:pt idx="167">
                  <c:v>44441</c:v>
                </c:pt>
                <c:pt idx="168">
                  <c:v>44442</c:v>
                </c:pt>
                <c:pt idx="169">
                  <c:v>44445</c:v>
                </c:pt>
                <c:pt idx="170">
                  <c:v>44446</c:v>
                </c:pt>
                <c:pt idx="171">
                  <c:v>44447</c:v>
                </c:pt>
                <c:pt idx="172">
                  <c:v>44448</c:v>
                </c:pt>
                <c:pt idx="173">
                  <c:v>44449</c:v>
                </c:pt>
                <c:pt idx="174">
                  <c:v>44452</c:v>
                </c:pt>
                <c:pt idx="175">
                  <c:v>44453</c:v>
                </c:pt>
                <c:pt idx="176">
                  <c:v>44454</c:v>
                </c:pt>
                <c:pt idx="177">
                  <c:v>44455</c:v>
                </c:pt>
                <c:pt idx="178">
                  <c:v>44456</c:v>
                </c:pt>
                <c:pt idx="179">
                  <c:v>44462</c:v>
                </c:pt>
                <c:pt idx="180">
                  <c:v>44463</c:v>
                </c:pt>
                <c:pt idx="181">
                  <c:v>44466</c:v>
                </c:pt>
                <c:pt idx="182">
                  <c:v>44467</c:v>
                </c:pt>
                <c:pt idx="183">
                  <c:v>44468</c:v>
                </c:pt>
                <c:pt idx="184">
                  <c:v>44469</c:v>
                </c:pt>
                <c:pt idx="185">
                  <c:v>44470</c:v>
                </c:pt>
                <c:pt idx="186">
                  <c:v>44474</c:v>
                </c:pt>
                <c:pt idx="187">
                  <c:v>44475</c:v>
                </c:pt>
                <c:pt idx="188">
                  <c:v>44476</c:v>
                </c:pt>
                <c:pt idx="189">
                  <c:v>44477</c:v>
                </c:pt>
                <c:pt idx="190">
                  <c:v>44481</c:v>
                </c:pt>
                <c:pt idx="191">
                  <c:v>44482</c:v>
                </c:pt>
                <c:pt idx="192">
                  <c:v>44483</c:v>
                </c:pt>
                <c:pt idx="193">
                  <c:v>44484</c:v>
                </c:pt>
                <c:pt idx="194">
                  <c:v>44487</c:v>
                </c:pt>
                <c:pt idx="195">
                  <c:v>44488</c:v>
                </c:pt>
                <c:pt idx="196">
                  <c:v>44489</c:v>
                </c:pt>
                <c:pt idx="197">
                  <c:v>44490</c:v>
                </c:pt>
                <c:pt idx="198">
                  <c:v>44491</c:v>
                </c:pt>
                <c:pt idx="199">
                  <c:v>44494</c:v>
                </c:pt>
                <c:pt idx="200">
                  <c:v>44495</c:v>
                </c:pt>
                <c:pt idx="201">
                  <c:v>44496</c:v>
                </c:pt>
                <c:pt idx="202">
                  <c:v>44497</c:v>
                </c:pt>
                <c:pt idx="203">
                  <c:v>44498</c:v>
                </c:pt>
                <c:pt idx="204">
                  <c:v>44501</c:v>
                </c:pt>
                <c:pt idx="205">
                  <c:v>44502</c:v>
                </c:pt>
                <c:pt idx="206">
                  <c:v>44503</c:v>
                </c:pt>
                <c:pt idx="207">
                  <c:v>44504</c:v>
                </c:pt>
                <c:pt idx="208">
                  <c:v>44505</c:v>
                </c:pt>
                <c:pt idx="209">
                  <c:v>44508</c:v>
                </c:pt>
                <c:pt idx="210">
                  <c:v>44509</c:v>
                </c:pt>
                <c:pt idx="211">
                  <c:v>44510</c:v>
                </c:pt>
                <c:pt idx="212">
                  <c:v>44511</c:v>
                </c:pt>
                <c:pt idx="213">
                  <c:v>44512</c:v>
                </c:pt>
                <c:pt idx="214">
                  <c:v>44515</c:v>
                </c:pt>
                <c:pt idx="215">
                  <c:v>44516</c:v>
                </c:pt>
                <c:pt idx="216">
                  <c:v>44517</c:v>
                </c:pt>
                <c:pt idx="217">
                  <c:v>44518</c:v>
                </c:pt>
                <c:pt idx="218">
                  <c:v>44519</c:v>
                </c:pt>
                <c:pt idx="219">
                  <c:v>44522</c:v>
                </c:pt>
                <c:pt idx="220">
                  <c:v>44523</c:v>
                </c:pt>
                <c:pt idx="221">
                  <c:v>44524</c:v>
                </c:pt>
                <c:pt idx="222">
                  <c:v>44525</c:v>
                </c:pt>
                <c:pt idx="223">
                  <c:v>44526</c:v>
                </c:pt>
                <c:pt idx="224">
                  <c:v>44529</c:v>
                </c:pt>
                <c:pt idx="225">
                  <c:v>44530</c:v>
                </c:pt>
                <c:pt idx="226">
                  <c:v>44531</c:v>
                </c:pt>
                <c:pt idx="227">
                  <c:v>44532</c:v>
                </c:pt>
                <c:pt idx="228">
                  <c:v>44533</c:v>
                </c:pt>
                <c:pt idx="229">
                  <c:v>44536</c:v>
                </c:pt>
                <c:pt idx="230">
                  <c:v>44537</c:v>
                </c:pt>
                <c:pt idx="231">
                  <c:v>44538</c:v>
                </c:pt>
                <c:pt idx="232">
                  <c:v>44539</c:v>
                </c:pt>
                <c:pt idx="233">
                  <c:v>44540</c:v>
                </c:pt>
                <c:pt idx="234">
                  <c:v>44543</c:v>
                </c:pt>
                <c:pt idx="235">
                  <c:v>44544</c:v>
                </c:pt>
                <c:pt idx="236">
                  <c:v>44545</c:v>
                </c:pt>
                <c:pt idx="237">
                  <c:v>44546</c:v>
                </c:pt>
                <c:pt idx="238">
                  <c:v>44547</c:v>
                </c:pt>
                <c:pt idx="239">
                  <c:v>44550</c:v>
                </c:pt>
                <c:pt idx="240">
                  <c:v>44551</c:v>
                </c:pt>
                <c:pt idx="241">
                  <c:v>44552</c:v>
                </c:pt>
                <c:pt idx="242">
                  <c:v>44553</c:v>
                </c:pt>
                <c:pt idx="243">
                  <c:v>44554</c:v>
                </c:pt>
                <c:pt idx="244">
                  <c:v>44557</c:v>
                </c:pt>
                <c:pt idx="245">
                  <c:v>44558</c:v>
                </c:pt>
                <c:pt idx="246">
                  <c:v>44559</c:v>
                </c:pt>
                <c:pt idx="247">
                  <c:v>44560</c:v>
                </c:pt>
                <c:pt idx="248">
                  <c:v>44561</c:v>
                </c:pt>
                <c:pt idx="249">
                  <c:v>44564</c:v>
                </c:pt>
                <c:pt idx="250">
                  <c:v>44565</c:v>
                </c:pt>
                <c:pt idx="251">
                  <c:v>44566</c:v>
                </c:pt>
                <c:pt idx="252">
                  <c:v>44567</c:v>
                </c:pt>
                <c:pt idx="253">
                  <c:v>44568</c:v>
                </c:pt>
                <c:pt idx="254">
                  <c:v>44571</c:v>
                </c:pt>
                <c:pt idx="255">
                  <c:v>44572</c:v>
                </c:pt>
                <c:pt idx="256">
                  <c:v>44573</c:v>
                </c:pt>
                <c:pt idx="257">
                  <c:v>44574</c:v>
                </c:pt>
                <c:pt idx="258">
                  <c:v>44575</c:v>
                </c:pt>
                <c:pt idx="259">
                  <c:v>44578</c:v>
                </c:pt>
                <c:pt idx="260">
                  <c:v>44579</c:v>
                </c:pt>
                <c:pt idx="261">
                  <c:v>44580</c:v>
                </c:pt>
                <c:pt idx="262">
                  <c:v>44581</c:v>
                </c:pt>
                <c:pt idx="263">
                  <c:v>44582</c:v>
                </c:pt>
                <c:pt idx="264">
                  <c:v>44585</c:v>
                </c:pt>
                <c:pt idx="265">
                  <c:v>44586</c:v>
                </c:pt>
                <c:pt idx="266">
                  <c:v>44587</c:v>
                </c:pt>
                <c:pt idx="267">
                  <c:v>44588</c:v>
                </c:pt>
                <c:pt idx="268">
                  <c:v>44589</c:v>
                </c:pt>
                <c:pt idx="269">
                  <c:v>44595</c:v>
                </c:pt>
                <c:pt idx="270">
                  <c:v>44596</c:v>
                </c:pt>
                <c:pt idx="271">
                  <c:v>44599</c:v>
                </c:pt>
                <c:pt idx="272">
                  <c:v>44600</c:v>
                </c:pt>
                <c:pt idx="273">
                  <c:v>44601</c:v>
                </c:pt>
                <c:pt idx="274">
                  <c:v>44602</c:v>
                </c:pt>
                <c:pt idx="275">
                  <c:v>44603</c:v>
                </c:pt>
                <c:pt idx="276">
                  <c:v>44606</c:v>
                </c:pt>
                <c:pt idx="277">
                  <c:v>44607</c:v>
                </c:pt>
                <c:pt idx="278">
                  <c:v>44608</c:v>
                </c:pt>
                <c:pt idx="279">
                  <c:v>44609</c:v>
                </c:pt>
                <c:pt idx="280">
                  <c:v>44610</c:v>
                </c:pt>
                <c:pt idx="281">
                  <c:v>44613</c:v>
                </c:pt>
                <c:pt idx="282">
                  <c:v>44614</c:v>
                </c:pt>
                <c:pt idx="283">
                  <c:v>44615</c:v>
                </c:pt>
                <c:pt idx="284">
                  <c:v>44616</c:v>
                </c:pt>
                <c:pt idx="285">
                  <c:v>44617</c:v>
                </c:pt>
                <c:pt idx="286">
                  <c:v>44620</c:v>
                </c:pt>
                <c:pt idx="287">
                  <c:v>44622</c:v>
                </c:pt>
                <c:pt idx="288">
                  <c:v>44623</c:v>
                </c:pt>
                <c:pt idx="289">
                  <c:v>44624</c:v>
                </c:pt>
                <c:pt idx="290">
                  <c:v>44627</c:v>
                </c:pt>
                <c:pt idx="291">
                  <c:v>44628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44666</c:v>
                </c:pt>
                <c:pt idx="319">
                  <c:v>44669</c:v>
                </c:pt>
                <c:pt idx="320">
                  <c:v>44670</c:v>
                </c:pt>
                <c:pt idx="321">
                  <c:v>44671</c:v>
                </c:pt>
                <c:pt idx="322">
                  <c:v>44672</c:v>
                </c:pt>
                <c:pt idx="323">
                  <c:v>44673</c:v>
                </c:pt>
                <c:pt idx="324">
                  <c:v>44676</c:v>
                </c:pt>
                <c:pt idx="325">
                  <c:v>44677</c:v>
                </c:pt>
                <c:pt idx="326">
                  <c:v>44678</c:v>
                </c:pt>
                <c:pt idx="327">
                  <c:v>44679</c:v>
                </c:pt>
                <c:pt idx="328">
                  <c:v>44680</c:v>
                </c:pt>
                <c:pt idx="329">
                  <c:v>44683</c:v>
                </c:pt>
                <c:pt idx="330">
                  <c:v>44684</c:v>
                </c:pt>
                <c:pt idx="331">
                  <c:v>44685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44704</c:v>
                </c:pt>
                <c:pt idx="344">
                  <c:v>44705</c:v>
                </c:pt>
                <c:pt idx="345">
                  <c:v>44706</c:v>
                </c:pt>
                <c:pt idx="346">
                  <c:v>44707</c:v>
                </c:pt>
                <c:pt idx="347">
                  <c:v>44708</c:v>
                </c:pt>
                <c:pt idx="348">
                  <c:v>44711</c:v>
                </c:pt>
                <c:pt idx="349">
                  <c:v>44712</c:v>
                </c:pt>
                <c:pt idx="350">
                  <c:v>44714</c:v>
                </c:pt>
                <c:pt idx="351">
                  <c:v>44715</c:v>
                </c:pt>
                <c:pt idx="352">
                  <c:v>44719</c:v>
                </c:pt>
                <c:pt idx="353">
                  <c:v>44720</c:v>
                </c:pt>
                <c:pt idx="354">
                  <c:v>44721</c:v>
                </c:pt>
                <c:pt idx="355">
                  <c:v>44722</c:v>
                </c:pt>
                <c:pt idx="356">
                  <c:v>44725</c:v>
                </c:pt>
                <c:pt idx="357">
                  <c:v>44726</c:v>
                </c:pt>
                <c:pt idx="358">
                  <c:v>44727</c:v>
                </c:pt>
                <c:pt idx="359">
                  <c:v>44728</c:v>
                </c:pt>
                <c:pt idx="360">
                  <c:v>44729</c:v>
                </c:pt>
                <c:pt idx="361">
                  <c:v>44732</c:v>
                </c:pt>
                <c:pt idx="362">
                  <c:v>44733</c:v>
                </c:pt>
                <c:pt idx="363">
                  <c:v>44734</c:v>
                </c:pt>
                <c:pt idx="364">
                  <c:v>44735</c:v>
                </c:pt>
                <c:pt idx="365">
                  <c:v>44736</c:v>
                </c:pt>
                <c:pt idx="366">
                  <c:v>44739</c:v>
                </c:pt>
                <c:pt idx="367">
                  <c:v>44740</c:v>
                </c:pt>
                <c:pt idx="368">
                  <c:v>44741</c:v>
                </c:pt>
                <c:pt idx="369">
                  <c:v>44742</c:v>
                </c:pt>
                <c:pt idx="370">
                  <c:v>44743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44774</c:v>
                </c:pt>
                <c:pt idx="392">
                  <c:v>44775</c:v>
                </c:pt>
                <c:pt idx="393">
                  <c:v>44776</c:v>
                </c:pt>
                <c:pt idx="394">
                  <c:v>44777</c:v>
                </c:pt>
                <c:pt idx="395">
                  <c:v>44778</c:v>
                </c:pt>
                <c:pt idx="396">
                  <c:v>44781</c:v>
                </c:pt>
                <c:pt idx="397">
                  <c:v>44782</c:v>
                </c:pt>
                <c:pt idx="398">
                  <c:v>44783</c:v>
                </c:pt>
                <c:pt idx="399">
                  <c:v>44784</c:v>
                </c:pt>
                <c:pt idx="400">
                  <c:v>44785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44809</c:v>
                </c:pt>
                <c:pt idx="416">
                  <c:v>44810</c:v>
                </c:pt>
                <c:pt idx="417">
                  <c:v>44811</c:v>
                </c:pt>
                <c:pt idx="418">
                  <c:v>44812</c:v>
                </c:pt>
                <c:pt idx="419">
                  <c:v>44817</c:v>
                </c:pt>
                <c:pt idx="420">
                  <c:v>44818</c:v>
                </c:pt>
                <c:pt idx="421">
                  <c:v>44819</c:v>
                </c:pt>
                <c:pt idx="422">
                  <c:v>44820</c:v>
                </c:pt>
                <c:pt idx="423">
                  <c:v>44823</c:v>
                </c:pt>
                <c:pt idx="424">
                  <c:v>44824</c:v>
                </c:pt>
                <c:pt idx="425">
                  <c:v>44825</c:v>
                </c:pt>
                <c:pt idx="426">
                  <c:v>44826</c:v>
                </c:pt>
                <c:pt idx="427">
                  <c:v>44827</c:v>
                </c:pt>
                <c:pt idx="428">
                  <c:v>44830</c:v>
                </c:pt>
                <c:pt idx="429">
                  <c:v>44831</c:v>
                </c:pt>
                <c:pt idx="430">
                  <c:v>44832</c:v>
                </c:pt>
                <c:pt idx="431">
                  <c:v>44833</c:v>
                </c:pt>
                <c:pt idx="432">
                  <c:v>44834</c:v>
                </c:pt>
                <c:pt idx="433">
                  <c:v>44838</c:v>
                </c:pt>
                <c:pt idx="434">
                  <c:v>44839</c:v>
                </c:pt>
                <c:pt idx="435">
                  <c:v>44840</c:v>
                </c:pt>
                <c:pt idx="436">
                  <c:v>44841</c:v>
                </c:pt>
                <c:pt idx="437">
                  <c:v>44845</c:v>
                </c:pt>
                <c:pt idx="438">
                  <c:v>44846</c:v>
                </c:pt>
                <c:pt idx="439">
                  <c:v>44847</c:v>
                </c:pt>
                <c:pt idx="440">
                  <c:v>44848</c:v>
                </c:pt>
                <c:pt idx="441">
                  <c:v>44851</c:v>
                </c:pt>
                <c:pt idx="442">
                  <c:v>44852</c:v>
                </c:pt>
                <c:pt idx="443">
                  <c:v>44853</c:v>
                </c:pt>
                <c:pt idx="444">
                  <c:v>44854</c:v>
                </c:pt>
                <c:pt idx="445">
                  <c:v>44855</c:v>
                </c:pt>
                <c:pt idx="446">
                  <c:v>44858</c:v>
                </c:pt>
                <c:pt idx="447">
                  <c:v>44859</c:v>
                </c:pt>
                <c:pt idx="448">
                  <c:v>44860</c:v>
                </c:pt>
                <c:pt idx="449">
                  <c:v>44861</c:v>
                </c:pt>
                <c:pt idx="450">
                  <c:v>44862</c:v>
                </c:pt>
                <c:pt idx="451">
                  <c:v>44865</c:v>
                </c:pt>
                <c:pt idx="452">
                  <c:v>44866</c:v>
                </c:pt>
                <c:pt idx="453">
                  <c:v>44867</c:v>
                </c:pt>
                <c:pt idx="454">
                  <c:v>44868</c:v>
                </c:pt>
                <c:pt idx="455">
                  <c:v>44869</c:v>
                </c:pt>
                <c:pt idx="456">
                  <c:v>44872</c:v>
                </c:pt>
                <c:pt idx="457">
                  <c:v>44873</c:v>
                </c:pt>
                <c:pt idx="458">
                  <c:v>44874</c:v>
                </c:pt>
                <c:pt idx="459">
                  <c:v>44875</c:v>
                </c:pt>
                <c:pt idx="460">
                  <c:v>44876</c:v>
                </c:pt>
                <c:pt idx="461">
                  <c:v>44879</c:v>
                </c:pt>
                <c:pt idx="462">
                  <c:v>44880</c:v>
                </c:pt>
                <c:pt idx="463">
                  <c:v>44881</c:v>
                </c:pt>
                <c:pt idx="464">
                  <c:v>44882</c:v>
                </c:pt>
                <c:pt idx="465">
                  <c:v>44883</c:v>
                </c:pt>
                <c:pt idx="466">
                  <c:v>44886</c:v>
                </c:pt>
                <c:pt idx="467">
                  <c:v>44887</c:v>
                </c:pt>
                <c:pt idx="468">
                  <c:v>44888</c:v>
                </c:pt>
                <c:pt idx="469">
                  <c:v>44889</c:v>
                </c:pt>
                <c:pt idx="470">
                  <c:v>44890</c:v>
                </c:pt>
                <c:pt idx="471">
                  <c:v>44893</c:v>
                </c:pt>
                <c:pt idx="472">
                  <c:v>44894</c:v>
                </c:pt>
                <c:pt idx="473">
                  <c:v>44895</c:v>
                </c:pt>
                <c:pt idx="474">
                  <c:v>44896</c:v>
                </c:pt>
                <c:pt idx="475">
                  <c:v>44897</c:v>
                </c:pt>
                <c:pt idx="476">
                  <c:v>44900</c:v>
                </c:pt>
                <c:pt idx="477">
                  <c:v>44901</c:v>
                </c:pt>
                <c:pt idx="478">
                  <c:v>44902</c:v>
                </c:pt>
                <c:pt idx="479">
                  <c:v>44903</c:v>
                </c:pt>
                <c:pt idx="480">
                  <c:v>44904</c:v>
                </c:pt>
                <c:pt idx="481">
                  <c:v>44907</c:v>
                </c:pt>
                <c:pt idx="482">
                  <c:v>44908</c:v>
                </c:pt>
                <c:pt idx="483">
                  <c:v>44909</c:v>
                </c:pt>
                <c:pt idx="484">
                  <c:v>44910</c:v>
                </c:pt>
                <c:pt idx="485">
                  <c:v>44911</c:v>
                </c:pt>
                <c:pt idx="486">
                  <c:v>44914</c:v>
                </c:pt>
                <c:pt idx="487">
                  <c:v>44915</c:v>
                </c:pt>
                <c:pt idx="488">
                  <c:v>44916</c:v>
                </c:pt>
                <c:pt idx="489">
                  <c:v>44917</c:v>
                </c:pt>
                <c:pt idx="490">
                  <c:v>44918</c:v>
                </c:pt>
                <c:pt idx="491">
                  <c:v>44921</c:v>
                </c:pt>
                <c:pt idx="492">
                  <c:v>44922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44928</c:v>
                </c:pt>
                <c:pt idx="497">
                  <c:v>44929</c:v>
                </c:pt>
                <c:pt idx="498">
                  <c:v>44930</c:v>
                </c:pt>
                <c:pt idx="499">
                  <c:v>44931</c:v>
                </c:pt>
                <c:pt idx="500">
                  <c:v>44932</c:v>
                </c:pt>
                <c:pt idx="501">
                  <c:v>44935</c:v>
                </c:pt>
                <c:pt idx="502">
                  <c:v>44936</c:v>
                </c:pt>
                <c:pt idx="503">
                  <c:v>44937</c:v>
                </c:pt>
                <c:pt idx="504">
                  <c:v>44938</c:v>
                </c:pt>
                <c:pt idx="505">
                  <c:v>44939</c:v>
                </c:pt>
                <c:pt idx="506">
                  <c:v>44942</c:v>
                </c:pt>
                <c:pt idx="507">
                  <c:v>44943</c:v>
                </c:pt>
                <c:pt idx="508">
                  <c:v>44944</c:v>
                </c:pt>
                <c:pt idx="509">
                  <c:v>44945</c:v>
                </c:pt>
                <c:pt idx="510">
                  <c:v>44946</c:v>
                </c:pt>
                <c:pt idx="511">
                  <c:v>44951</c:v>
                </c:pt>
                <c:pt idx="512">
                  <c:v>44952</c:v>
                </c:pt>
                <c:pt idx="513">
                  <c:v>44953</c:v>
                </c:pt>
                <c:pt idx="514">
                  <c:v>44956</c:v>
                </c:pt>
                <c:pt idx="515">
                  <c:v>44957</c:v>
                </c:pt>
                <c:pt idx="516">
                  <c:v>44958</c:v>
                </c:pt>
                <c:pt idx="517">
                  <c:v>44959</c:v>
                </c:pt>
                <c:pt idx="518">
                  <c:v>44960</c:v>
                </c:pt>
                <c:pt idx="519">
                  <c:v>44963</c:v>
                </c:pt>
                <c:pt idx="520">
                  <c:v>44964</c:v>
                </c:pt>
                <c:pt idx="521">
                  <c:v>44965</c:v>
                </c:pt>
                <c:pt idx="522">
                  <c:v>44966</c:v>
                </c:pt>
                <c:pt idx="523">
                  <c:v>44967</c:v>
                </c:pt>
                <c:pt idx="524">
                  <c:v>44970</c:v>
                </c:pt>
                <c:pt idx="525">
                  <c:v>44971</c:v>
                </c:pt>
                <c:pt idx="526">
                  <c:v>44972</c:v>
                </c:pt>
                <c:pt idx="527">
                  <c:v>44973</c:v>
                </c:pt>
                <c:pt idx="528">
                  <c:v>44974</c:v>
                </c:pt>
                <c:pt idx="529">
                  <c:v>44977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44987</c:v>
                </c:pt>
                <c:pt idx="537">
                  <c:v>44988</c:v>
                </c:pt>
                <c:pt idx="538">
                  <c:v>44991</c:v>
                </c:pt>
                <c:pt idx="539">
                  <c:v>44992</c:v>
                </c:pt>
                <c:pt idx="540">
                  <c:v>44993</c:v>
                </c:pt>
                <c:pt idx="541">
                  <c:v>44994</c:v>
                </c:pt>
                <c:pt idx="542">
                  <c:v>44995</c:v>
                </c:pt>
                <c:pt idx="543">
                  <c:v>44998</c:v>
                </c:pt>
                <c:pt idx="544">
                  <c:v>44999</c:v>
                </c:pt>
                <c:pt idx="545">
                  <c:v>45000</c:v>
                </c:pt>
                <c:pt idx="546">
                  <c:v>45001</c:v>
                </c:pt>
                <c:pt idx="547">
                  <c:v>45002</c:v>
                </c:pt>
                <c:pt idx="548">
                  <c:v>45005</c:v>
                </c:pt>
                <c:pt idx="549">
                  <c:v>45006</c:v>
                </c:pt>
                <c:pt idx="550">
                  <c:v>45007</c:v>
                </c:pt>
                <c:pt idx="551">
                  <c:v>45008</c:v>
                </c:pt>
                <c:pt idx="552">
                  <c:v>45009</c:v>
                </c:pt>
                <c:pt idx="553">
                  <c:v>45012</c:v>
                </c:pt>
                <c:pt idx="554">
                  <c:v>45013</c:v>
                </c:pt>
                <c:pt idx="555">
                  <c:v>45014</c:v>
                </c:pt>
                <c:pt idx="556">
                  <c:v>45015</c:v>
                </c:pt>
                <c:pt idx="557">
                  <c:v>45016</c:v>
                </c:pt>
                <c:pt idx="558">
                  <c:v>45019</c:v>
                </c:pt>
                <c:pt idx="559">
                  <c:v>45020</c:v>
                </c:pt>
                <c:pt idx="560">
                  <c:v>45021</c:v>
                </c:pt>
                <c:pt idx="561">
                  <c:v>45022</c:v>
                </c:pt>
                <c:pt idx="562">
                  <c:v>45023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45048</c:v>
                </c:pt>
                <c:pt idx="579">
                  <c:v>45049</c:v>
                </c:pt>
                <c:pt idx="580">
                  <c:v>45050</c:v>
                </c:pt>
                <c:pt idx="581">
                  <c:v>45054</c:v>
                </c:pt>
                <c:pt idx="582">
                  <c:v>45055</c:v>
                </c:pt>
                <c:pt idx="583">
                  <c:v>45056</c:v>
                </c:pt>
                <c:pt idx="584">
                  <c:v>45057</c:v>
                </c:pt>
                <c:pt idx="585">
                  <c:v>45058</c:v>
                </c:pt>
                <c:pt idx="586">
                  <c:v>45061</c:v>
                </c:pt>
                <c:pt idx="587">
                  <c:v>45062</c:v>
                </c:pt>
                <c:pt idx="588">
                  <c:v>45063</c:v>
                </c:pt>
                <c:pt idx="589">
                  <c:v>45064</c:v>
                </c:pt>
                <c:pt idx="590">
                  <c:v>45065</c:v>
                </c:pt>
                <c:pt idx="591">
                  <c:v>45068</c:v>
                </c:pt>
                <c:pt idx="592">
                  <c:v>45069</c:v>
                </c:pt>
                <c:pt idx="593">
                  <c:v>45070</c:v>
                </c:pt>
                <c:pt idx="594">
                  <c:v>45071</c:v>
                </c:pt>
                <c:pt idx="595">
                  <c:v>45072</c:v>
                </c:pt>
                <c:pt idx="596">
                  <c:v>45076</c:v>
                </c:pt>
                <c:pt idx="597">
                  <c:v>45077</c:v>
                </c:pt>
                <c:pt idx="598">
                  <c:v>45078</c:v>
                </c:pt>
                <c:pt idx="599">
                  <c:v>45079</c:v>
                </c:pt>
                <c:pt idx="600">
                  <c:v>45082</c:v>
                </c:pt>
                <c:pt idx="601">
                  <c:v>45084</c:v>
                </c:pt>
                <c:pt idx="602">
                  <c:v>45085</c:v>
                </c:pt>
                <c:pt idx="603">
                  <c:v>45086</c:v>
                </c:pt>
                <c:pt idx="604">
                  <c:v>45089</c:v>
                </c:pt>
                <c:pt idx="605">
                  <c:v>45090</c:v>
                </c:pt>
                <c:pt idx="606">
                  <c:v>45091</c:v>
                </c:pt>
                <c:pt idx="607">
                  <c:v>45092</c:v>
                </c:pt>
                <c:pt idx="608">
                  <c:v>45093</c:v>
                </c:pt>
                <c:pt idx="609">
                  <c:v>45096</c:v>
                </c:pt>
                <c:pt idx="610">
                  <c:v>45097</c:v>
                </c:pt>
                <c:pt idx="611">
                  <c:v>45098</c:v>
                </c:pt>
                <c:pt idx="612">
                  <c:v>45099</c:v>
                </c:pt>
                <c:pt idx="613">
                  <c:v>45100</c:v>
                </c:pt>
                <c:pt idx="614">
                  <c:v>45103</c:v>
                </c:pt>
                <c:pt idx="615">
                  <c:v>45104</c:v>
                </c:pt>
                <c:pt idx="616">
                  <c:v>45105</c:v>
                </c:pt>
                <c:pt idx="617">
                  <c:v>45106</c:v>
                </c:pt>
                <c:pt idx="618">
                  <c:v>45107</c:v>
                </c:pt>
                <c:pt idx="619">
                  <c:v>45110</c:v>
                </c:pt>
                <c:pt idx="620">
                  <c:v>45111</c:v>
                </c:pt>
                <c:pt idx="621">
                  <c:v>45112</c:v>
                </c:pt>
                <c:pt idx="622">
                  <c:v>45113</c:v>
                </c:pt>
                <c:pt idx="623">
                  <c:v>45114</c:v>
                </c:pt>
                <c:pt idx="624">
                  <c:v>45117</c:v>
                </c:pt>
                <c:pt idx="625">
                  <c:v>45118</c:v>
                </c:pt>
                <c:pt idx="626">
                  <c:v>45119</c:v>
                </c:pt>
                <c:pt idx="627">
                  <c:v>45120</c:v>
                </c:pt>
                <c:pt idx="628">
                  <c:v>45121</c:v>
                </c:pt>
                <c:pt idx="629">
                  <c:v>45124</c:v>
                </c:pt>
                <c:pt idx="630">
                  <c:v>45125</c:v>
                </c:pt>
                <c:pt idx="631">
                  <c:v>45126</c:v>
                </c:pt>
                <c:pt idx="632">
                  <c:v>45127</c:v>
                </c:pt>
                <c:pt idx="633">
                  <c:v>45128</c:v>
                </c:pt>
                <c:pt idx="634">
                  <c:v>45131</c:v>
                </c:pt>
                <c:pt idx="635">
                  <c:v>45132</c:v>
                </c:pt>
                <c:pt idx="636">
                  <c:v>45133</c:v>
                </c:pt>
                <c:pt idx="637">
                  <c:v>45134</c:v>
                </c:pt>
                <c:pt idx="638">
                  <c:v>45135</c:v>
                </c:pt>
                <c:pt idx="639">
                  <c:v>45138</c:v>
                </c:pt>
                <c:pt idx="640">
                  <c:v>45139</c:v>
                </c:pt>
                <c:pt idx="641">
                  <c:v>45140</c:v>
                </c:pt>
                <c:pt idx="642">
                  <c:v>45141</c:v>
                </c:pt>
                <c:pt idx="643">
                  <c:v>45142</c:v>
                </c:pt>
                <c:pt idx="644">
                  <c:v>45145</c:v>
                </c:pt>
                <c:pt idx="645">
                  <c:v>45146</c:v>
                </c:pt>
                <c:pt idx="646">
                  <c:v>45147</c:v>
                </c:pt>
                <c:pt idx="647">
                  <c:v>45148</c:v>
                </c:pt>
                <c:pt idx="648">
                  <c:v>45149</c:v>
                </c:pt>
                <c:pt idx="649">
                  <c:v>45152</c:v>
                </c:pt>
                <c:pt idx="650">
                  <c:v>45154</c:v>
                </c:pt>
                <c:pt idx="651">
                  <c:v>45155</c:v>
                </c:pt>
                <c:pt idx="652">
                  <c:v>45156</c:v>
                </c:pt>
                <c:pt idx="653">
                  <c:v>45159</c:v>
                </c:pt>
                <c:pt idx="654">
                  <c:v>45160</c:v>
                </c:pt>
                <c:pt idx="655">
                  <c:v>45161</c:v>
                </c:pt>
                <c:pt idx="656">
                  <c:v>45162</c:v>
                </c:pt>
                <c:pt idx="657">
                  <c:v>45163</c:v>
                </c:pt>
                <c:pt idx="658">
                  <c:v>45166</c:v>
                </c:pt>
                <c:pt idx="659">
                  <c:v>45167</c:v>
                </c:pt>
                <c:pt idx="660">
                  <c:v>45168</c:v>
                </c:pt>
                <c:pt idx="661">
                  <c:v>45169</c:v>
                </c:pt>
                <c:pt idx="662">
                  <c:v>45170</c:v>
                </c:pt>
                <c:pt idx="663">
                  <c:v>45173</c:v>
                </c:pt>
                <c:pt idx="664">
                  <c:v>45174</c:v>
                </c:pt>
                <c:pt idx="665">
                  <c:v>45175</c:v>
                </c:pt>
                <c:pt idx="666">
                  <c:v>45176</c:v>
                </c:pt>
                <c:pt idx="667">
                  <c:v>45177</c:v>
                </c:pt>
                <c:pt idx="668">
                  <c:v>45180</c:v>
                </c:pt>
                <c:pt idx="669">
                  <c:v>45181</c:v>
                </c:pt>
                <c:pt idx="670">
                  <c:v>45182</c:v>
                </c:pt>
                <c:pt idx="671">
                  <c:v>45183</c:v>
                </c:pt>
                <c:pt idx="672">
                  <c:v>45184</c:v>
                </c:pt>
                <c:pt idx="673">
                  <c:v>45187</c:v>
                </c:pt>
                <c:pt idx="674">
                  <c:v>45188</c:v>
                </c:pt>
                <c:pt idx="675">
                  <c:v>45189</c:v>
                </c:pt>
                <c:pt idx="676">
                  <c:v>45190</c:v>
                </c:pt>
                <c:pt idx="677">
                  <c:v>45191</c:v>
                </c:pt>
                <c:pt idx="678">
                  <c:v>45194</c:v>
                </c:pt>
                <c:pt idx="679">
                  <c:v>45195</c:v>
                </c:pt>
                <c:pt idx="680">
                  <c:v>45196</c:v>
                </c:pt>
                <c:pt idx="681">
                  <c:v>45203</c:v>
                </c:pt>
                <c:pt idx="682">
                  <c:v>45204</c:v>
                </c:pt>
                <c:pt idx="683">
                  <c:v>45205</c:v>
                </c:pt>
                <c:pt idx="684">
                  <c:v>45209</c:v>
                </c:pt>
                <c:pt idx="685">
                  <c:v>45210</c:v>
                </c:pt>
                <c:pt idx="686">
                  <c:v>45211</c:v>
                </c:pt>
                <c:pt idx="687">
                  <c:v>45212</c:v>
                </c:pt>
                <c:pt idx="688">
                  <c:v>45215</c:v>
                </c:pt>
                <c:pt idx="689">
                  <c:v>45216</c:v>
                </c:pt>
                <c:pt idx="690">
                  <c:v>45217</c:v>
                </c:pt>
                <c:pt idx="691">
                  <c:v>45218</c:v>
                </c:pt>
                <c:pt idx="692">
                  <c:v>45219</c:v>
                </c:pt>
                <c:pt idx="693">
                  <c:v>45222</c:v>
                </c:pt>
                <c:pt idx="694">
                  <c:v>45223</c:v>
                </c:pt>
                <c:pt idx="695">
                  <c:v>45224</c:v>
                </c:pt>
                <c:pt idx="696">
                  <c:v>45225</c:v>
                </c:pt>
                <c:pt idx="697">
                  <c:v>45226</c:v>
                </c:pt>
                <c:pt idx="698">
                  <c:v>45229</c:v>
                </c:pt>
                <c:pt idx="699">
                  <c:v>45230</c:v>
                </c:pt>
                <c:pt idx="700">
                  <c:v>45231</c:v>
                </c:pt>
                <c:pt idx="701">
                  <c:v>45232</c:v>
                </c:pt>
                <c:pt idx="702">
                  <c:v>45233</c:v>
                </c:pt>
                <c:pt idx="703">
                  <c:v>45236</c:v>
                </c:pt>
                <c:pt idx="704">
                  <c:v>45237</c:v>
                </c:pt>
                <c:pt idx="705">
                  <c:v>45238</c:v>
                </c:pt>
                <c:pt idx="706">
                  <c:v>45239</c:v>
                </c:pt>
                <c:pt idx="707">
                  <c:v>45240</c:v>
                </c:pt>
                <c:pt idx="708">
                  <c:v>45243</c:v>
                </c:pt>
                <c:pt idx="709">
                  <c:v>45244</c:v>
                </c:pt>
                <c:pt idx="710">
                  <c:v>45245</c:v>
                </c:pt>
                <c:pt idx="711">
                  <c:v>45246</c:v>
                </c:pt>
                <c:pt idx="712">
                  <c:v>45247</c:v>
                </c:pt>
                <c:pt idx="713">
                  <c:v>45250</c:v>
                </c:pt>
                <c:pt idx="714">
                  <c:v>45251</c:v>
                </c:pt>
                <c:pt idx="715">
                  <c:v>45252</c:v>
                </c:pt>
                <c:pt idx="716">
                  <c:v>45253</c:v>
                </c:pt>
                <c:pt idx="717">
                  <c:v>45254</c:v>
                </c:pt>
                <c:pt idx="718">
                  <c:v>45257</c:v>
                </c:pt>
                <c:pt idx="719">
                  <c:v>45258</c:v>
                </c:pt>
                <c:pt idx="720">
                  <c:v>45259</c:v>
                </c:pt>
                <c:pt idx="721">
                  <c:v>45260</c:v>
                </c:pt>
                <c:pt idx="722">
                  <c:v>45261</c:v>
                </c:pt>
                <c:pt idx="723">
                  <c:v>45264</c:v>
                </c:pt>
                <c:pt idx="724">
                  <c:v>45265</c:v>
                </c:pt>
                <c:pt idx="725">
                  <c:v>45266</c:v>
                </c:pt>
                <c:pt idx="726">
                  <c:v>45267</c:v>
                </c:pt>
                <c:pt idx="727">
                  <c:v>45268</c:v>
                </c:pt>
                <c:pt idx="728">
                  <c:v>45271</c:v>
                </c:pt>
                <c:pt idx="729">
                  <c:v>45272</c:v>
                </c:pt>
                <c:pt idx="730">
                  <c:v>45273</c:v>
                </c:pt>
                <c:pt idx="731">
                  <c:v>45274</c:v>
                </c:pt>
                <c:pt idx="732">
                  <c:v>45275</c:v>
                </c:pt>
                <c:pt idx="733">
                  <c:v>45278</c:v>
                </c:pt>
                <c:pt idx="734">
                  <c:v>45279</c:v>
                </c:pt>
                <c:pt idx="735">
                  <c:v>45280</c:v>
                </c:pt>
                <c:pt idx="736">
                  <c:v>45281</c:v>
                </c:pt>
                <c:pt idx="737">
                  <c:v>45282</c:v>
                </c:pt>
                <c:pt idx="738">
                  <c:v>45286</c:v>
                </c:pt>
                <c:pt idx="739">
                  <c:v>45287</c:v>
                </c:pt>
                <c:pt idx="740">
                  <c:v>45288</c:v>
                </c:pt>
                <c:pt idx="741">
                  <c:v>45289</c:v>
                </c:pt>
                <c:pt idx="742">
                  <c:v>45293</c:v>
                </c:pt>
                <c:pt idx="743">
                  <c:v>45294</c:v>
                </c:pt>
                <c:pt idx="744">
                  <c:v>45295</c:v>
                </c:pt>
                <c:pt idx="745">
                  <c:v>45296</c:v>
                </c:pt>
                <c:pt idx="746">
                  <c:v>45299</c:v>
                </c:pt>
                <c:pt idx="747">
                  <c:v>45300</c:v>
                </c:pt>
                <c:pt idx="748">
                  <c:v>45301</c:v>
                </c:pt>
                <c:pt idx="749">
                  <c:v>45302</c:v>
                </c:pt>
                <c:pt idx="750">
                  <c:v>45303</c:v>
                </c:pt>
                <c:pt idx="751">
                  <c:v>45306</c:v>
                </c:pt>
                <c:pt idx="752">
                  <c:v>45307</c:v>
                </c:pt>
                <c:pt idx="753">
                  <c:v>45308</c:v>
                </c:pt>
                <c:pt idx="754">
                  <c:v>45309</c:v>
                </c:pt>
                <c:pt idx="755">
                  <c:v>45310</c:v>
                </c:pt>
                <c:pt idx="756">
                  <c:v>45313</c:v>
                </c:pt>
                <c:pt idx="757">
                  <c:v>45314</c:v>
                </c:pt>
                <c:pt idx="758">
                  <c:v>45315</c:v>
                </c:pt>
                <c:pt idx="759">
                  <c:v>45316</c:v>
                </c:pt>
                <c:pt idx="760">
                  <c:v>45317</c:v>
                </c:pt>
                <c:pt idx="761">
                  <c:v>45320</c:v>
                </c:pt>
                <c:pt idx="762">
                  <c:v>45321</c:v>
                </c:pt>
                <c:pt idx="763">
                  <c:v>45322</c:v>
                </c:pt>
                <c:pt idx="764">
                  <c:v>45323</c:v>
                </c:pt>
                <c:pt idx="765">
                  <c:v>45324</c:v>
                </c:pt>
                <c:pt idx="766">
                  <c:v>45327</c:v>
                </c:pt>
                <c:pt idx="767">
                  <c:v>45328</c:v>
                </c:pt>
                <c:pt idx="768">
                  <c:v>45329</c:v>
                </c:pt>
                <c:pt idx="769">
                  <c:v>45330</c:v>
                </c:pt>
                <c:pt idx="770">
                  <c:v>45335</c:v>
                </c:pt>
                <c:pt idx="771">
                  <c:v>45336</c:v>
                </c:pt>
                <c:pt idx="772">
                  <c:v>45337</c:v>
                </c:pt>
                <c:pt idx="773">
                  <c:v>45338</c:v>
                </c:pt>
                <c:pt idx="774">
                  <c:v>45341</c:v>
                </c:pt>
                <c:pt idx="775">
                  <c:v>45342</c:v>
                </c:pt>
                <c:pt idx="776">
                  <c:v>45343</c:v>
                </c:pt>
                <c:pt idx="777">
                  <c:v>45344</c:v>
                </c:pt>
                <c:pt idx="778">
                  <c:v>45345</c:v>
                </c:pt>
                <c:pt idx="779">
                  <c:v>45348</c:v>
                </c:pt>
                <c:pt idx="780">
                  <c:v>45349</c:v>
                </c:pt>
                <c:pt idx="781">
                  <c:v>45350</c:v>
                </c:pt>
                <c:pt idx="782">
                  <c:v>45351</c:v>
                </c:pt>
                <c:pt idx="783">
                  <c:v>45355</c:v>
                </c:pt>
                <c:pt idx="784">
                  <c:v>45356</c:v>
                </c:pt>
                <c:pt idx="785">
                  <c:v>45357</c:v>
                </c:pt>
                <c:pt idx="786">
                  <c:v>45358</c:v>
                </c:pt>
                <c:pt idx="787">
                  <c:v>45359</c:v>
                </c:pt>
                <c:pt idx="788">
                  <c:v>45362</c:v>
                </c:pt>
                <c:pt idx="789">
                  <c:v>45363</c:v>
                </c:pt>
                <c:pt idx="790">
                  <c:v>45364</c:v>
                </c:pt>
                <c:pt idx="791">
                  <c:v>45365</c:v>
                </c:pt>
                <c:pt idx="792">
                  <c:v>45366</c:v>
                </c:pt>
                <c:pt idx="793">
                  <c:v>45369</c:v>
                </c:pt>
                <c:pt idx="794">
                  <c:v>45370</c:v>
                </c:pt>
                <c:pt idx="795">
                  <c:v>45371</c:v>
                </c:pt>
                <c:pt idx="796">
                  <c:v>45372</c:v>
                </c:pt>
                <c:pt idx="797">
                  <c:v>45373</c:v>
                </c:pt>
                <c:pt idx="798">
                  <c:v>45376</c:v>
                </c:pt>
                <c:pt idx="799">
                  <c:v>45377</c:v>
                </c:pt>
                <c:pt idx="800">
                  <c:v>45378</c:v>
                </c:pt>
                <c:pt idx="801">
                  <c:v>45379</c:v>
                </c:pt>
                <c:pt idx="802">
                  <c:v>45380</c:v>
                </c:pt>
                <c:pt idx="803">
                  <c:v>45383</c:v>
                </c:pt>
                <c:pt idx="804">
                  <c:v>45384</c:v>
                </c:pt>
                <c:pt idx="805">
                  <c:v>45385</c:v>
                </c:pt>
                <c:pt idx="806">
                  <c:v>45386</c:v>
                </c:pt>
                <c:pt idx="807">
                  <c:v>45387</c:v>
                </c:pt>
                <c:pt idx="808">
                  <c:v>45390</c:v>
                </c:pt>
                <c:pt idx="809">
                  <c:v>45391</c:v>
                </c:pt>
                <c:pt idx="810">
                  <c:v>45393</c:v>
                </c:pt>
                <c:pt idx="811">
                  <c:v>45394</c:v>
                </c:pt>
                <c:pt idx="812">
                  <c:v>45397</c:v>
                </c:pt>
                <c:pt idx="813">
                  <c:v>45398</c:v>
                </c:pt>
                <c:pt idx="814">
                  <c:v>45399</c:v>
                </c:pt>
                <c:pt idx="815">
                  <c:v>45400</c:v>
                </c:pt>
                <c:pt idx="816">
                  <c:v>45401</c:v>
                </c:pt>
                <c:pt idx="817">
                  <c:v>45404</c:v>
                </c:pt>
                <c:pt idx="818">
                  <c:v>45405</c:v>
                </c:pt>
                <c:pt idx="819">
                  <c:v>45406</c:v>
                </c:pt>
                <c:pt idx="820">
                  <c:v>45407</c:v>
                </c:pt>
                <c:pt idx="821">
                  <c:v>45408</c:v>
                </c:pt>
                <c:pt idx="822">
                  <c:v>45411</c:v>
                </c:pt>
                <c:pt idx="823">
                  <c:v>45412</c:v>
                </c:pt>
                <c:pt idx="824">
                  <c:v>45414</c:v>
                </c:pt>
                <c:pt idx="825">
                  <c:v>45415</c:v>
                </c:pt>
                <c:pt idx="826">
                  <c:v>45419</c:v>
                </c:pt>
                <c:pt idx="827">
                  <c:v>45420</c:v>
                </c:pt>
                <c:pt idx="828">
                  <c:v>45421</c:v>
                </c:pt>
                <c:pt idx="829">
                  <c:v>45422</c:v>
                </c:pt>
                <c:pt idx="830">
                  <c:v>45425</c:v>
                </c:pt>
                <c:pt idx="831">
                  <c:v>45426</c:v>
                </c:pt>
                <c:pt idx="832">
                  <c:v>45428</c:v>
                </c:pt>
                <c:pt idx="833">
                  <c:v>45429</c:v>
                </c:pt>
                <c:pt idx="834">
                  <c:v>45432</c:v>
                </c:pt>
                <c:pt idx="835">
                  <c:v>45433</c:v>
                </c:pt>
                <c:pt idx="836">
                  <c:v>45434</c:v>
                </c:pt>
                <c:pt idx="837">
                  <c:v>45435</c:v>
                </c:pt>
                <c:pt idx="838">
                  <c:v>45436</c:v>
                </c:pt>
                <c:pt idx="839">
                  <c:v>45439</c:v>
                </c:pt>
                <c:pt idx="840">
                  <c:v>45440</c:v>
                </c:pt>
                <c:pt idx="841">
                  <c:v>45441</c:v>
                </c:pt>
                <c:pt idx="842">
                  <c:v>45442</c:v>
                </c:pt>
                <c:pt idx="843">
                  <c:v>45443</c:v>
                </c:pt>
                <c:pt idx="844">
                  <c:v>45446</c:v>
                </c:pt>
                <c:pt idx="845">
                  <c:v>45447</c:v>
                </c:pt>
                <c:pt idx="846">
                  <c:v>45448</c:v>
                </c:pt>
                <c:pt idx="847">
                  <c:v>45450</c:v>
                </c:pt>
                <c:pt idx="848">
                  <c:v>45453</c:v>
                </c:pt>
                <c:pt idx="849">
                  <c:v>45454</c:v>
                </c:pt>
                <c:pt idx="850">
                  <c:v>45455</c:v>
                </c:pt>
                <c:pt idx="851">
                  <c:v>45456</c:v>
                </c:pt>
                <c:pt idx="852">
                  <c:v>45457</c:v>
                </c:pt>
                <c:pt idx="853">
                  <c:v>45460</c:v>
                </c:pt>
                <c:pt idx="854">
                  <c:v>45461</c:v>
                </c:pt>
                <c:pt idx="855">
                  <c:v>45462</c:v>
                </c:pt>
                <c:pt idx="856">
                  <c:v>45463</c:v>
                </c:pt>
                <c:pt idx="857">
                  <c:v>45464</c:v>
                </c:pt>
                <c:pt idx="858">
                  <c:v>45467</c:v>
                </c:pt>
                <c:pt idx="859">
                  <c:v>45468</c:v>
                </c:pt>
                <c:pt idx="860">
                  <c:v>45469</c:v>
                </c:pt>
                <c:pt idx="861">
                  <c:v>45470</c:v>
                </c:pt>
                <c:pt idx="862">
                  <c:v>45471</c:v>
                </c:pt>
                <c:pt idx="863">
                  <c:v>45474</c:v>
                </c:pt>
                <c:pt idx="864">
                  <c:v>45475</c:v>
                </c:pt>
                <c:pt idx="865">
                  <c:v>45476</c:v>
                </c:pt>
                <c:pt idx="866">
                  <c:v>45477</c:v>
                </c:pt>
                <c:pt idx="867">
                  <c:v>45478</c:v>
                </c:pt>
                <c:pt idx="868">
                  <c:v>45481</c:v>
                </c:pt>
                <c:pt idx="869">
                  <c:v>45482</c:v>
                </c:pt>
                <c:pt idx="870">
                  <c:v>45483</c:v>
                </c:pt>
                <c:pt idx="871">
                  <c:v>45484</c:v>
                </c:pt>
                <c:pt idx="872">
                  <c:v>45485</c:v>
                </c:pt>
                <c:pt idx="873">
                  <c:v>45488</c:v>
                </c:pt>
                <c:pt idx="874">
                  <c:v>45489</c:v>
                </c:pt>
                <c:pt idx="875">
                  <c:v>45490</c:v>
                </c:pt>
                <c:pt idx="876">
                  <c:v>45491</c:v>
                </c:pt>
                <c:pt idx="877">
                  <c:v>45492</c:v>
                </c:pt>
                <c:pt idx="878">
                  <c:v>45495</c:v>
                </c:pt>
                <c:pt idx="879">
                  <c:v>45496</c:v>
                </c:pt>
                <c:pt idx="880">
                  <c:v>45497</c:v>
                </c:pt>
                <c:pt idx="881">
                  <c:v>45498</c:v>
                </c:pt>
                <c:pt idx="882">
                  <c:v>45499</c:v>
                </c:pt>
                <c:pt idx="883">
                  <c:v>45502</c:v>
                </c:pt>
                <c:pt idx="884">
                  <c:v>45503</c:v>
                </c:pt>
                <c:pt idx="885">
                  <c:v>45504</c:v>
                </c:pt>
                <c:pt idx="886">
                  <c:v>45505</c:v>
                </c:pt>
                <c:pt idx="887">
                  <c:v>45506</c:v>
                </c:pt>
                <c:pt idx="888">
                  <c:v>45509</c:v>
                </c:pt>
                <c:pt idx="889">
                  <c:v>45510</c:v>
                </c:pt>
                <c:pt idx="890">
                  <c:v>45511</c:v>
                </c:pt>
                <c:pt idx="891">
                  <c:v>45512</c:v>
                </c:pt>
                <c:pt idx="892">
                  <c:v>45513</c:v>
                </c:pt>
                <c:pt idx="893">
                  <c:v>45516</c:v>
                </c:pt>
                <c:pt idx="894">
                  <c:v>45517</c:v>
                </c:pt>
                <c:pt idx="895">
                  <c:v>45518</c:v>
                </c:pt>
                <c:pt idx="896">
                  <c:v>45520</c:v>
                </c:pt>
                <c:pt idx="897">
                  <c:v>45523</c:v>
                </c:pt>
                <c:pt idx="898">
                  <c:v>45524</c:v>
                </c:pt>
                <c:pt idx="899">
                  <c:v>45525</c:v>
                </c:pt>
                <c:pt idx="900">
                  <c:v>45526</c:v>
                </c:pt>
                <c:pt idx="901">
                  <c:v>45527</c:v>
                </c:pt>
                <c:pt idx="902">
                  <c:v>45530</c:v>
                </c:pt>
                <c:pt idx="903">
                  <c:v>45531</c:v>
                </c:pt>
                <c:pt idx="904">
                  <c:v>45532</c:v>
                </c:pt>
                <c:pt idx="905">
                  <c:v>45533</c:v>
                </c:pt>
                <c:pt idx="906">
                  <c:v>45534</c:v>
                </c:pt>
                <c:pt idx="907">
                  <c:v>45537</c:v>
                </c:pt>
                <c:pt idx="908">
                  <c:v>45538</c:v>
                </c:pt>
                <c:pt idx="909">
                  <c:v>45539</c:v>
                </c:pt>
                <c:pt idx="910">
                  <c:v>45540</c:v>
                </c:pt>
                <c:pt idx="911">
                  <c:v>45541</c:v>
                </c:pt>
                <c:pt idx="912">
                  <c:v>45544</c:v>
                </c:pt>
                <c:pt idx="913">
                  <c:v>45545</c:v>
                </c:pt>
                <c:pt idx="914">
                  <c:v>45546</c:v>
                </c:pt>
                <c:pt idx="915">
                  <c:v>45547</c:v>
                </c:pt>
                <c:pt idx="916">
                  <c:v>45548</c:v>
                </c:pt>
                <c:pt idx="917">
                  <c:v>45554</c:v>
                </c:pt>
                <c:pt idx="918">
                  <c:v>45555</c:v>
                </c:pt>
                <c:pt idx="919">
                  <c:v>45558</c:v>
                </c:pt>
                <c:pt idx="920">
                  <c:v>45559</c:v>
                </c:pt>
                <c:pt idx="921">
                  <c:v>45560</c:v>
                </c:pt>
                <c:pt idx="922">
                  <c:v>45561</c:v>
                </c:pt>
                <c:pt idx="923">
                  <c:v>45562</c:v>
                </c:pt>
                <c:pt idx="924">
                  <c:v>45565</c:v>
                </c:pt>
                <c:pt idx="925">
                  <c:v>45567</c:v>
                </c:pt>
                <c:pt idx="926">
                  <c:v>45569</c:v>
                </c:pt>
                <c:pt idx="927">
                  <c:v>45572</c:v>
                </c:pt>
                <c:pt idx="928">
                  <c:v>45573</c:v>
                </c:pt>
                <c:pt idx="929">
                  <c:v>45575</c:v>
                </c:pt>
                <c:pt idx="930">
                  <c:v>45576</c:v>
                </c:pt>
                <c:pt idx="931">
                  <c:v>45579</c:v>
                </c:pt>
                <c:pt idx="932">
                  <c:v>45580</c:v>
                </c:pt>
                <c:pt idx="933">
                  <c:v>45581</c:v>
                </c:pt>
                <c:pt idx="934">
                  <c:v>45582</c:v>
                </c:pt>
                <c:pt idx="935">
                  <c:v>45583</c:v>
                </c:pt>
                <c:pt idx="936">
                  <c:v>45586</c:v>
                </c:pt>
                <c:pt idx="937">
                  <c:v>45587</c:v>
                </c:pt>
                <c:pt idx="938">
                  <c:v>45588</c:v>
                </c:pt>
                <c:pt idx="939">
                  <c:v>45589</c:v>
                </c:pt>
                <c:pt idx="940">
                  <c:v>45590</c:v>
                </c:pt>
                <c:pt idx="941">
                  <c:v>45593</c:v>
                </c:pt>
                <c:pt idx="942">
                  <c:v>45594</c:v>
                </c:pt>
                <c:pt idx="943">
                  <c:v>45595</c:v>
                </c:pt>
                <c:pt idx="944">
                  <c:v>45596</c:v>
                </c:pt>
                <c:pt idx="945">
                  <c:v>45597</c:v>
                </c:pt>
                <c:pt idx="946">
                  <c:v>45600</c:v>
                </c:pt>
                <c:pt idx="947">
                  <c:v>45601</c:v>
                </c:pt>
                <c:pt idx="948">
                  <c:v>45602</c:v>
                </c:pt>
                <c:pt idx="949">
                  <c:v>45603</c:v>
                </c:pt>
                <c:pt idx="950">
                  <c:v>45604</c:v>
                </c:pt>
                <c:pt idx="951">
                  <c:v>45607</c:v>
                </c:pt>
                <c:pt idx="952">
                  <c:v>45608</c:v>
                </c:pt>
                <c:pt idx="953">
                  <c:v>45609</c:v>
                </c:pt>
                <c:pt idx="954">
                  <c:v>45610</c:v>
                </c:pt>
                <c:pt idx="955">
                  <c:v>45611</c:v>
                </c:pt>
                <c:pt idx="956">
                  <c:v>45614</c:v>
                </c:pt>
                <c:pt idx="957">
                  <c:v>45615</c:v>
                </c:pt>
                <c:pt idx="958">
                  <c:v>45616</c:v>
                </c:pt>
                <c:pt idx="959">
                  <c:v>45617</c:v>
                </c:pt>
                <c:pt idx="960">
                  <c:v>45618</c:v>
                </c:pt>
                <c:pt idx="961">
                  <c:v>45621</c:v>
                </c:pt>
                <c:pt idx="962">
                  <c:v>45622</c:v>
                </c:pt>
                <c:pt idx="963">
                  <c:v>45623</c:v>
                </c:pt>
                <c:pt idx="964">
                  <c:v>45624</c:v>
                </c:pt>
                <c:pt idx="965">
                  <c:v>45625</c:v>
                </c:pt>
                <c:pt idx="966">
                  <c:v>45628</c:v>
                </c:pt>
                <c:pt idx="967">
                  <c:v>45629</c:v>
                </c:pt>
                <c:pt idx="968">
                  <c:v>45630</c:v>
                </c:pt>
                <c:pt idx="969">
                  <c:v>45631</c:v>
                </c:pt>
                <c:pt idx="970">
                  <c:v>45632</c:v>
                </c:pt>
                <c:pt idx="971">
                  <c:v>45635</c:v>
                </c:pt>
                <c:pt idx="972">
                  <c:v>45636</c:v>
                </c:pt>
                <c:pt idx="973">
                  <c:v>45637</c:v>
                </c:pt>
                <c:pt idx="974">
                  <c:v>45638</c:v>
                </c:pt>
                <c:pt idx="975">
                  <c:v>45639</c:v>
                </c:pt>
                <c:pt idx="976">
                  <c:v>45642</c:v>
                </c:pt>
                <c:pt idx="977">
                  <c:v>45643</c:v>
                </c:pt>
                <c:pt idx="978">
                  <c:v>45644</c:v>
                </c:pt>
                <c:pt idx="979">
                  <c:v>45645</c:v>
                </c:pt>
                <c:pt idx="980">
                  <c:v>45646</c:v>
                </c:pt>
                <c:pt idx="981">
                  <c:v>45649</c:v>
                </c:pt>
                <c:pt idx="982">
                  <c:v>45650</c:v>
                </c:pt>
                <c:pt idx="983">
                  <c:v>45652</c:v>
                </c:pt>
                <c:pt idx="984">
                  <c:v>45653</c:v>
                </c:pt>
                <c:pt idx="985">
                  <c:v>45656</c:v>
                </c:pt>
                <c:pt idx="986">
                  <c:v>45657</c:v>
                </c:pt>
                <c:pt idx="987">
                  <c:v>45659</c:v>
                </c:pt>
                <c:pt idx="988">
                  <c:v>45660</c:v>
                </c:pt>
                <c:pt idx="989">
                  <c:v>45663</c:v>
                </c:pt>
                <c:pt idx="990">
                  <c:v>45664</c:v>
                </c:pt>
                <c:pt idx="991">
                  <c:v>45665</c:v>
                </c:pt>
                <c:pt idx="992">
                  <c:v>45666</c:v>
                </c:pt>
                <c:pt idx="993">
                  <c:v>45667</c:v>
                </c:pt>
                <c:pt idx="994">
                  <c:v>45670</c:v>
                </c:pt>
                <c:pt idx="995">
                  <c:v>45671</c:v>
                </c:pt>
                <c:pt idx="996">
                  <c:v>45672</c:v>
                </c:pt>
                <c:pt idx="997">
                  <c:v>45673</c:v>
                </c:pt>
                <c:pt idx="998">
                  <c:v>45674</c:v>
                </c:pt>
                <c:pt idx="999">
                  <c:v>45677</c:v>
                </c:pt>
                <c:pt idx="1000">
                  <c:v>45678</c:v>
                </c:pt>
                <c:pt idx="1001">
                  <c:v>45679</c:v>
                </c:pt>
                <c:pt idx="1002">
                  <c:v>45680</c:v>
                </c:pt>
                <c:pt idx="1003">
                  <c:v>45681</c:v>
                </c:pt>
                <c:pt idx="1004">
                  <c:v>45688</c:v>
                </c:pt>
                <c:pt idx="1005">
                  <c:v>45691</c:v>
                </c:pt>
                <c:pt idx="1006">
                  <c:v>45692</c:v>
                </c:pt>
                <c:pt idx="1007">
                  <c:v>45693</c:v>
                </c:pt>
                <c:pt idx="1008">
                  <c:v>45694</c:v>
                </c:pt>
                <c:pt idx="1009">
                  <c:v>45695</c:v>
                </c:pt>
                <c:pt idx="1010">
                  <c:v>45698</c:v>
                </c:pt>
                <c:pt idx="1011">
                  <c:v>45699</c:v>
                </c:pt>
                <c:pt idx="1012">
                  <c:v>45700</c:v>
                </c:pt>
                <c:pt idx="1013">
                  <c:v>45701</c:v>
                </c:pt>
                <c:pt idx="1014">
                  <c:v>45702</c:v>
                </c:pt>
                <c:pt idx="1015">
                  <c:v>45705</c:v>
                </c:pt>
                <c:pt idx="1016">
                  <c:v>45706</c:v>
                </c:pt>
                <c:pt idx="1017">
                  <c:v>45707</c:v>
                </c:pt>
                <c:pt idx="1018">
                  <c:v>45708</c:v>
                </c:pt>
                <c:pt idx="1019">
                  <c:v>45709</c:v>
                </c:pt>
                <c:pt idx="1020">
                  <c:v>45712</c:v>
                </c:pt>
                <c:pt idx="1021">
                  <c:v>45713</c:v>
                </c:pt>
                <c:pt idx="1022">
                  <c:v>45714</c:v>
                </c:pt>
                <c:pt idx="1023">
                  <c:v>45715</c:v>
                </c:pt>
                <c:pt idx="1024">
                  <c:v>45716</c:v>
                </c:pt>
                <c:pt idx="1025">
                  <c:v>45720</c:v>
                </c:pt>
                <c:pt idx="1026">
                  <c:v>45721</c:v>
                </c:pt>
                <c:pt idx="1027">
                  <c:v>45722</c:v>
                </c:pt>
                <c:pt idx="1028">
                  <c:v>45723</c:v>
                </c:pt>
                <c:pt idx="1029">
                  <c:v>45726</c:v>
                </c:pt>
                <c:pt idx="1030">
                  <c:v>45727</c:v>
                </c:pt>
                <c:pt idx="1031">
                  <c:v>45728</c:v>
                </c:pt>
                <c:pt idx="1032">
                  <c:v>45729</c:v>
                </c:pt>
                <c:pt idx="1033">
                  <c:v>45730</c:v>
                </c:pt>
                <c:pt idx="1034">
                  <c:v>45733</c:v>
                </c:pt>
                <c:pt idx="1035">
                  <c:v>45734</c:v>
                </c:pt>
                <c:pt idx="1036">
                  <c:v>45735</c:v>
                </c:pt>
                <c:pt idx="1037">
                  <c:v>45736</c:v>
                </c:pt>
                <c:pt idx="1038">
                  <c:v>45737</c:v>
                </c:pt>
                <c:pt idx="1039">
                  <c:v>45740</c:v>
                </c:pt>
                <c:pt idx="1040">
                  <c:v>45741</c:v>
                </c:pt>
                <c:pt idx="1041">
                  <c:v>45742</c:v>
                </c:pt>
                <c:pt idx="1042">
                  <c:v>45743</c:v>
                </c:pt>
                <c:pt idx="1043">
                  <c:v>45744</c:v>
                </c:pt>
                <c:pt idx="1044">
                  <c:v>45747</c:v>
                </c:pt>
                <c:pt idx="1045">
                  <c:v>45748</c:v>
                </c:pt>
                <c:pt idx="1046">
                  <c:v>45749</c:v>
                </c:pt>
                <c:pt idx="1047">
                  <c:v>45750</c:v>
                </c:pt>
                <c:pt idx="1048">
                  <c:v>45751</c:v>
                </c:pt>
                <c:pt idx="1049">
                  <c:v>45754</c:v>
                </c:pt>
                <c:pt idx="1050">
                  <c:v>45755</c:v>
                </c:pt>
                <c:pt idx="1051">
                  <c:v>45756</c:v>
                </c:pt>
                <c:pt idx="1052">
                  <c:v>45757</c:v>
                </c:pt>
                <c:pt idx="1053">
                  <c:v>45758</c:v>
                </c:pt>
                <c:pt idx="1054">
                  <c:v>45761</c:v>
                </c:pt>
                <c:pt idx="1055">
                  <c:v>45762</c:v>
                </c:pt>
                <c:pt idx="1056">
                  <c:v>45763</c:v>
                </c:pt>
                <c:pt idx="1057">
                  <c:v>45764</c:v>
                </c:pt>
                <c:pt idx="1058">
                  <c:v>45765</c:v>
                </c:pt>
                <c:pt idx="1059">
                  <c:v>45768</c:v>
                </c:pt>
                <c:pt idx="1060">
                  <c:v>45769</c:v>
                </c:pt>
                <c:pt idx="1061">
                  <c:v>45770</c:v>
                </c:pt>
                <c:pt idx="1062">
                  <c:v>45771</c:v>
                </c:pt>
                <c:pt idx="1063">
                  <c:v>45772</c:v>
                </c:pt>
                <c:pt idx="1064">
                  <c:v>45775</c:v>
                </c:pt>
                <c:pt idx="1065">
                  <c:v>45776</c:v>
                </c:pt>
                <c:pt idx="1066">
                  <c:v>45777</c:v>
                </c:pt>
                <c:pt idx="1067">
                  <c:v>45779</c:v>
                </c:pt>
                <c:pt idx="1068">
                  <c:v>45784</c:v>
                </c:pt>
                <c:pt idx="1069">
                  <c:v>45785</c:v>
                </c:pt>
                <c:pt idx="1070">
                  <c:v>45786</c:v>
                </c:pt>
                <c:pt idx="1071">
                  <c:v>45789</c:v>
                </c:pt>
                <c:pt idx="1072">
                  <c:v>45790</c:v>
                </c:pt>
                <c:pt idx="1073">
                  <c:v>45791</c:v>
                </c:pt>
                <c:pt idx="1074">
                  <c:v>45792</c:v>
                </c:pt>
                <c:pt idx="1075">
                  <c:v>45793</c:v>
                </c:pt>
                <c:pt idx="1076">
                  <c:v>45796</c:v>
                </c:pt>
                <c:pt idx="1077">
                  <c:v>45797</c:v>
                </c:pt>
                <c:pt idx="1078">
                  <c:v>45798</c:v>
                </c:pt>
                <c:pt idx="1079">
                  <c:v>45799</c:v>
                </c:pt>
                <c:pt idx="1080">
                  <c:v>45800</c:v>
                </c:pt>
                <c:pt idx="1081">
                  <c:v>45803</c:v>
                </c:pt>
                <c:pt idx="1082">
                  <c:v>45804</c:v>
                </c:pt>
                <c:pt idx="1083">
                  <c:v>45805</c:v>
                </c:pt>
                <c:pt idx="1084">
                  <c:v>45806</c:v>
                </c:pt>
                <c:pt idx="1085">
                  <c:v>45807</c:v>
                </c:pt>
                <c:pt idx="1086">
                  <c:v>45810</c:v>
                </c:pt>
                <c:pt idx="1087">
                  <c:v>45812</c:v>
                </c:pt>
                <c:pt idx="1088">
                  <c:v>45813</c:v>
                </c:pt>
                <c:pt idx="1089">
                  <c:v>45817</c:v>
                </c:pt>
                <c:pt idx="1090">
                  <c:v>45818</c:v>
                </c:pt>
                <c:pt idx="1091">
                  <c:v>45819</c:v>
                </c:pt>
                <c:pt idx="1092">
                  <c:v>45820</c:v>
                </c:pt>
                <c:pt idx="1093">
                  <c:v>45821</c:v>
                </c:pt>
                <c:pt idx="1094">
                  <c:v>45824</c:v>
                </c:pt>
                <c:pt idx="1095">
                  <c:v>45825</c:v>
                </c:pt>
                <c:pt idx="1096">
                  <c:v>45826</c:v>
                </c:pt>
                <c:pt idx="1097">
                  <c:v>45827</c:v>
                </c:pt>
                <c:pt idx="1098">
                  <c:v>45828</c:v>
                </c:pt>
                <c:pt idx="1099">
                  <c:v>45831</c:v>
                </c:pt>
                <c:pt idx="1100">
                  <c:v>45832</c:v>
                </c:pt>
                <c:pt idx="1101">
                  <c:v>45833</c:v>
                </c:pt>
                <c:pt idx="1102">
                  <c:v>45834</c:v>
                </c:pt>
                <c:pt idx="1103">
                  <c:v>45835</c:v>
                </c:pt>
                <c:pt idx="1104">
                  <c:v>45838</c:v>
                </c:pt>
                <c:pt idx="1105">
                  <c:v>45839</c:v>
                </c:pt>
                <c:pt idx="1106">
                  <c:v>45840</c:v>
                </c:pt>
                <c:pt idx="1107">
                  <c:v>45841</c:v>
                </c:pt>
                <c:pt idx="1108">
                  <c:v>45842</c:v>
                </c:pt>
                <c:pt idx="1109">
                  <c:v>45845</c:v>
                </c:pt>
                <c:pt idx="1110">
                  <c:v>45846</c:v>
                </c:pt>
                <c:pt idx="1111">
                  <c:v>45847</c:v>
                </c:pt>
                <c:pt idx="1112">
                  <c:v>45848</c:v>
                </c:pt>
                <c:pt idx="1113">
                  <c:v>45849</c:v>
                </c:pt>
                <c:pt idx="1114">
                  <c:v>45852</c:v>
                </c:pt>
                <c:pt idx="1115">
                  <c:v>45853</c:v>
                </c:pt>
                <c:pt idx="1116">
                  <c:v>45854</c:v>
                </c:pt>
                <c:pt idx="1117">
                  <c:v>45855</c:v>
                </c:pt>
                <c:pt idx="1118">
                  <c:v>45856</c:v>
                </c:pt>
                <c:pt idx="1119">
                  <c:v>45859</c:v>
                </c:pt>
                <c:pt idx="1120">
                  <c:v>45860</c:v>
                </c:pt>
                <c:pt idx="1121">
                  <c:v>45861</c:v>
                </c:pt>
                <c:pt idx="1122">
                  <c:v>45862</c:v>
                </c:pt>
                <c:pt idx="1123">
                  <c:v>45863</c:v>
                </c:pt>
                <c:pt idx="1124">
                  <c:v>45866</c:v>
                </c:pt>
                <c:pt idx="1125">
                  <c:v>45867</c:v>
                </c:pt>
                <c:pt idx="1126">
                  <c:v>45868</c:v>
                </c:pt>
                <c:pt idx="1127">
                  <c:v>45869</c:v>
                </c:pt>
                <c:pt idx="1128">
                  <c:v>45870</c:v>
                </c:pt>
                <c:pt idx="1129">
                  <c:v>45873</c:v>
                </c:pt>
                <c:pt idx="1130">
                  <c:v>45874</c:v>
                </c:pt>
                <c:pt idx="1131">
                  <c:v>45875</c:v>
                </c:pt>
                <c:pt idx="1132">
                  <c:v>45876</c:v>
                </c:pt>
                <c:pt idx="1133">
                  <c:v>45877</c:v>
                </c:pt>
                <c:pt idx="1134">
                  <c:v>45878</c:v>
                </c:pt>
                <c:pt idx="1135">
                  <c:v>45879</c:v>
                </c:pt>
                <c:pt idx="1136">
                  <c:v>45880</c:v>
                </c:pt>
                <c:pt idx="1137">
                  <c:v>45881</c:v>
                </c:pt>
                <c:pt idx="1138">
                  <c:v>45882</c:v>
                </c:pt>
                <c:pt idx="1139">
                  <c:v>45883</c:v>
                </c:pt>
                <c:pt idx="1140">
                  <c:v>45884</c:v>
                </c:pt>
                <c:pt idx="1141">
                  <c:v>45885</c:v>
                </c:pt>
                <c:pt idx="1142">
                  <c:v>45886</c:v>
                </c:pt>
                <c:pt idx="1143">
                  <c:v>45887</c:v>
                </c:pt>
                <c:pt idx="1144">
                  <c:v>45888</c:v>
                </c:pt>
                <c:pt idx="1145">
                  <c:v>45889</c:v>
                </c:pt>
                <c:pt idx="1146">
                  <c:v>45890</c:v>
                </c:pt>
                <c:pt idx="1147">
                  <c:v>45891</c:v>
                </c:pt>
                <c:pt idx="1148">
                  <c:v>45892</c:v>
                </c:pt>
                <c:pt idx="1149">
                  <c:v>45893</c:v>
                </c:pt>
                <c:pt idx="1150">
                  <c:v>45894</c:v>
                </c:pt>
                <c:pt idx="1151">
                  <c:v>45895</c:v>
                </c:pt>
                <c:pt idx="1152">
                  <c:v>45896</c:v>
                </c:pt>
                <c:pt idx="1153">
                  <c:v>45897</c:v>
                </c:pt>
                <c:pt idx="1154">
                  <c:v>45898</c:v>
                </c:pt>
                <c:pt idx="1155">
                  <c:v>45899</c:v>
                </c:pt>
                <c:pt idx="1156">
                  <c:v>45900</c:v>
                </c:pt>
                <c:pt idx="1157">
                  <c:v>45901</c:v>
                </c:pt>
                <c:pt idx="1158">
                  <c:v>45902</c:v>
                </c:pt>
                <c:pt idx="1159">
                  <c:v>45903</c:v>
                </c:pt>
                <c:pt idx="1160">
                  <c:v>45904</c:v>
                </c:pt>
                <c:pt idx="1161">
                  <c:v>45905</c:v>
                </c:pt>
                <c:pt idx="1162">
                  <c:v>45906</c:v>
                </c:pt>
                <c:pt idx="1163">
                  <c:v>45907</c:v>
                </c:pt>
                <c:pt idx="1164">
                  <c:v>45908</c:v>
                </c:pt>
                <c:pt idx="1165">
                  <c:v>45909</c:v>
                </c:pt>
                <c:pt idx="1166">
                  <c:v>45910</c:v>
                </c:pt>
                <c:pt idx="1167">
                  <c:v>45911</c:v>
                </c:pt>
                <c:pt idx="1168">
                  <c:v>45912</c:v>
                </c:pt>
                <c:pt idx="1169">
                  <c:v>45913</c:v>
                </c:pt>
                <c:pt idx="1170">
                  <c:v>45914</c:v>
                </c:pt>
                <c:pt idx="1171">
                  <c:v>45915</c:v>
                </c:pt>
                <c:pt idx="1172">
                  <c:v>45916</c:v>
                </c:pt>
                <c:pt idx="1173">
                  <c:v>45917</c:v>
                </c:pt>
                <c:pt idx="1174">
                  <c:v>45918</c:v>
                </c:pt>
                <c:pt idx="1175">
                  <c:v>45919</c:v>
                </c:pt>
                <c:pt idx="1176">
                  <c:v>45920</c:v>
                </c:pt>
                <c:pt idx="1177">
                  <c:v>45921</c:v>
                </c:pt>
                <c:pt idx="1178">
                  <c:v>45922</c:v>
                </c:pt>
                <c:pt idx="1179">
                  <c:v>45923</c:v>
                </c:pt>
                <c:pt idx="1180">
                  <c:v>45924</c:v>
                </c:pt>
                <c:pt idx="1181">
                  <c:v>45925</c:v>
                </c:pt>
                <c:pt idx="1182">
                  <c:v>45926</c:v>
                </c:pt>
                <c:pt idx="1183">
                  <c:v>45927</c:v>
                </c:pt>
                <c:pt idx="1184">
                  <c:v>45928</c:v>
                </c:pt>
                <c:pt idx="1185">
                  <c:v>45929</c:v>
                </c:pt>
                <c:pt idx="1186">
                  <c:v>45930</c:v>
                </c:pt>
                <c:pt idx="1187">
                  <c:v>45931</c:v>
                </c:pt>
                <c:pt idx="1188">
                  <c:v>45932</c:v>
                </c:pt>
                <c:pt idx="1189">
                  <c:v>45933</c:v>
                </c:pt>
                <c:pt idx="1190">
                  <c:v>45934</c:v>
                </c:pt>
                <c:pt idx="1191">
                  <c:v>45935</c:v>
                </c:pt>
                <c:pt idx="1192">
                  <c:v>45936</c:v>
                </c:pt>
                <c:pt idx="1193">
                  <c:v>45937</c:v>
                </c:pt>
                <c:pt idx="1194">
                  <c:v>45938</c:v>
                </c:pt>
                <c:pt idx="1195">
                  <c:v>45939</c:v>
                </c:pt>
                <c:pt idx="1196">
                  <c:v>45940</c:v>
                </c:pt>
                <c:pt idx="1197">
                  <c:v>45941</c:v>
                </c:pt>
                <c:pt idx="1198">
                  <c:v>45942</c:v>
                </c:pt>
                <c:pt idx="1199">
                  <c:v>45943</c:v>
                </c:pt>
                <c:pt idx="1200">
                  <c:v>45944</c:v>
                </c:pt>
                <c:pt idx="1201">
                  <c:v>45945</c:v>
                </c:pt>
                <c:pt idx="1202">
                  <c:v>45946</c:v>
                </c:pt>
                <c:pt idx="1203">
                  <c:v>45947</c:v>
                </c:pt>
                <c:pt idx="1204">
                  <c:v>45948</c:v>
                </c:pt>
                <c:pt idx="1205">
                  <c:v>45949</c:v>
                </c:pt>
                <c:pt idx="1206">
                  <c:v>45950</c:v>
                </c:pt>
                <c:pt idx="1207">
                  <c:v>45951</c:v>
                </c:pt>
                <c:pt idx="1208">
                  <c:v>45952</c:v>
                </c:pt>
                <c:pt idx="1209">
                  <c:v>45953</c:v>
                </c:pt>
                <c:pt idx="1210">
                  <c:v>45954</c:v>
                </c:pt>
                <c:pt idx="1211">
                  <c:v>45955</c:v>
                </c:pt>
                <c:pt idx="1212">
                  <c:v>45956</c:v>
                </c:pt>
                <c:pt idx="1213">
                  <c:v>45957</c:v>
                </c:pt>
                <c:pt idx="1214">
                  <c:v>45958</c:v>
                </c:pt>
                <c:pt idx="1215">
                  <c:v>45959</c:v>
                </c:pt>
                <c:pt idx="1216">
                  <c:v>45960</c:v>
                </c:pt>
                <c:pt idx="1217">
                  <c:v>45961</c:v>
                </c:pt>
                <c:pt idx="1218">
                  <c:v>45962</c:v>
                </c:pt>
                <c:pt idx="1219">
                  <c:v>45963</c:v>
                </c:pt>
                <c:pt idx="1220">
                  <c:v>45964</c:v>
                </c:pt>
                <c:pt idx="1221">
                  <c:v>45965</c:v>
                </c:pt>
                <c:pt idx="1222">
                  <c:v>45966</c:v>
                </c:pt>
                <c:pt idx="1223">
                  <c:v>45967</c:v>
                </c:pt>
                <c:pt idx="1224">
                  <c:v>45968</c:v>
                </c:pt>
                <c:pt idx="1225">
                  <c:v>45969</c:v>
                </c:pt>
                <c:pt idx="1226">
                  <c:v>45970</c:v>
                </c:pt>
                <c:pt idx="1227">
                  <c:v>45971</c:v>
                </c:pt>
                <c:pt idx="1228">
                  <c:v>45972</c:v>
                </c:pt>
                <c:pt idx="1229">
                  <c:v>45973</c:v>
                </c:pt>
                <c:pt idx="1230">
                  <c:v>45974</c:v>
                </c:pt>
                <c:pt idx="1231">
                  <c:v>45975</c:v>
                </c:pt>
                <c:pt idx="1232">
                  <c:v>45976</c:v>
                </c:pt>
                <c:pt idx="1233">
                  <c:v>45977</c:v>
                </c:pt>
                <c:pt idx="1234">
                  <c:v>45978</c:v>
                </c:pt>
                <c:pt idx="1235">
                  <c:v>45979</c:v>
                </c:pt>
                <c:pt idx="1236">
                  <c:v>45980</c:v>
                </c:pt>
                <c:pt idx="1237">
                  <c:v>45981</c:v>
                </c:pt>
                <c:pt idx="1238">
                  <c:v>45982</c:v>
                </c:pt>
                <c:pt idx="1239">
                  <c:v>45983</c:v>
                </c:pt>
                <c:pt idx="1240">
                  <c:v>45984</c:v>
                </c:pt>
                <c:pt idx="1241">
                  <c:v>45985</c:v>
                </c:pt>
                <c:pt idx="1242">
                  <c:v>45986</c:v>
                </c:pt>
                <c:pt idx="1243">
                  <c:v>45987</c:v>
                </c:pt>
                <c:pt idx="1244">
                  <c:v>45988</c:v>
                </c:pt>
                <c:pt idx="1245">
                  <c:v>45989</c:v>
                </c:pt>
                <c:pt idx="1246">
                  <c:v>45990</c:v>
                </c:pt>
                <c:pt idx="1247">
                  <c:v>45991</c:v>
                </c:pt>
                <c:pt idx="1248">
                  <c:v>45992</c:v>
                </c:pt>
                <c:pt idx="1249">
                  <c:v>45993</c:v>
                </c:pt>
                <c:pt idx="1250">
                  <c:v>45994</c:v>
                </c:pt>
                <c:pt idx="1251">
                  <c:v>45995</c:v>
                </c:pt>
                <c:pt idx="1252">
                  <c:v>45996</c:v>
                </c:pt>
                <c:pt idx="1253">
                  <c:v>45997</c:v>
                </c:pt>
                <c:pt idx="1254">
                  <c:v>45998</c:v>
                </c:pt>
                <c:pt idx="1255">
                  <c:v>45999</c:v>
                </c:pt>
                <c:pt idx="1256">
                  <c:v>46000</c:v>
                </c:pt>
                <c:pt idx="1257">
                  <c:v>46001</c:v>
                </c:pt>
                <c:pt idx="1258">
                  <c:v>46002</c:v>
                </c:pt>
                <c:pt idx="1259">
                  <c:v>46003</c:v>
                </c:pt>
                <c:pt idx="1260">
                  <c:v>46004</c:v>
                </c:pt>
                <c:pt idx="1261">
                  <c:v>46005</c:v>
                </c:pt>
                <c:pt idx="1262">
                  <c:v>46006</c:v>
                </c:pt>
                <c:pt idx="1263">
                  <c:v>46007</c:v>
                </c:pt>
                <c:pt idx="1264">
                  <c:v>46008</c:v>
                </c:pt>
                <c:pt idx="1265">
                  <c:v>46009</c:v>
                </c:pt>
                <c:pt idx="1266">
                  <c:v>46010</c:v>
                </c:pt>
                <c:pt idx="1267">
                  <c:v>46011</c:v>
                </c:pt>
                <c:pt idx="1268">
                  <c:v>46012</c:v>
                </c:pt>
                <c:pt idx="1269">
                  <c:v>46013</c:v>
                </c:pt>
                <c:pt idx="1270">
                  <c:v>46014</c:v>
                </c:pt>
                <c:pt idx="1271">
                  <c:v>46015</c:v>
                </c:pt>
                <c:pt idx="1272">
                  <c:v>46016</c:v>
                </c:pt>
                <c:pt idx="1273">
                  <c:v>46017</c:v>
                </c:pt>
                <c:pt idx="1274">
                  <c:v>46018</c:v>
                </c:pt>
                <c:pt idx="1275">
                  <c:v>46019</c:v>
                </c:pt>
                <c:pt idx="1276">
                  <c:v>46020</c:v>
                </c:pt>
                <c:pt idx="1277">
                  <c:v>46021</c:v>
                </c:pt>
                <c:pt idx="1278">
                  <c:v>46022</c:v>
                </c:pt>
                <c:pt idx="1279">
                  <c:v>46023</c:v>
                </c:pt>
                <c:pt idx="1280">
                  <c:v>46024</c:v>
                </c:pt>
                <c:pt idx="1281">
                  <c:v>46025</c:v>
                </c:pt>
                <c:pt idx="1282">
                  <c:v>46026</c:v>
                </c:pt>
                <c:pt idx="1283">
                  <c:v>46027</c:v>
                </c:pt>
                <c:pt idx="1284">
                  <c:v>46028</c:v>
                </c:pt>
                <c:pt idx="1285">
                  <c:v>46029</c:v>
                </c:pt>
                <c:pt idx="1286">
                  <c:v>46030</c:v>
                </c:pt>
                <c:pt idx="1287">
                  <c:v>46031</c:v>
                </c:pt>
                <c:pt idx="1288">
                  <c:v>46032</c:v>
                </c:pt>
                <c:pt idx="1289">
                  <c:v>46033</c:v>
                </c:pt>
                <c:pt idx="1290">
                  <c:v>46034</c:v>
                </c:pt>
                <c:pt idx="1291">
                  <c:v>46035</c:v>
                </c:pt>
                <c:pt idx="1292">
                  <c:v>46036</c:v>
                </c:pt>
                <c:pt idx="1293">
                  <c:v>46037</c:v>
                </c:pt>
                <c:pt idx="1294">
                  <c:v>46038</c:v>
                </c:pt>
                <c:pt idx="1295">
                  <c:v>46039</c:v>
                </c:pt>
                <c:pt idx="1296">
                  <c:v>46040</c:v>
                </c:pt>
                <c:pt idx="1297">
                  <c:v>46041</c:v>
                </c:pt>
                <c:pt idx="1298">
                  <c:v>46042</c:v>
                </c:pt>
                <c:pt idx="1299">
                  <c:v>46043</c:v>
                </c:pt>
                <c:pt idx="1300">
                  <c:v>46044</c:v>
                </c:pt>
                <c:pt idx="1301">
                  <c:v>46045</c:v>
                </c:pt>
                <c:pt idx="1302">
                  <c:v>46046</c:v>
                </c:pt>
                <c:pt idx="1303">
                  <c:v>46047</c:v>
                </c:pt>
                <c:pt idx="1304">
                  <c:v>46048</c:v>
                </c:pt>
                <c:pt idx="1305">
                  <c:v>46049</c:v>
                </c:pt>
                <c:pt idx="1306">
                  <c:v>46050</c:v>
                </c:pt>
                <c:pt idx="1307">
                  <c:v>46051</c:v>
                </c:pt>
                <c:pt idx="1308">
                  <c:v>46052</c:v>
                </c:pt>
                <c:pt idx="1309">
                  <c:v>46053</c:v>
                </c:pt>
                <c:pt idx="1310">
                  <c:v>46054</c:v>
                </c:pt>
                <c:pt idx="1311">
                  <c:v>46055</c:v>
                </c:pt>
                <c:pt idx="1312">
                  <c:v>46056</c:v>
                </c:pt>
                <c:pt idx="1313">
                  <c:v>46057</c:v>
                </c:pt>
                <c:pt idx="1314">
                  <c:v>46058</c:v>
                </c:pt>
                <c:pt idx="1315">
                  <c:v>46059</c:v>
                </c:pt>
                <c:pt idx="1316">
                  <c:v>46060</c:v>
                </c:pt>
                <c:pt idx="1317">
                  <c:v>46061</c:v>
                </c:pt>
                <c:pt idx="1318">
                  <c:v>46062</c:v>
                </c:pt>
                <c:pt idx="1319">
                  <c:v>46063</c:v>
                </c:pt>
                <c:pt idx="1320">
                  <c:v>46064</c:v>
                </c:pt>
                <c:pt idx="1321">
                  <c:v>46065</c:v>
                </c:pt>
                <c:pt idx="1322">
                  <c:v>46066</c:v>
                </c:pt>
                <c:pt idx="1323">
                  <c:v>46067</c:v>
                </c:pt>
                <c:pt idx="1324">
                  <c:v>46068</c:v>
                </c:pt>
                <c:pt idx="1325">
                  <c:v>46069</c:v>
                </c:pt>
                <c:pt idx="1326">
                  <c:v>46070</c:v>
                </c:pt>
                <c:pt idx="1327">
                  <c:v>46071</c:v>
                </c:pt>
                <c:pt idx="1328">
                  <c:v>46072</c:v>
                </c:pt>
                <c:pt idx="1329">
                  <c:v>46073</c:v>
                </c:pt>
                <c:pt idx="1330">
                  <c:v>46074</c:v>
                </c:pt>
                <c:pt idx="1331">
                  <c:v>46075</c:v>
                </c:pt>
                <c:pt idx="1332">
                  <c:v>46076</c:v>
                </c:pt>
                <c:pt idx="1333">
                  <c:v>46077</c:v>
                </c:pt>
                <c:pt idx="1334">
                  <c:v>46078</c:v>
                </c:pt>
                <c:pt idx="1335">
                  <c:v>46079</c:v>
                </c:pt>
                <c:pt idx="1336">
                  <c:v>46080</c:v>
                </c:pt>
                <c:pt idx="1337">
                  <c:v>46081</c:v>
                </c:pt>
                <c:pt idx="1338">
                  <c:v>46082</c:v>
                </c:pt>
                <c:pt idx="1339">
                  <c:v>46083</c:v>
                </c:pt>
                <c:pt idx="1340">
                  <c:v>46084</c:v>
                </c:pt>
                <c:pt idx="1341">
                  <c:v>46085</c:v>
                </c:pt>
                <c:pt idx="1342">
                  <c:v>46086</c:v>
                </c:pt>
                <c:pt idx="1343">
                  <c:v>46087</c:v>
                </c:pt>
                <c:pt idx="1344">
                  <c:v>46088</c:v>
                </c:pt>
                <c:pt idx="1345">
                  <c:v>46089</c:v>
                </c:pt>
                <c:pt idx="1346">
                  <c:v>46090</c:v>
                </c:pt>
                <c:pt idx="1347">
                  <c:v>46091</c:v>
                </c:pt>
                <c:pt idx="1348">
                  <c:v>46092</c:v>
                </c:pt>
                <c:pt idx="1349">
                  <c:v>46093</c:v>
                </c:pt>
                <c:pt idx="1350">
                  <c:v>46094</c:v>
                </c:pt>
                <c:pt idx="1351">
                  <c:v>46095</c:v>
                </c:pt>
                <c:pt idx="1352">
                  <c:v>46096</c:v>
                </c:pt>
                <c:pt idx="1353">
                  <c:v>46097</c:v>
                </c:pt>
                <c:pt idx="1354">
                  <c:v>46098</c:v>
                </c:pt>
                <c:pt idx="1355">
                  <c:v>46099</c:v>
                </c:pt>
                <c:pt idx="1356">
                  <c:v>46100</c:v>
                </c:pt>
                <c:pt idx="1357">
                  <c:v>46101</c:v>
                </c:pt>
                <c:pt idx="1358">
                  <c:v>46102</c:v>
                </c:pt>
                <c:pt idx="1359">
                  <c:v>46103</c:v>
                </c:pt>
                <c:pt idx="1360">
                  <c:v>46104</c:v>
                </c:pt>
                <c:pt idx="1361">
                  <c:v>46105</c:v>
                </c:pt>
                <c:pt idx="1362">
                  <c:v>46106</c:v>
                </c:pt>
                <c:pt idx="1363">
                  <c:v>46107</c:v>
                </c:pt>
                <c:pt idx="1364">
                  <c:v>46108</c:v>
                </c:pt>
                <c:pt idx="1365">
                  <c:v>46109</c:v>
                </c:pt>
                <c:pt idx="1366">
                  <c:v>46110</c:v>
                </c:pt>
                <c:pt idx="1367">
                  <c:v>46111</c:v>
                </c:pt>
                <c:pt idx="1368">
                  <c:v>46112</c:v>
                </c:pt>
                <c:pt idx="1369">
                  <c:v>46113</c:v>
                </c:pt>
                <c:pt idx="1370">
                  <c:v>46114</c:v>
                </c:pt>
                <c:pt idx="1371">
                  <c:v>46115</c:v>
                </c:pt>
                <c:pt idx="1372">
                  <c:v>46116</c:v>
                </c:pt>
                <c:pt idx="1373">
                  <c:v>46117</c:v>
                </c:pt>
                <c:pt idx="1374">
                  <c:v>46118</c:v>
                </c:pt>
                <c:pt idx="1375">
                  <c:v>46119</c:v>
                </c:pt>
                <c:pt idx="1376">
                  <c:v>46120</c:v>
                </c:pt>
                <c:pt idx="1377">
                  <c:v>46121</c:v>
                </c:pt>
                <c:pt idx="1378">
                  <c:v>46122</c:v>
                </c:pt>
                <c:pt idx="1379">
                  <c:v>46123</c:v>
                </c:pt>
                <c:pt idx="1380">
                  <c:v>46124</c:v>
                </c:pt>
                <c:pt idx="1381">
                  <c:v>46125</c:v>
                </c:pt>
                <c:pt idx="1382">
                  <c:v>46126</c:v>
                </c:pt>
                <c:pt idx="1383">
                  <c:v>46127</c:v>
                </c:pt>
                <c:pt idx="1384">
                  <c:v>46128</c:v>
                </c:pt>
                <c:pt idx="1385">
                  <c:v>46129</c:v>
                </c:pt>
                <c:pt idx="1386">
                  <c:v>46130</c:v>
                </c:pt>
                <c:pt idx="1387">
                  <c:v>46131</c:v>
                </c:pt>
                <c:pt idx="1388">
                  <c:v>46132</c:v>
                </c:pt>
                <c:pt idx="1389">
                  <c:v>46133</c:v>
                </c:pt>
                <c:pt idx="1390">
                  <c:v>46134</c:v>
                </c:pt>
                <c:pt idx="1391">
                  <c:v>46135</c:v>
                </c:pt>
                <c:pt idx="1392">
                  <c:v>46136</c:v>
                </c:pt>
                <c:pt idx="1393">
                  <c:v>46137</c:v>
                </c:pt>
                <c:pt idx="1394">
                  <c:v>46138</c:v>
                </c:pt>
                <c:pt idx="1395">
                  <c:v>46139</c:v>
                </c:pt>
                <c:pt idx="1396">
                  <c:v>46140</c:v>
                </c:pt>
                <c:pt idx="1397">
                  <c:v>46141</c:v>
                </c:pt>
                <c:pt idx="1398">
                  <c:v>46142</c:v>
                </c:pt>
                <c:pt idx="1399">
                  <c:v>46143</c:v>
                </c:pt>
                <c:pt idx="1400">
                  <c:v>46144</c:v>
                </c:pt>
                <c:pt idx="1401">
                  <c:v>46145</c:v>
                </c:pt>
                <c:pt idx="1402">
                  <c:v>46146</c:v>
                </c:pt>
                <c:pt idx="1403">
                  <c:v>46147</c:v>
                </c:pt>
                <c:pt idx="1404">
                  <c:v>46148</c:v>
                </c:pt>
                <c:pt idx="1405">
                  <c:v>46149</c:v>
                </c:pt>
                <c:pt idx="1406">
                  <c:v>46150</c:v>
                </c:pt>
                <c:pt idx="1407">
                  <c:v>46151</c:v>
                </c:pt>
                <c:pt idx="1408">
                  <c:v>46152</c:v>
                </c:pt>
                <c:pt idx="1409">
                  <c:v>46153</c:v>
                </c:pt>
                <c:pt idx="1410">
                  <c:v>46154</c:v>
                </c:pt>
                <c:pt idx="1411">
                  <c:v>46155</c:v>
                </c:pt>
                <c:pt idx="1412">
                  <c:v>46156</c:v>
                </c:pt>
                <c:pt idx="1413">
                  <c:v>46157</c:v>
                </c:pt>
                <c:pt idx="1414">
                  <c:v>46158</c:v>
                </c:pt>
                <c:pt idx="1415">
                  <c:v>46159</c:v>
                </c:pt>
                <c:pt idx="1416">
                  <c:v>46160</c:v>
                </c:pt>
                <c:pt idx="1417">
                  <c:v>46161</c:v>
                </c:pt>
                <c:pt idx="1418">
                  <c:v>46162</c:v>
                </c:pt>
                <c:pt idx="1419">
                  <c:v>46163</c:v>
                </c:pt>
                <c:pt idx="1420">
                  <c:v>46164</c:v>
                </c:pt>
                <c:pt idx="1421">
                  <c:v>46165</c:v>
                </c:pt>
                <c:pt idx="1422">
                  <c:v>46166</c:v>
                </c:pt>
                <c:pt idx="1423">
                  <c:v>46167</c:v>
                </c:pt>
                <c:pt idx="1424">
                  <c:v>46168</c:v>
                </c:pt>
                <c:pt idx="1425">
                  <c:v>46169</c:v>
                </c:pt>
                <c:pt idx="1426">
                  <c:v>46170</c:v>
                </c:pt>
                <c:pt idx="1427">
                  <c:v>46171</c:v>
                </c:pt>
                <c:pt idx="1428">
                  <c:v>46172</c:v>
                </c:pt>
                <c:pt idx="1429">
                  <c:v>46173</c:v>
                </c:pt>
                <c:pt idx="1430">
                  <c:v>46174</c:v>
                </c:pt>
                <c:pt idx="1431">
                  <c:v>46175</c:v>
                </c:pt>
                <c:pt idx="1432">
                  <c:v>46176</c:v>
                </c:pt>
                <c:pt idx="1433">
                  <c:v>46177</c:v>
                </c:pt>
                <c:pt idx="1434">
                  <c:v>46178</c:v>
                </c:pt>
                <c:pt idx="1435">
                  <c:v>46179</c:v>
                </c:pt>
                <c:pt idx="1436">
                  <c:v>46180</c:v>
                </c:pt>
                <c:pt idx="1437">
                  <c:v>46181</c:v>
                </c:pt>
                <c:pt idx="1438">
                  <c:v>46182</c:v>
                </c:pt>
                <c:pt idx="1439">
                  <c:v>46183</c:v>
                </c:pt>
                <c:pt idx="1440">
                  <c:v>46184</c:v>
                </c:pt>
                <c:pt idx="1441">
                  <c:v>46185</c:v>
                </c:pt>
                <c:pt idx="1442">
                  <c:v>46186</c:v>
                </c:pt>
                <c:pt idx="1443">
                  <c:v>46187</c:v>
                </c:pt>
                <c:pt idx="1444">
                  <c:v>46188</c:v>
                </c:pt>
                <c:pt idx="1445">
                  <c:v>46189</c:v>
                </c:pt>
                <c:pt idx="1446">
                  <c:v>46190</c:v>
                </c:pt>
                <c:pt idx="1447">
                  <c:v>46191</c:v>
                </c:pt>
                <c:pt idx="1448">
                  <c:v>46192</c:v>
                </c:pt>
                <c:pt idx="1449">
                  <c:v>46193</c:v>
                </c:pt>
                <c:pt idx="1450">
                  <c:v>46194</c:v>
                </c:pt>
                <c:pt idx="1451">
                  <c:v>46195</c:v>
                </c:pt>
                <c:pt idx="1452">
                  <c:v>46196</c:v>
                </c:pt>
                <c:pt idx="1453">
                  <c:v>46197</c:v>
                </c:pt>
                <c:pt idx="1454">
                  <c:v>46198</c:v>
                </c:pt>
                <c:pt idx="1455">
                  <c:v>46199</c:v>
                </c:pt>
                <c:pt idx="1456">
                  <c:v>46200</c:v>
                </c:pt>
                <c:pt idx="1457">
                  <c:v>46201</c:v>
                </c:pt>
                <c:pt idx="1458">
                  <c:v>46202</c:v>
                </c:pt>
                <c:pt idx="1459">
                  <c:v>46203</c:v>
                </c:pt>
                <c:pt idx="1460">
                  <c:v>46204</c:v>
                </c:pt>
                <c:pt idx="1461">
                  <c:v>46205</c:v>
                </c:pt>
                <c:pt idx="1462">
                  <c:v>46206</c:v>
                </c:pt>
                <c:pt idx="1463">
                  <c:v>46207</c:v>
                </c:pt>
                <c:pt idx="1464">
                  <c:v>46208</c:v>
                </c:pt>
                <c:pt idx="1465">
                  <c:v>46209</c:v>
                </c:pt>
                <c:pt idx="1466">
                  <c:v>46210</c:v>
                </c:pt>
                <c:pt idx="1467">
                  <c:v>46211</c:v>
                </c:pt>
                <c:pt idx="1468">
                  <c:v>46212</c:v>
                </c:pt>
                <c:pt idx="1469">
                  <c:v>46213</c:v>
                </c:pt>
                <c:pt idx="1470">
                  <c:v>46214</c:v>
                </c:pt>
                <c:pt idx="1471">
                  <c:v>46215</c:v>
                </c:pt>
                <c:pt idx="1472">
                  <c:v>46216</c:v>
                </c:pt>
                <c:pt idx="1473">
                  <c:v>46217</c:v>
                </c:pt>
                <c:pt idx="1474">
                  <c:v>46218</c:v>
                </c:pt>
                <c:pt idx="1475">
                  <c:v>46219</c:v>
                </c:pt>
                <c:pt idx="1476">
                  <c:v>46220</c:v>
                </c:pt>
                <c:pt idx="1477">
                  <c:v>46221</c:v>
                </c:pt>
                <c:pt idx="1478">
                  <c:v>46222</c:v>
                </c:pt>
                <c:pt idx="1479">
                  <c:v>46223</c:v>
                </c:pt>
                <c:pt idx="1480">
                  <c:v>46224</c:v>
                </c:pt>
                <c:pt idx="1481">
                  <c:v>46225</c:v>
                </c:pt>
                <c:pt idx="1482">
                  <c:v>46226</c:v>
                </c:pt>
                <c:pt idx="1483">
                  <c:v>46227</c:v>
                </c:pt>
                <c:pt idx="1484">
                  <c:v>46228</c:v>
                </c:pt>
                <c:pt idx="1485">
                  <c:v>46229</c:v>
                </c:pt>
                <c:pt idx="1486">
                  <c:v>46230</c:v>
                </c:pt>
                <c:pt idx="1487">
                  <c:v>46231</c:v>
                </c:pt>
                <c:pt idx="1488">
                  <c:v>46232</c:v>
                </c:pt>
                <c:pt idx="1489">
                  <c:v>46233</c:v>
                </c:pt>
                <c:pt idx="1490">
                  <c:v>46234</c:v>
                </c:pt>
                <c:pt idx="1491">
                  <c:v>46235</c:v>
                </c:pt>
                <c:pt idx="1492">
                  <c:v>46236</c:v>
                </c:pt>
                <c:pt idx="1493">
                  <c:v>46237</c:v>
                </c:pt>
                <c:pt idx="1494">
                  <c:v>46238</c:v>
                </c:pt>
                <c:pt idx="1495">
                  <c:v>46239</c:v>
                </c:pt>
                <c:pt idx="1496">
                  <c:v>46240</c:v>
                </c:pt>
                <c:pt idx="1497">
                  <c:v>46241</c:v>
                </c:pt>
                <c:pt idx="1498">
                  <c:v>46242</c:v>
                </c:pt>
                <c:pt idx="1499">
                  <c:v>46243</c:v>
                </c:pt>
                <c:pt idx="1500">
                  <c:v>46244</c:v>
                </c:pt>
                <c:pt idx="1501">
                  <c:v>46245</c:v>
                </c:pt>
                <c:pt idx="1502">
                  <c:v>46246</c:v>
                </c:pt>
                <c:pt idx="1503">
                  <c:v>46247</c:v>
                </c:pt>
                <c:pt idx="1504">
                  <c:v>46248</c:v>
                </c:pt>
                <c:pt idx="1505">
                  <c:v>46249</c:v>
                </c:pt>
                <c:pt idx="1506">
                  <c:v>46250</c:v>
                </c:pt>
                <c:pt idx="1507">
                  <c:v>46251</c:v>
                </c:pt>
                <c:pt idx="1508">
                  <c:v>46252</c:v>
                </c:pt>
                <c:pt idx="1509">
                  <c:v>46253</c:v>
                </c:pt>
                <c:pt idx="1510">
                  <c:v>46254</c:v>
                </c:pt>
                <c:pt idx="1511">
                  <c:v>46255</c:v>
                </c:pt>
                <c:pt idx="1512">
                  <c:v>46256</c:v>
                </c:pt>
                <c:pt idx="1513">
                  <c:v>46257</c:v>
                </c:pt>
                <c:pt idx="1514">
                  <c:v>46258</c:v>
                </c:pt>
                <c:pt idx="1515">
                  <c:v>46259</c:v>
                </c:pt>
                <c:pt idx="1516">
                  <c:v>46260</c:v>
                </c:pt>
                <c:pt idx="1517">
                  <c:v>46261</c:v>
                </c:pt>
                <c:pt idx="1518">
                  <c:v>46262</c:v>
                </c:pt>
                <c:pt idx="1519">
                  <c:v>46263</c:v>
                </c:pt>
                <c:pt idx="1520">
                  <c:v>46264</c:v>
                </c:pt>
                <c:pt idx="1521">
                  <c:v>46265</c:v>
                </c:pt>
                <c:pt idx="1522">
                  <c:v>46266</c:v>
                </c:pt>
                <c:pt idx="1523">
                  <c:v>46267</c:v>
                </c:pt>
                <c:pt idx="1524">
                  <c:v>46268</c:v>
                </c:pt>
                <c:pt idx="1525">
                  <c:v>46269</c:v>
                </c:pt>
                <c:pt idx="1526">
                  <c:v>46270</c:v>
                </c:pt>
                <c:pt idx="1527">
                  <c:v>46271</c:v>
                </c:pt>
                <c:pt idx="1528">
                  <c:v>46272</c:v>
                </c:pt>
                <c:pt idx="1529">
                  <c:v>46273</c:v>
                </c:pt>
                <c:pt idx="1530">
                  <c:v>46274</c:v>
                </c:pt>
                <c:pt idx="1531">
                  <c:v>46275</c:v>
                </c:pt>
                <c:pt idx="1532">
                  <c:v>46276</c:v>
                </c:pt>
                <c:pt idx="1533">
                  <c:v>46277</c:v>
                </c:pt>
                <c:pt idx="1534">
                  <c:v>46278</c:v>
                </c:pt>
                <c:pt idx="1535">
                  <c:v>46279</c:v>
                </c:pt>
                <c:pt idx="1536">
                  <c:v>46280</c:v>
                </c:pt>
                <c:pt idx="1537">
                  <c:v>46281</c:v>
                </c:pt>
                <c:pt idx="1538">
                  <c:v>46282</c:v>
                </c:pt>
                <c:pt idx="1539">
                  <c:v>46283</c:v>
                </c:pt>
                <c:pt idx="1540">
                  <c:v>46284</c:v>
                </c:pt>
                <c:pt idx="1541">
                  <c:v>46285</c:v>
                </c:pt>
                <c:pt idx="1542">
                  <c:v>46286</c:v>
                </c:pt>
                <c:pt idx="1543">
                  <c:v>46287</c:v>
                </c:pt>
                <c:pt idx="1544">
                  <c:v>46288</c:v>
                </c:pt>
                <c:pt idx="1545">
                  <c:v>46289</c:v>
                </c:pt>
                <c:pt idx="1546">
                  <c:v>46290</c:v>
                </c:pt>
                <c:pt idx="1547">
                  <c:v>46291</c:v>
                </c:pt>
                <c:pt idx="1548">
                  <c:v>46292</c:v>
                </c:pt>
                <c:pt idx="1549">
                  <c:v>46293</c:v>
                </c:pt>
                <c:pt idx="1550">
                  <c:v>46294</c:v>
                </c:pt>
                <c:pt idx="1551">
                  <c:v>46295</c:v>
                </c:pt>
                <c:pt idx="1552">
                  <c:v>46296</c:v>
                </c:pt>
                <c:pt idx="1553">
                  <c:v>46297</c:v>
                </c:pt>
                <c:pt idx="1554">
                  <c:v>46298</c:v>
                </c:pt>
                <c:pt idx="1555">
                  <c:v>46299</c:v>
                </c:pt>
                <c:pt idx="1556">
                  <c:v>46300</c:v>
                </c:pt>
                <c:pt idx="1557">
                  <c:v>46301</c:v>
                </c:pt>
                <c:pt idx="1558">
                  <c:v>46302</c:v>
                </c:pt>
                <c:pt idx="1559">
                  <c:v>46303</c:v>
                </c:pt>
                <c:pt idx="1560">
                  <c:v>46304</c:v>
                </c:pt>
                <c:pt idx="1561">
                  <c:v>46305</c:v>
                </c:pt>
                <c:pt idx="1562">
                  <c:v>46306</c:v>
                </c:pt>
                <c:pt idx="1563">
                  <c:v>46307</c:v>
                </c:pt>
                <c:pt idx="1564">
                  <c:v>46308</c:v>
                </c:pt>
                <c:pt idx="1565">
                  <c:v>46309</c:v>
                </c:pt>
                <c:pt idx="1566">
                  <c:v>46310</c:v>
                </c:pt>
                <c:pt idx="1567">
                  <c:v>46311</c:v>
                </c:pt>
                <c:pt idx="1568">
                  <c:v>46312</c:v>
                </c:pt>
                <c:pt idx="1569">
                  <c:v>46313</c:v>
                </c:pt>
                <c:pt idx="1570">
                  <c:v>46314</c:v>
                </c:pt>
                <c:pt idx="1571">
                  <c:v>46315</c:v>
                </c:pt>
                <c:pt idx="1572">
                  <c:v>46316</c:v>
                </c:pt>
                <c:pt idx="1573">
                  <c:v>46317</c:v>
                </c:pt>
                <c:pt idx="1574">
                  <c:v>46318</c:v>
                </c:pt>
                <c:pt idx="1575">
                  <c:v>46319</c:v>
                </c:pt>
                <c:pt idx="1576">
                  <c:v>46320</c:v>
                </c:pt>
                <c:pt idx="1577">
                  <c:v>46321</c:v>
                </c:pt>
                <c:pt idx="1578">
                  <c:v>46322</c:v>
                </c:pt>
                <c:pt idx="1579">
                  <c:v>46323</c:v>
                </c:pt>
                <c:pt idx="1580">
                  <c:v>46324</c:v>
                </c:pt>
                <c:pt idx="1581">
                  <c:v>46325</c:v>
                </c:pt>
                <c:pt idx="1582">
                  <c:v>46326</c:v>
                </c:pt>
                <c:pt idx="1583">
                  <c:v>46327</c:v>
                </c:pt>
                <c:pt idx="1584">
                  <c:v>46328</c:v>
                </c:pt>
                <c:pt idx="1585">
                  <c:v>46329</c:v>
                </c:pt>
                <c:pt idx="1586">
                  <c:v>46330</c:v>
                </c:pt>
                <c:pt idx="1587">
                  <c:v>46331</c:v>
                </c:pt>
                <c:pt idx="1588">
                  <c:v>46332</c:v>
                </c:pt>
                <c:pt idx="1589">
                  <c:v>46333</c:v>
                </c:pt>
                <c:pt idx="1590">
                  <c:v>46334</c:v>
                </c:pt>
                <c:pt idx="1591">
                  <c:v>46335</c:v>
                </c:pt>
                <c:pt idx="1592">
                  <c:v>46336</c:v>
                </c:pt>
                <c:pt idx="1593">
                  <c:v>46337</c:v>
                </c:pt>
                <c:pt idx="1594">
                  <c:v>46338</c:v>
                </c:pt>
                <c:pt idx="1595">
                  <c:v>46339</c:v>
                </c:pt>
                <c:pt idx="1596">
                  <c:v>46340</c:v>
                </c:pt>
                <c:pt idx="1597">
                  <c:v>46341</c:v>
                </c:pt>
                <c:pt idx="1598">
                  <c:v>46342</c:v>
                </c:pt>
                <c:pt idx="1599">
                  <c:v>46343</c:v>
                </c:pt>
                <c:pt idx="1600">
                  <c:v>46344</c:v>
                </c:pt>
                <c:pt idx="1601">
                  <c:v>46345</c:v>
                </c:pt>
                <c:pt idx="1602">
                  <c:v>46346</c:v>
                </c:pt>
                <c:pt idx="1603">
                  <c:v>46347</c:v>
                </c:pt>
                <c:pt idx="1604">
                  <c:v>46348</c:v>
                </c:pt>
                <c:pt idx="1605">
                  <c:v>46349</c:v>
                </c:pt>
                <c:pt idx="1606">
                  <c:v>46350</c:v>
                </c:pt>
                <c:pt idx="1607">
                  <c:v>46351</c:v>
                </c:pt>
                <c:pt idx="1608">
                  <c:v>46352</c:v>
                </c:pt>
                <c:pt idx="1609">
                  <c:v>46353</c:v>
                </c:pt>
                <c:pt idx="1610">
                  <c:v>46354</c:v>
                </c:pt>
                <c:pt idx="1611">
                  <c:v>46355</c:v>
                </c:pt>
                <c:pt idx="1612">
                  <c:v>46356</c:v>
                </c:pt>
                <c:pt idx="1613">
                  <c:v>46357</c:v>
                </c:pt>
                <c:pt idx="1614">
                  <c:v>46358</c:v>
                </c:pt>
                <c:pt idx="1615">
                  <c:v>46359</c:v>
                </c:pt>
                <c:pt idx="1616">
                  <c:v>46360</c:v>
                </c:pt>
                <c:pt idx="1617">
                  <c:v>46361</c:v>
                </c:pt>
                <c:pt idx="1618">
                  <c:v>46362</c:v>
                </c:pt>
                <c:pt idx="1619">
                  <c:v>46363</c:v>
                </c:pt>
                <c:pt idx="1620">
                  <c:v>46364</c:v>
                </c:pt>
                <c:pt idx="1621">
                  <c:v>46365</c:v>
                </c:pt>
                <c:pt idx="1622">
                  <c:v>46366</c:v>
                </c:pt>
                <c:pt idx="1623">
                  <c:v>46367</c:v>
                </c:pt>
                <c:pt idx="1624">
                  <c:v>46368</c:v>
                </c:pt>
                <c:pt idx="1625">
                  <c:v>46369</c:v>
                </c:pt>
                <c:pt idx="1626">
                  <c:v>46370</c:v>
                </c:pt>
                <c:pt idx="1627">
                  <c:v>46371</c:v>
                </c:pt>
                <c:pt idx="1628">
                  <c:v>46372</c:v>
                </c:pt>
                <c:pt idx="1629">
                  <c:v>46373</c:v>
                </c:pt>
                <c:pt idx="1630">
                  <c:v>46374</c:v>
                </c:pt>
                <c:pt idx="1631">
                  <c:v>46375</c:v>
                </c:pt>
                <c:pt idx="1632">
                  <c:v>46376</c:v>
                </c:pt>
                <c:pt idx="1633">
                  <c:v>46377</c:v>
                </c:pt>
                <c:pt idx="1634">
                  <c:v>46378</c:v>
                </c:pt>
                <c:pt idx="1635">
                  <c:v>46379</c:v>
                </c:pt>
                <c:pt idx="1636">
                  <c:v>46380</c:v>
                </c:pt>
                <c:pt idx="1637">
                  <c:v>46381</c:v>
                </c:pt>
                <c:pt idx="1638">
                  <c:v>46382</c:v>
                </c:pt>
                <c:pt idx="1639">
                  <c:v>46383</c:v>
                </c:pt>
                <c:pt idx="1640">
                  <c:v>46384</c:v>
                </c:pt>
                <c:pt idx="1641">
                  <c:v>46385</c:v>
                </c:pt>
                <c:pt idx="1642">
                  <c:v>46386</c:v>
                </c:pt>
                <c:pt idx="1643">
                  <c:v>46387</c:v>
                </c:pt>
                <c:pt idx="1644">
                  <c:v>46388</c:v>
                </c:pt>
                <c:pt idx="1645">
                  <c:v>46389</c:v>
                </c:pt>
                <c:pt idx="1646">
                  <c:v>46390</c:v>
                </c:pt>
                <c:pt idx="1647">
                  <c:v>46391</c:v>
                </c:pt>
                <c:pt idx="1648">
                  <c:v>46392</c:v>
                </c:pt>
                <c:pt idx="1649">
                  <c:v>46393</c:v>
                </c:pt>
                <c:pt idx="1650">
                  <c:v>46394</c:v>
                </c:pt>
                <c:pt idx="1651">
                  <c:v>46395</c:v>
                </c:pt>
                <c:pt idx="1652">
                  <c:v>46396</c:v>
                </c:pt>
                <c:pt idx="1653">
                  <c:v>46397</c:v>
                </c:pt>
                <c:pt idx="1654">
                  <c:v>46398</c:v>
                </c:pt>
                <c:pt idx="1655">
                  <c:v>46399</c:v>
                </c:pt>
                <c:pt idx="1656">
                  <c:v>46400</c:v>
                </c:pt>
                <c:pt idx="1657">
                  <c:v>46401</c:v>
                </c:pt>
                <c:pt idx="1658">
                  <c:v>46402</c:v>
                </c:pt>
                <c:pt idx="1659">
                  <c:v>46403</c:v>
                </c:pt>
                <c:pt idx="1660">
                  <c:v>46404</c:v>
                </c:pt>
                <c:pt idx="1661">
                  <c:v>46405</c:v>
                </c:pt>
                <c:pt idx="1662">
                  <c:v>46406</c:v>
                </c:pt>
                <c:pt idx="1663">
                  <c:v>46407</c:v>
                </c:pt>
                <c:pt idx="1664">
                  <c:v>46408</c:v>
                </c:pt>
                <c:pt idx="1665">
                  <c:v>46409</c:v>
                </c:pt>
                <c:pt idx="1666">
                  <c:v>46410</c:v>
                </c:pt>
                <c:pt idx="1667">
                  <c:v>46411</c:v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/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/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/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  <c:pt idx="7942">
                  <c:v/>
                </c:pt>
                <c:pt idx="7943">
                  <c:v/>
                </c:pt>
                <c:pt idx="7944">
                  <c:v/>
                </c:pt>
                <c:pt idx="7945">
                  <c:v/>
                </c:pt>
                <c:pt idx="7946">
                  <c:v/>
                </c:pt>
                <c:pt idx="7947">
                  <c:v/>
                </c:pt>
                <c:pt idx="7948">
                  <c:v/>
                </c:pt>
                <c:pt idx="7949">
                  <c:v/>
                </c:pt>
                <c:pt idx="7950">
                  <c:v/>
                </c:pt>
                <c:pt idx="7951">
                  <c:v/>
                </c:pt>
                <c:pt idx="7952">
                  <c:v/>
                </c:pt>
                <c:pt idx="7953">
                  <c:v/>
                </c:pt>
                <c:pt idx="7954">
                  <c:v/>
                </c:pt>
                <c:pt idx="7955">
                  <c:v/>
                </c:pt>
                <c:pt idx="7956">
                  <c:v/>
                </c:pt>
                <c:pt idx="7957">
                  <c:v/>
                </c:pt>
                <c:pt idx="7958">
                  <c:v/>
                </c:pt>
                <c:pt idx="7959">
                  <c:v/>
                </c:pt>
                <c:pt idx="7960">
                  <c:v/>
                </c:pt>
                <c:pt idx="7961">
                  <c:v/>
                </c:pt>
                <c:pt idx="7962">
                  <c:v/>
                </c:pt>
                <c:pt idx="7963">
                  <c:v/>
                </c:pt>
                <c:pt idx="7964">
                  <c:v/>
                </c:pt>
                <c:pt idx="7965">
                  <c:v/>
                </c:pt>
                <c:pt idx="7966">
                  <c:v/>
                </c:pt>
                <c:pt idx="7967">
                  <c:v/>
                </c:pt>
                <c:pt idx="7968">
                  <c:v/>
                </c:pt>
                <c:pt idx="7969">
                  <c:v/>
                </c:pt>
                <c:pt idx="7970">
                  <c:v/>
                </c:pt>
                <c:pt idx="7971">
                  <c:v/>
                </c:pt>
                <c:pt idx="7972">
                  <c:v/>
                </c:pt>
                <c:pt idx="7973">
                  <c:v/>
                </c:pt>
                <c:pt idx="7974">
                  <c:v/>
                </c:pt>
                <c:pt idx="7975">
                  <c:v/>
                </c:pt>
                <c:pt idx="7976">
                  <c:v/>
                </c:pt>
                <c:pt idx="7977">
                  <c:v/>
                </c:pt>
                <c:pt idx="7978">
                  <c:v/>
                </c:pt>
                <c:pt idx="7979">
                  <c:v/>
                </c:pt>
                <c:pt idx="7980">
                  <c:v/>
                </c:pt>
                <c:pt idx="7981">
                  <c:v/>
                </c:pt>
                <c:pt idx="7982">
                  <c:v/>
                </c:pt>
                <c:pt idx="7983">
                  <c:v/>
                </c:pt>
                <c:pt idx="7984">
                  <c:v/>
                </c:pt>
                <c:pt idx="7985">
                  <c:v/>
                </c:pt>
                <c:pt idx="7986">
                  <c:v/>
                </c:pt>
                <c:pt idx="7987">
                  <c:v/>
                </c:pt>
                <c:pt idx="7988">
                  <c:v/>
                </c:pt>
                <c:pt idx="7989">
                  <c:v/>
                </c:pt>
                <c:pt idx="7990">
                  <c:v/>
                </c:pt>
                <c:pt idx="7991">
                  <c:v/>
                </c:pt>
                <c:pt idx="7992">
                  <c:v/>
                </c:pt>
                <c:pt idx="7993">
                  <c:v/>
                </c:pt>
                <c:pt idx="7994">
                  <c:v/>
                </c:pt>
                <c:pt idx="7995">
                  <c:v/>
                </c:pt>
                <c:pt idx="7996">
                  <c:v/>
                </c:pt>
                <c:pt idx="7997">
                  <c:v/>
                </c:pt>
                <c:pt idx="7998">
                  <c:v/>
                </c:pt>
                <c:pt idx="7999">
                  <c:v/>
                </c:pt>
                <c:pt idx="8000">
                  <c:v/>
                </c:pt>
                <c:pt idx="8001">
                  <c:v/>
                </c:pt>
                <c:pt idx="8002">
                  <c:v/>
                </c:pt>
                <c:pt idx="8003">
                  <c:v/>
                </c:pt>
                <c:pt idx="8004">
                  <c:v/>
                </c:pt>
                <c:pt idx="8005">
                  <c:v/>
                </c:pt>
                <c:pt idx="8006">
                  <c:v/>
                </c:pt>
                <c:pt idx="8007">
                  <c:v/>
                </c:pt>
                <c:pt idx="8008">
                  <c:v/>
                </c:pt>
                <c:pt idx="8009">
                  <c:v/>
                </c:pt>
                <c:pt idx="8010">
                  <c:v/>
                </c:pt>
                <c:pt idx="8011">
                  <c:v/>
                </c:pt>
                <c:pt idx="8012">
                  <c:v/>
                </c:pt>
                <c:pt idx="8013">
                  <c:v/>
                </c:pt>
                <c:pt idx="8014">
                  <c:v/>
                </c:pt>
                <c:pt idx="8015">
                  <c:v/>
                </c:pt>
                <c:pt idx="8016">
                  <c:v/>
                </c:pt>
                <c:pt idx="8017">
                  <c:v/>
                </c:pt>
                <c:pt idx="8018">
                  <c:v/>
                </c:pt>
                <c:pt idx="8019">
                  <c:v/>
                </c:pt>
                <c:pt idx="8020">
                  <c:v/>
                </c:pt>
                <c:pt idx="8021">
                  <c:v/>
                </c:pt>
                <c:pt idx="8022">
                  <c:v/>
                </c:pt>
                <c:pt idx="8023">
                  <c:v/>
                </c:pt>
                <c:pt idx="8024">
                  <c:v/>
                </c:pt>
                <c:pt idx="8025">
                  <c:v/>
                </c:pt>
                <c:pt idx="8026">
                  <c:v/>
                </c:pt>
                <c:pt idx="8027">
                  <c:v/>
                </c:pt>
                <c:pt idx="8028">
                  <c:v/>
                </c:pt>
                <c:pt idx="8029">
                  <c:v/>
                </c:pt>
                <c:pt idx="8030">
                  <c:v/>
                </c:pt>
                <c:pt idx="8031">
                  <c:v/>
                </c:pt>
                <c:pt idx="8032">
                  <c:v/>
                </c:pt>
                <c:pt idx="8033">
                  <c:v/>
                </c:pt>
                <c:pt idx="8034">
                  <c:v/>
                </c:pt>
                <c:pt idx="8035">
                  <c:v/>
                </c:pt>
                <c:pt idx="8036">
                  <c:v/>
                </c:pt>
                <c:pt idx="8037">
                  <c:v/>
                </c:pt>
                <c:pt idx="8038">
                  <c:v/>
                </c:pt>
                <c:pt idx="8039">
                  <c:v/>
                </c:pt>
                <c:pt idx="8040">
                  <c:v/>
                </c:pt>
                <c:pt idx="8041">
                  <c:v/>
                </c:pt>
                <c:pt idx="8042">
                  <c:v/>
                </c:pt>
                <c:pt idx="8043">
                  <c:v/>
                </c:pt>
                <c:pt idx="8044">
                  <c:v/>
                </c:pt>
                <c:pt idx="8045">
                  <c:v/>
                </c:pt>
                <c:pt idx="8046">
                  <c:v/>
                </c:pt>
                <c:pt idx="8047">
                  <c:v/>
                </c:pt>
                <c:pt idx="8048">
                  <c:v/>
                </c:pt>
                <c:pt idx="8049">
                  <c:v/>
                </c:pt>
                <c:pt idx="8050">
                  <c:v/>
                </c:pt>
                <c:pt idx="8051">
                  <c:v/>
                </c:pt>
                <c:pt idx="8052">
                  <c:v/>
                </c:pt>
                <c:pt idx="8053">
                  <c:v/>
                </c:pt>
                <c:pt idx="8054">
                  <c:v/>
                </c:pt>
                <c:pt idx="8055">
                  <c:v/>
                </c:pt>
                <c:pt idx="8056">
                  <c:v/>
                </c:pt>
                <c:pt idx="8057">
                  <c:v/>
                </c:pt>
                <c:pt idx="8058">
                  <c:v/>
                </c:pt>
                <c:pt idx="8059">
                  <c:v/>
                </c:pt>
                <c:pt idx="8060">
                  <c:v/>
                </c:pt>
                <c:pt idx="8061">
                  <c:v/>
                </c:pt>
                <c:pt idx="8062">
                  <c:v/>
                </c:pt>
                <c:pt idx="8063">
                  <c:v/>
                </c:pt>
                <c:pt idx="8064">
                  <c:v/>
                </c:pt>
                <c:pt idx="8065">
                  <c:v/>
                </c:pt>
                <c:pt idx="8066">
                  <c:v/>
                </c:pt>
                <c:pt idx="8067">
                  <c:v/>
                </c:pt>
                <c:pt idx="8068">
                  <c:v/>
                </c:pt>
                <c:pt idx="8069">
                  <c:v/>
                </c:pt>
                <c:pt idx="8070">
                  <c:v/>
                </c:pt>
                <c:pt idx="8071">
                  <c:v/>
                </c:pt>
                <c:pt idx="8072">
                  <c:v/>
                </c:pt>
                <c:pt idx="8073">
                  <c:v/>
                </c:pt>
                <c:pt idx="8074">
                  <c:v/>
                </c:pt>
                <c:pt idx="8075">
                  <c:v/>
                </c:pt>
                <c:pt idx="8076">
                  <c:v/>
                </c:pt>
                <c:pt idx="8077">
                  <c:v/>
                </c:pt>
                <c:pt idx="8078">
                  <c:v/>
                </c:pt>
                <c:pt idx="8079">
                  <c:v/>
                </c:pt>
                <c:pt idx="8080">
                  <c:v/>
                </c:pt>
                <c:pt idx="8081">
                  <c:v/>
                </c:pt>
                <c:pt idx="8082">
                  <c:v/>
                </c:pt>
                <c:pt idx="8083">
                  <c:v/>
                </c:pt>
                <c:pt idx="8084">
                  <c:v/>
                </c:pt>
                <c:pt idx="8085">
                  <c:v/>
                </c:pt>
                <c:pt idx="8086">
                  <c:v/>
                </c:pt>
                <c:pt idx="8087">
                  <c:v/>
                </c:pt>
                <c:pt idx="8088">
                  <c:v/>
                </c:pt>
                <c:pt idx="8089">
                  <c:v/>
                </c:pt>
                <c:pt idx="8090">
                  <c:v/>
                </c:pt>
                <c:pt idx="8091">
                  <c:v/>
                </c:pt>
                <c:pt idx="8092">
                  <c:v/>
                </c:pt>
                <c:pt idx="8093">
                  <c:v/>
                </c:pt>
                <c:pt idx="8094">
                  <c:v/>
                </c:pt>
                <c:pt idx="8095">
                  <c:v/>
                </c:pt>
                <c:pt idx="8096">
                  <c:v/>
                </c:pt>
                <c:pt idx="8097">
                  <c:v/>
                </c:pt>
                <c:pt idx="8098">
                  <c:v/>
                </c:pt>
                <c:pt idx="8099">
                  <c:v/>
                </c:pt>
                <c:pt idx="8100">
                  <c:v/>
                </c:pt>
                <c:pt idx="8101">
                  <c:v/>
                </c:pt>
                <c:pt idx="8102">
                  <c:v/>
                </c:pt>
                <c:pt idx="8103">
                  <c:v/>
                </c:pt>
                <c:pt idx="8104">
                  <c:v/>
                </c:pt>
                <c:pt idx="8105">
                  <c:v/>
                </c:pt>
                <c:pt idx="8106">
                  <c:v/>
                </c:pt>
                <c:pt idx="8107">
                  <c:v/>
                </c:pt>
                <c:pt idx="8108">
                  <c:v/>
                </c:pt>
                <c:pt idx="8109">
                  <c:v/>
                </c:pt>
                <c:pt idx="8110">
                  <c:v/>
                </c:pt>
                <c:pt idx="8111">
                  <c:v/>
                </c:pt>
                <c:pt idx="8112">
                  <c:v/>
                </c:pt>
                <c:pt idx="8113">
                  <c:v/>
                </c:pt>
                <c:pt idx="8114">
                  <c:v/>
                </c:pt>
                <c:pt idx="8115">
                  <c:v/>
                </c:pt>
                <c:pt idx="8116">
                  <c:v/>
                </c:pt>
                <c:pt idx="8117">
                  <c:v/>
                </c:pt>
                <c:pt idx="8118">
                  <c:v/>
                </c:pt>
                <c:pt idx="8119">
                  <c:v/>
                </c:pt>
                <c:pt idx="8120">
                  <c:v/>
                </c:pt>
                <c:pt idx="8121">
                  <c:v/>
                </c:pt>
                <c:pt idx="8122">
                  <c:v/>
                </c:pt>
                <c:pt idx="8123">
                  <c:v/>
                </c:pt>
                <c:pt idx="8124">
                  <c:v/>
                </c:pt>
                <c:pt idx="8125">
                  <c:v/>
                </c:pt>
                <c:pt idx="8126">
                  <c:v/>
                </c:pt>
                <c:pt idx="8127">
                  <c:v/>
                </c:pt>
                <c:pt idx="8128">
                  <c:v/>
                </c:pt>
                <c:pt idx="8129">
                  <c:v/>
                </c:pt>
                <c:pt idx="8130">
                  <c:v/>
                </c:pt>
                <c:pt idx="8131">
                  <c:v/>
                </c:pt>
                <c:pt idx="8132">
                  <c:v/>
                </c:pt>
                <c:pt idx="8133">
                  <c:v/>
                </c:pt>
                <c:pt idx="8134">
                  <c:v/>
                </c:pt>
                <c:pt idx="8135">
                  <c:v/>
                </c:pt>
                <c:pt idx="8136">
                  <c:v/>
                </c:pt>
                <c:pt idx="8137">
                  <c:v/>
                </c:pt>
                <c:pt idx="8138">
                  <c:v/>
                </c:pt>
                <c:pt idx="8139">
                  <c:v/>
                </c:pt>
                <c:pt idx="8140">
                  <c:v/>
                </c:pt>
                <c:pt idx="8141">
                  <c:v/>
                </c:pt>
                <c:pt idx="8142">
                  <c:v/>
                </c:pt>
                <c:pt idx="8143">
                  <c:v/>
                </c:pt>
                <c:pt idx="8144">
                  <c:v/>
                </c:pt>
                <c:pt idx="8145">
                  <c:v/>
                </c:pt>
                <c:pt idx="8146">
                  <c:v/>
                </c:pt>
                <c:pt idx="8147">
                  <c:v/>
                </c:pt>
                <c:pt idx="8148">
                  <c:v/>
                </c:pt>
                <c:pt idx="8149">
                  <c:v/>
                </c:pt>
                <c:pt idx="8150">
                  <c:v/>
                </c:pt>
                <c:pt idx="8151">
                  <c:v/>
                </c:pt>
                <c:pt idx="8152">
                  <c:v/>
                </c:pt>
                <c:pt idx="8153">
                  <c:v/>
                </c:pt>
                <c:pt idx="8154">
                  <c:v/>
                </c:pt>
                <c:pt idx="8155">
                  <c:v/>
                </c:pt>
                <c:pt idx="8156">
                  <c:v/>
                </c:pt>
                <c:pt idx="8157">
                  <c:v/>
                </c:pt>
                <c:pt idx="8158">
                  <c:v/>
                </c:pt>
                <c:pt idx="8159">
                  <c:v/>
                </c:pt>
                <c:pt idx="8160">
                  <c:v/>
                </c:pt>
                <c:pt idx="8161">
                  <c:v/>
                </c:pt>
                <c:pt idx="8162">
                  <c:v/>
                </c:pt>
                <c:pt idx="8163">
                  <c:v/>
                </c:pt>
                <c:pt idx="8164">
                  <c:v/>
                </c:pt>
                <c:pt idx="8165">
                  <c:v/>
                </c:pt>
                <c:pt idx="8166">
                  <c:v/>
                </c:pt>
                <c:pt idx="8167">
                  <c:v/>
                </c:pt>
                <c:pt idx="8168">
                  <c:v/>
                </c:pt>
                <c:pt idx="8169">
                  <c:v/>
                </c:pt>
                <c:pt idx="8170">
                  <c:v/>
                </c:pt>
                <c:pt idx="8171">
                  <c:v/>
                </c:pt>
                <c:pt idx="8172">
                  <c:v/>
                </c:pt>
                <c:pt idx="8173">
                  <c:v/>
                </c:pt>
                <c:pt idx="8174">
                  <c:v/>
                </c:pt>
                <c:pt idx="8175">
                  <c:v/>
                </c:pt>
                <c:pt idx="8176">
                  <c:v/>
                </c:pt>
                <c:pt idx="8177">
                  <c:v/>
                </c:pt>
                <c:pt idx="8178">
                  <c:v/>
                </c:pt>
                <c:pt idx="8179">
                  <c:v/>
                </c:pt>
                <c:pt idx="8180">
                  <c:v/>
                </c:pt>
                <c:pt idx="8181">
                  <c:v/>
                </c:pt>
                <c:pt idx="8182">
                  <c:v/>
                </c:pt>
                <c:pt idx="8183">
                  <c:v/>
                </c:pt>
                <c:pt idx="8184">
                  <c:v/>
                </c:pt>
                <c:pt idx="8185">
                  <c:v/>
                </c:pt>
                <c:pt idx="8186">
                  <c:v/>
                </c:pt>
                <c:pt idx="8187">
                  <c:v/>
                </c:pt>
                <c:pt idx="8188">
                  <c:v/>
                </c:pt>
                <c:pt idx="8189">
                  <c:v/>
                </c:pt>
                <c:pt idx="8190">
                  <c:v/>
                </c:pt>
                <c:pt idx="8191">
                  <c:v/>
                </c:pt>
                <c:pt idx="8192">
                  <c:v/>
                </c:pt>
                <c:pt idx="8193">
                  <c:v/>
                </c:pt>
                <c:pt idx="8194">
                  <c:v/>
                </c:pt>
                <c:pt idx="8195">
                  <c:v/>
                </c:pt>
                <c:pt idx="8196">
                  <c:v/>
                </c:pt>
                <c:pt idx="8197">
                  <c:v/>
                </c:pt>
                <c:pt idx="8198">
                  <c:v/>
                </c:pt>
                <c:pt idx="8199">
                  <c:v/>
                </c:pt>
                <c:pt idx="8200">
                  <c:v/>
                </c:pt>
                <c:pt idx="8201">
                  <c:v/>
                </c:pt>
                <c:pt idx="8202">
                  <c:v/>
                </c:pt>
                <c:pt idx="8203">
                  <c:v/>
                </c:pt>
                <c:pt idx="8204">
                  <c:v/>
                </c:pt>
                <c:pt idx="8205">
                  <c:v/>
                </c:pt>
                <c:pt idx="8206">
                  <c:v/>
                </c:pt>
                <c:pt idx="8207">
                  <c:v/>
                </c:pt>
                <c:pt idx="8208">
                  <c:v/>
                </c:pt>
                <c:pt idx="8209">
                  <c:v/>
                </c:pt>
                <c:pt idx="8210">
                  <c:v/>
                </c:pt>
                <c:pt idx="8211">
                  <c:v/>
                </c:pt>
                <c:pt idx="8212">
                  <c:v/>
                </c:pt>
                <c:pt idx="8213">
                  <c:v/>
                </c:pt>
                <c:pt idx="8214">
                  <c:v/>
                </c:pt>
                <c:pt idx="8215">
                  <c:v/>
                </c:pt>
                <c:pt idx="8216">
                  <c:v/>
                </c:pt>
                <c:pt idx="8217">
                  <c:v/>
                </c:pt>
                <c:pt idx="8218">
                  <c:v/>
                </c:pt>
                <c:pt idx="8219">
                  <c:v/>
                </c:pt>
                <c:pt idx="8220">
                  <c:v/>
                </c:pt>
                <c:pt idx="8221">
                  <c:v/>
                </c:pt>
                <c:pt idx="8222">
                  <c:v/>
                </c:pt>
                <c:pt idx="8223">
                  <c:v/>
                </c:pt>
                <c:pt idx="8224">
                  <c:v/>
                </c:pt>
                <c:pt idx="8225">
                  <c:v/>
                </c:pt>
                <c:pt idx="8226">
                  <c:v/>
                </c:pt>
                <c:pt idx="8227">
                  <c:v/>
                </c:pt>
                <c:pt idx="8228">
                  <c:v/>
                </c:pt>
                <c:pt idx="8229">
                  <c:v/>
                </c:pt>
                <c:pt idx="8230">
                  <c:v/>
                </c:pt>
                <c:pt idx="8231">
                  <c:v/>
                </c:pt>
                <c:pt idx="8232">
                  <c:v/>
                </c:pt>
                <c:pt idx="8233">
                  <c:v/>
                </c:pt>
                <c:pt idx="8234">
                  <c:v/>
                </c:pt>
                <c:pt idx="8235">
                  <c:v/>
                </c:pt>
                <c:pt idx="8236">
                  <c:v/>
                </c:pt>
                <c:pt idx="8237">
                  <c:v/>
                </c:pt>
                <c:pt idx="8238">
                  <c:v/>
                </c:pt>
                <c:pt idx="8239">
                  <c:v/>
                </c:pt>
                <c:pt idx="8240">
                  <c:v/>
                </c:pt>
                <c:pt idx="8241">
                  <c:v/>
                </c:pt>
                <c:pt idx="8242">
                  <c:v/>
                </c:pt>
                <c:pt idx="8243">
                  <c:v/>
                </c:pt>
                <c:pt idx="8244">
                  <c:v/>
                </c:pt>
                <c:pt idx="8245">
                  <c:v/>
                </c:pt>
                <c:pt idx="8246">
                  <c:v/>
                </c:pt>
                <c:pt idx="8247">
                  <c:v/>
                </c:pt>
                <c:pt idx="8248">
                  <c:v/>
                </c:pt>
                <c:pt idx="8249">
                  <c:v/>
                </c:pt>
                <c:pt idx="8250">
                  <c:v/>
                </c:pt>
                <c:pt idx="8251">
                  <c:v/>
                </c:pt>
                <c:pt idx="8252">
                  <c:v/>
                </c:pt>
                <c:pt idx="8253">
                  <c:v/>
                </c:pt>
                <c:pt idx="8254">
                  <c:v/>
                </c:pt>
                <c:pt idx="8255">
                  <c:v/>
                </c:pt>
                <c:pt idx="8256">
                  <c:v/>
                </c:pt>
                <c:pt idx="8257">
                  <c:v/>
                </c:pt>
                <c:pt idx="8258">
                  <c:v/>
                </c:pt>
                <c:pt idx="8259">
                  <c:v/>
                </c:pt>
                <c:pt idx="8260">
                  <c:v/>
                </c:pt>
                <c:pt idx="8261">
                  <c:v/>
                </c:pt>
                <c:pt idx="8262">
                  <c:v/>
                </c:pt>
                <c:pt idx="8263">
                  <c:v/>
                </c:pt>
                <c:pt idx="8264">
                  <c:v/>
                </c:pt>
                <c:pt idx="8265">
                  <c:v/>
                </c:pt>
                <c:pt idx="8266">
                  <c:v/>
                </c:pt>
                <c:pt idx="8267">
                  <c:v/>
                </c:pt>
                <c:pt idx="8268">
                  <c:v/>
                </c:pt>
                <c:pt idx="8269">
                  <c:v/>
                </c:pt>
                <c:pt idx="8270">
                  <c:v/>
                </c:pt>
                <c:pt idx="8271">
                  <c:v/>
                </c:pt>
                <c:pt idx="8272">
                  <c:v/>
                </c:pt>
                <c:pt idx="8273">
                  <c:v/>
                </c:pt>
                <c:pt idx="8274">
                  <c:v/>
                </c:pt>
                <c:pt idx="8275">
                  <c:v/>
                </c:pt>
                <c:pt idx="8276">
                  <c:v/>
                </c:pt>
                <c:pt idx="8277">
                  <c:v/>
                </c:pt>
                <c:pt idx="8278">
                  <c:v/>
                </c:pt>
                <c:pt idx="8279">
                  <c:v/>
                </c:pt>
                <c:pt idx="8280">
                  <c:v/>
                </c:pt>
                <c:pt idx="8281">
                  <c:v/>
                </c:pt>
                <c:pt idx="8282">
                  <c:v/>
                </c:pt>
                <c:pt idx="8283">
                  <c:v/>
                </c:pt>
                <c:pt idx="8284">
                  <c:v/>
                </c:pt>
                <c:pt idx="8285">
                  <c:v/>
                </c:pt>
                <c:pt idx="8286">
                  <c:v/>
                </c:pt>
                <c:pt idx="8287">
                  <c:v/>
                </c:pt>
                <c:pt idx="8288">
                  <c:v/>
                </c:pt>
                <c:pt idx="8289">
                  <c:v/>
                </c:pt>
                <c:pt idx="8290">
                  <c:v/>
                </c:pt>
                <c:pt idx="8291">
                  <c:v/>
                </c:pt>
                <c:pt idx="8292">
                  <c:v/>
                </c:pt>
                <c:pt idx="8293">
                  <c:v/>
                </c:pt>
                <c:pt idx="8294">
                  <c:v/>
                </c:pt>
                <c:pt idx="8295">
                  <c:v/>
                </c:pt>
                <c:pt idx="8296">
                  <c:v/>
                </c:pt>
                <c:pt idx="8297">
                  <c:v/>
                </c:pt>
                <c:pt idx="8298">
                  <c:v/>
                </c:pt>
                <c:pt idx="8299">
                  <c:v/>
                </c:pt>
                <c:pt idx="8300">
                  <c:v/>
                </c:pt>
                <c:pt idx="8301">
                  <c:v/>
                </c:pt>
                <c:pt idx="8302">
                  <c:v/>
                </c:pt>
                <c:pt idx="8303">
                  <c:v/>
                </c:pt>
                <c:pt idx="8304">
                  <c:v/>
                </c:pt>
                <c:pt idx="8305">
                  <c:v/>
                </c:pt>
                <c:pt idx="8306">
                  <c:v/>
                </c:pt>
                <c:pt idx="8307">
                  <c:v/>
                </c:pt>
                <c:pt idx="8308">
                  <c:v/>
                </c:pt>
                <c:pt idx="8309">
                  <c:v/>
                </c:pt>
                <c:pt idx="8310">
                  <c:v/>
                </c:pt>
                <c:pt idx="8311">
                  <c:v/>
                </c:pt>
                <c:pt idx="8312">
                  <c:v/>
                </c:pt>
                <c:pt idx="8313">
                  <c:v/>
                </c:pt>
                <c:pt idx="8314">
                  <c:v/>
                </c:pt>
                <c:pt idx="8315">
                  <c:v/>
                </c:pt>
                <c:pt idx="8316">
                  <c:v/>
                </c:pt>
                <c:pt idx="8317">
                  <c:v/>
                </c:pt>
                <c:pt idx="8318">
                  <c:v/>
                </c:pt>
                <c:pt idx="8319">
                  <c:v/>
                </c:pt>
                <c:pt idx="8320">
                  <c:v/>
                </c:pt>
                <c:pt idx="8321">
                  <c:v/>
                </c:pt>
                <c:pt idx="8322">
                  <c:v/>
                </c:pt>
                <c:pt idx="8323">
                  <c:v/>
                </c:pt>
                <c:pt idx="8324">
                  <c:v/>
                </c:pt>
                <c:pt idx="8325">
                  <c:v/>
                </c:pt>
                <c:pt idx="8326">
                  <c:v/>
                </c:pt>
                <c:pt idx="8327">
                  <c:v/>
                </c:pt>
                <c:pt idx="8328">
                  <c:v/>
                </c:pt>
                <c:pt idx="8329">
                  <c:v/>
                </c:pt>
                <c:pt idx="8330">
                  <c:v/>
                </c:pt>
                <c:pt idx="8331">
                  <c:v/>
                </c:pt>
                <c:pt idx="8332">
                  <c:v/>
                </c:pt>
                <c:pt idx="8333">
                  <c:v/>
                </c:pt>
                <c:pt idx="8334">
                  <c:v/>
                </c:pt>
                <c:pt idx="8335">
                  <c:v/>
                </c:pt>
                <c:pt idx="8336">
                  <c:v/>
                </c:pt>
                <c:pt idx="8337">
                  <c:v/>
                </c:pt>
                <c:pt idx="8338">
                  <c:v/>
                </c:pt>
                <c:pt idx="8339">
                  <c:v/>
                </c:pt>
                <c:pt idx="8340">
                  <c:v/>
                </c:pt>
                <c:pt idx="8341">
                  <c:v/>
                </c:pt>
                <c:pt idx="8342">
                  <c:v/>
                </c:pt>
                <c:pt idx="8343">
                  <c:v/>
                </c:pt>
                <c:pt idx="8344">
                  <c:v/>
                </c:pt>
                <c:pt idx="8345">
                  <c:v/>
                </c:pt>
                <c:pt idx="8346">
                  <c:v/>
                </c:pt>
                <c:pt idx="8347">
                  <c:v/>
                </c:pt>
                <c:pt idx="8348">
                  <c:v/>
                </c:pt>
                <c:pt idx="8349">
                  <c:v/>
                </c:pt>
                <c:pt idx="8350">
                  <c:v/>
                </c:pt>
                <c:pt idx="8351">
                  <c:v/>
                </c:pt>
                <c:pt idx="8352">
                  <c:v/>
                </c:pt>
                <c:pt idx="8353">
                  <c:v/>
                </c:pt>
                <c:pt idx="8354">
                  <c:v/>
                </c:pt>
                <c:pt idx="8355">
                  <c:v/>
                </c:pt>
                <c:pt idx="8356">
                  <c:v/>
                </c:pt>
                <c:pt idx="8357">
                  <c:v/>
                </c:pt>
                <c:pt idx="8358">
                  <c:v/>
                </c:pt>
                <c:pt idx="8359">
                  <c:v/>
                </c:pt>
                <c:pt idx="8360">
                  <c:v/>
                </c:pt>
                <c:pt idx="8361">
                  <c:v/>
                </c:pt>
                <c:pt idx="8362">
                  <c:v/>
                </c:pt>
                <c:pt idx="8363">
                  <c:v/>
                </c:pt>
                <c:pt idx="8364">
                  <c:v/>
                </c:pt>
                <c:pt idx="8365">
                  <c:v/>
                </c:pt>
                <c:pt idx="8366">
                  <c:v/>
                </c:pt>
                <c:pt idx="8367">
                  <c:v/>
                </c:pt>
                <c:pt idx="8368">
                  <c:v/>
                </c:pt>
                <c:pt idx="8369">
                  <c:v/>
                </c:pt>
                <c:pt idx="8370">
                  <c:v/>
                </c:pt>
                <c:pt idx="8371">
                  <c:v/>
                </c:pt>
                <c:pt idx="8372">
                  <c:v/>
                </c:pt>
                <c:pt idx="8373">
                  <c:v/>
                </c:pt>
                <c:pt idx="8374">
                  <c:v/>
                </c:pt>
                <c:pt idx="8375">
                  <c:v/>
                </c:pt>
                <c:pt idx="8376">
                  <c:v/>
                </c:pt>
                <c:pt idx="8377">
                  <c:v/>
                </c:pt>
                <c:pt idx="8378">
                  <c:v/>
                </c:pt>
                <c:pt idx="8379">
                  <c:v/>
                </c:pt>
                <c:pt idx="8380">
                  <c:v/>
                </c:pt>
                <c:pt idx="8381">
                  <c:v/>
                </c:pt>
                <c:pt idx="8382">
                  <c:v/>
                </c:pt>
                <c:pt idx="8383">
                  <c:v/>
                </c:pt>
                <c:pt idx="8384">
                  <c:v/>
                </c:pt>
                <c:pt idx="8385">
                  <c:v/>
                </c:pt>
                <c:pt idx="8386">
                  <c:v/>
                </c:pt>
                <c:pt idx="8387">
                  <c:v/>
                </c:pt>
                <c:pt idx="8388">
                  <c:v/>
                </c:pt>
                <c:pt idx="8389">
                  <c:v/>
                </c:pt>
                <c:pt idx="8390">
                  <c:v/>
                </c:pt>
                <c:pt idx="8391">
                  <c:v/>
                </c:pt>
                <c:pt idx="8392">
                  <c:v/>
                </c:pt>
                <c:pt idx="8393">
                  <c:v/>
                </c:pt>
                <c:pt idx="8394">
                  <c:v/>
                </c:pt>
                <c:pt idx="8395">
                  <c:v/>
                </c:pt>
                <c:pt idx="8396">
                  <c:v/>
                </c:pt>
                <c:pt idx="8397">
                  <c:v/>
                </c:pt>
                <c:pt idx="8398">
                  <c:v/>
                </c:pt>
                <c:pt idx="8399">
                  <c:v/>
                </c:pt>
                <c:pt idx="8400">
                  <c:v/>
                </c:pt>
                <c:pt idx="8401">
                  <c:v/>
                </c:pt>
                <c:pt idx="8402">
                  <c:v/>
                </c:pt>
                <c:pt idx="8403">
                  <c:v/>
                </c:pt>
                <c:pt idx="8404">
                  <c:v/>
                </c:pt>
                <c:pt idx="8405">
                  <c:v/>
                </c:pt>
                <c:pt idx="8406">
                  <c:v/>
                </c:pt>
                <c:pt idx="8407">
                  <c:v/>
                </c:pt>
                <c:pt idx="8408">
                  <c:v/>
                </c:pt>
                <c:pt idx="8409">
                  <c:v/>
                </c:pt>
                <c:pt idx="8410">
                  <c:v/>
                </c:pt>
                <c:pt idx="8411">
                  <c:v/>
                </c:pt>
                <c:pt idx="8412">
                  <c:v/>
                </c:pt>
                <c:pt idx="8413">
                  <c:v/>
                </c:pt>
                <c:pt idx="8414">
                  <c:v/>
                </c:pt>
                <c:pt idx="8415">
                  <c:v/>
                </c:pt>
                <c:pt idx="8416">
                  <c:v/>
                </c:pt>
                <c:pt idx="8417">
                  <c:v/>
                </c:pt>
                <c:pt idx="8418">
                  <c:v/>
                </c:pt>
                <c:pt idx="8419">
                  <c:v/>
                </c:pt>
                <c:pt idx="8420">
                  <c:v/>
                </c:pt>
                <c:pt idx="8421">
                  <c:v/>
                </c:pt>
                <c:pt idx="8422">
                  <c:v/>
                </c:pt>
                <c:pt idx="8423">
                  <c:v/>
                </c:pt>
                <c:pt idx="8424">
                  <c:v/>
                </c:pt>
                <c:pt idx="8425">
                  <c:v/>
                </c:pt>
                <c:pt idx="8426">
                  <c:v/>
                </c:pt>
                <c:pt idx="8427">
                  <c:v/>
                </c:pt>
                <c:pt idx="8428">
                  <c:v/>
                </c:pt>
                <c:pt idx="8429">
                  <c:v/>
                </c:pt>
                <c:pt idx="8430">
                  <c:v/>
                </c:pt>
                <c:pt idx="8431">
                  <c:v/>
                </c:pt>
                <c:pt idx="8432">
                  <c:v/>
                </c:pt>
                <c:pt idx="8433">
                  <c:v/>
                </c:pt>
                <c:pt idx="8434">
                  <c:v/>
                </c:pt>
                <c:pt idx="8435">
                  <c:v/>
                </c:pt>
                <c:pt idx="8436">
                  <c:v/>
                </c:pt>
                <c:pt idx="8437">
                  <c:v/>
                </c:pt>
                <c:pt idx="8438">
                  <c:v/>
                </c:pt>
                <c:pt idx="8439">
                  <c:v/>
                </c:pt>
                <c:pt idx="8440">
                  <c:v/>
                </c:pt>
                <c:pt idx="8441">
                  <c:v/>
                </c:pt>
                <c:pt idx="8442">
                  <c:v/>
                </c:pt>
                <c:pt idx="8443">
                  <c:v/>
                </c:pt>
                <c:pt idx="8444">
                  <c:v/>
                </c:pt>
                <c:pt idx="8445">
                  <c:v/>
                </c:pt>
                <c:pt idx="8446">
                  <c:v/>
                </c:pt>
                <c:pt idx="8447">
                  <c:v/>
                </c:pt>
                <c:pt idx="8448">
                  <c:v/>
                </c:pt>
                <c:pt idx="8449">
                  <c:v/>
                </c:pt>
                <c:pt idx="8450">
                  <c:v/>
                </c:pt>
                <c:pt idx="8451">
                  <c:v/>
                </c:pt>
                <c:pt idx="8452">
                  <c:v/>
                </c:pt>
                <c:pt idx="8453">
                  <c:v/>
                </c:pt>
                <c:pt idx="8454">
                  <c:v/>
                </c:pt>
                <c:pt idx="8455">
                  <c:v/>
                </c:pt>
                <c:pt idx="8456">
                  <c:v/>
                </c:pt>
                <c:pt idx="8457">
                  <c:v/>
                </c:pt>
                <c:pt idx="8458">
                  <c:v/>
                </c:pt>
                <c:pt idx="8459">
                  <c:v/>
                </c:pt>
                <c:pt idx="8460">
                  <c:v/>
                </c:pt>
                <c:pt idx="8461">
                  <c:v/>
                </c:pt>
                <c:pt idx="8462">
                  <c:v/>
                </c:pt>
                <c:pt idx="8463">
                  <c:v/>
                </c:pt>
                <c:pt idx="8464">
                  <c:v/>
                </c:pt>
                <c:pt idx="8465">
                  <c:v/>
                </c:pt>
                <c:pt idx="8466">
                  <c:v/>
                </c:pt>
                <c:pt idx="8467">
                  <c:v/>
                </c:pt>
                <c:pt idx="8468">
                  <c:v/>
                </c:pt>
                <c:pt idx="8469">
                  <c:v/>
                </c:pt>
                <c:pt idx="8470">
                  <c:v/>
                </c:pt>
                <c:pt idx="8471">
                  <c:v/>
                </c:pt>
                <c:pt idx="8472">
                  <c:v/>
                </c:pt>
                <c:pt idx="8473">
                  <c:v/>
                </c:pt>
                <c:pt idx="8474">
                  <c:v/>
                </c:pt>
                <c:pt idx="8475">
                  <c:v/>
                </c:pt>
                <c:pt idx="8476">
                  <c:v/>
                </c:pt>
                <c:pt idx="8477">
                  <c:v/>
                </c:pt>
                <c:pt idx="8478">
                  <c:v/>
                </c:pt>
                <c:pt idx="8479">
                  <c:v/>
                </c:pt>
                <c:pt idx="8480">
                  <c:v/>
                </c:pt>
                <c:pt idx="8481">
                  <c:v/>
                </c:pt>
                <c:pt idx="8482">
                  <c:v/>
                </c:pt>
                <c:pt idx="8483">
                  <c:v/>
                </c:pt>
                <c:pt idx="8484">
                  <c:v/>
                </c:pt>
                <c:pt idx="8485">
                  <c:v/>
                </c:pt>
                <c:pt idx="8486">
                  <c:v/>
                </c:pt>
                <c:pt idx="8487">
                  <c:v/>
                </c:pt>
                <c:pt idx="8488">
                  <c:v/>
                </c:pt>
                <c:pt idx="8489">
                  <c:v/>
                </c:pt>
                <c:pt idx="8490">
                  <c:v/>
                </c:pt>
                <c:pt idx="8491">
                  <c:v/>
                </c:pt>
                <c:pt idx="8492">
                  <c:v/>
                </c:pt>
                <c:pt idx="8493">
                  <c:v/>
                </c:pt>
                <c:pt idx="8494">
                  <c:v/>
                </c:pt>
                <c:pt idx="8495">
                  <c:v/>
                </c:pt>
                <c:pt idx="8496">
                  <c:v/>
                </c:pt>
                <c:pt idx="8497">
                  <c:v/>
                </c:pt>
                <c:pt idx="8498">
                  <c:v/>
                </c:pt>
                <c:pt idx="8499">
                  <c:v/>
                </c:pt>
                <c:pt idx="8500">
                  <c:v/>
                </c:pt>
                <c:pt idx="8501">
                  <c:v/>
                </c:pt>
                <c:pt idx="8502">
                  <c:v/>
                </c:pt>
                <c:pt idx="8503">
                  <c:v/>
                </c:pt>
                <c:pt idx="8504">
                  <c:v/>
                </c:pt>
                <c:pt idx="8505">
                  <c:v/>
                </c:pt>
                <c:pt idx="8506">
                  <c:v/>
                </c:pt>
                <c:pt idx="8507">
                  <c:v/>
                </c:pt>
                <c:pt idx="8508">
                  <c:v/>
                </c:pt>
                <c:pt idx="8509">
                  <c:v/>
                </c:pt>
                <c:pt idx="8510">
                  <c:v/>
                </c:pt>
                <c:pt idx="8511">
                  <c:v/>
                </c:pt>
                <c:pt idx="8512">
                  <c:v/>
                </c:pt>
                <c:pt idx="8513">
                  <c:v/>
                </c:pt>
                <c:pt idx="8514">
                  <c:v/>
                </c:pt>
                <c:pt idx="8515">
                  <c:v/>
                </c:pt>
                <c:pt idx="8516">
                  <c:v/>
                </c:pt>
                <c:pt idx="8517">
                  <c:v/>
                </c:pt>
                <c:pt idx="8518">
                  <c:v/>
                </c:pt>
                <c:pt idx="8519">
                  <c:v/>
                </c:pt>
                <c:pt idx="8520">
                  <c:v/>
                </c:pt>
                <c:pt idx="8521">
                  <c:v/>
                </c:pt>
                <c:pt idx="8522">
                  <c:v/>
                </c:pt>
                <c:pt idx="8523">
                  <c:v/>
                </c:pt>
                <c:pt idx="8524">
                  <c:v/>
                </c:pt>
                <c:pt idx="8525">
                  <c:v/>
                </c:pt>
                <c:pt idx="8526">
                  <c:v/>
                </c:pt>
                <c:pt idx="8527">
                  <c:v/>
                </c:pt>
                <c:pt idx="8528">
                  <c:v/>
                </c:pt>
                <c:pt idx="8529">
                  <c:v/>
                </c:pt>
                <c:pt idx="8530">
                  <c:v/>
                </c:pt>
                <c:pt idx="8531">
                  <c:v/>
                </c:pt>
                <c:pt idx="8532">
                  <c:v/>
                </c:pt>
                <c:pt idx="8533">
                  <c:v/>
                </c:pt>
                <c:pt idx="8534">
                  <c:v/>
                </c:pt>
                <c:pt idx="8535">
                  <c:v/>
                </c:pt>
                <c:pt idx="8536">
                  <c:v/>
                </c:pt>
                <c:pt idx="8537">
                  <c:v/>
                </c:pt>
                <c:pt idx="8538">
                  <c:v/>
                </c:pt>
                <c:pt idx="8539">
                  <c:v/>
                </c:pt>
                <c:pt idx="8540">
                  <c:v/>
                </c:pt>
                <c:pt idx="8541">
                  <c:v/>
                </c:pt>
                <c:pt idx="8542">
                  <c:v/>
                </c:pt>
                <c:pt idx="8543">
                  <c:v/>
                </c:pt>
                <c:pt idx="8544">
                  <c:v/>
                </c:pt>
                <c:pt idx="8545">
                  <c:v/>
                </c:pt>
                <c:pt idx="8546">
                  <c:v/>
                </c:pt>
                <c:pt idx="8547">
                  <c:v/>
                </c:pt>
                <c:pt idx="8548">
                  <c:v/>
                </c:pt>
                <c:pt idx="8549">
                  <c:v/>
                </c:pt>
                <c:pt idx="8550">
                  <c:v/>
                </c:pt>
                <c:pt idx="8551">
                  <c:v/>
                </c:pt>
                <c:pt idx="8552">
                  <c:v/>
                </c:pt>
                <c:pt idx="8553">
                  <c:v/>
                </c:pt>
                <c:pt idx="8554">
                  <c:v/>
                </c:pt>
                <c:pt idx="8555">
                  <c:v/>
                </c:pt>
                <c:pt idx="8556">
                  <c:v/>
                </c:pt>
                <c:pt idx="8557">
                  <c:v/>
                </c:pt>
                <c:pt idx="8558">
                  <c:v/>
                </c:pt>
                <c:pt idx="8559">
                  <c:v/>
                </c:pt>
                <c:pt idx="8560">
                  <c:v/>
                </c:pt>
                <c:pt idx="8561">
                  <c:v/>
                </c:pt>
                <c:pt idx="8562">
                  <c:v/>
                </c:pt>
                <c:pt idx="8563">
                  <c:v/>
                </c:pt>
                <c:pt idx="8564">
                  <c:v/>
                </c:pt>
                <c:pt idx="8565">
                  <c:v/>
                </c:pt>
                <c:pt idx="8566">
                  <c:v/>
                </c:pt>
                <c:pt idx="8567">
                  <c:v/>
                </c:pt>
                <c:pt idx="8568">
                  <c:v/>
                </c:pt>
                <c:pt idx="8569">
                  <c:v/>
                </c:pt>
                <c:pt idx="8570">
                  <c:v/>
                </c:pt>
                <c:pt idx="8571">
                  <c:v/>
                </c:pt>
                <c:pt idx="8572">
                  <c:v/>
                </c:pt>
                <c:pt idx="8573">
                  <c:v/>
                </c:pt>
                <c:pt idx="8574">
                  <c:v/>
                </c:pt>
                <c:pt idx="8575">
                  <c:v/>
                </c:pt>
                <c:pt idx="8576">
                  <c:v/>
                </c:pt>
                <c:pt idx="8577">
                  <c:v/>
                </c:pt>
                <c:pt idx="8578">
                  <c:v/>
                </c:pt>
                <c:pt idx="8579">
                  <c:v/>
                </c:pt>
                <c:pt idx="8580">
                  <c:v/>
                </c:pt>
                <c:pt idx="8581">
                  <c:v/>
                </c:pt>
                <c:pt idx="8582">
                  <c:v/>
                </c:pt>
                <c:pt idx="8583">
                  <c:v/>
                </c:pt>
                <c:pt idx="8584">
                  <c:v/>
                </c:pt>
                <c:pt idx="8585">
                  <c:v/>
                </c:pt>
                <c:pt idx="8586">
                  <c:v/>
                </c:pt>
                <c:pt idx="8587">
                  <c:v/>
                </c:pt>
                <c:pt idx="8588">
                  <c:v/>
                </c:pt>
                <c:pt idx="8589">
                  <c:v/>
                </c:pt>
                <c:pt idx="8590">
                  <c:v/>
                </c:pt>
                <c:pt idx="8591">
                  <c:v/>
                </c:pt>
                <c:pt idx="8592">
                  <c:v/>
                </c:pt>
                <c:pt idx="8593">
                  <c:v/>
                </c:pt>
                <c:pt idx="8594">
                  <c:v/>
                </c:pt>
                <c:pt idx="8595">
                  <c:v/>
                </c:pt>
                <c:pt idx="8596">
                  <c:v/>
                </c:pt>
                <c:pt idx="8597">
                  <c:v/>
                </c:pt>
                <c:pt idx="8598">
                  <c:v/>
                </c:pt>
                <c:pt idx="8599">
                  <c:v/>
                </c:pt>
                <c:pt idx="8600">
                  <c:v/>
                </c:pt>
                <c:pt idx="8601">
                  <c:v/>
                </c:pt>
                <c:pt idx="8602">
                  <c:v/>
                </c:pt>
                <c:pt idx="8603">
                  <c:v/>
                </c:pt>
                <c:pt idx="8604">
                  <c:v/>
                </c:pt>
                <c:pt idx="8605">
                  <c:v/>
                </c:pt>
                <c:pt idx="8606">
                  <c:v/>
                </c:pt>
                <c:pt idx="8607">
                  <c:v/>
                </c:pt>
                <c:pt idx="8608">
                  <c:v/>
                </c:pt>
                <c:pt idx="8609">
                  <c:v/>
                </c:pt>
                <c:pt idx="8610">
                  <c:v/>
                </c:pt>
                <c:pt idx="8611">
                  <c:v/>
                </c:pt>
                <c:pt idx="8612">
                  <c:v/>
                </c:pt>
                <c:pt idx="8613">
                  <c:v/>
                </c:pt>
                <c:pt idx="8614">
                  <c:v/>
                </c:pt>
                <c:pt idx="8615">
                  <c:v/>
                </c:pt>
                <c:pt idx="8616">
                  <c:v/>
                </c:pt>
                <c:pt idx="8617">
                  <c:v/>
                </c:pt>
                <c:pt idx="8618">
                  <c:v/>
                </c:pt>
                <c:pt idx="8619">
                  <c:v/>
                </c:pt>
                <c:pt idx="8620">
                  <c:v/>
                </c:pt>
                <c:pt idx="8621">
                  <c:v/>
                </c:pt>
                <c:pt idx="8622">
                  <c:v/>
                </c:pt>
                <c:pt idx="8623">
                  <c:v/>
                </c:pt>
                <c:pt idx="8624">
                  <c:v/>
                </c:pt>
                <c:pt idx="8625">
                  <c:v/>
                </c:pt>
                <c:pt idx="8626">
                  <c:v/>
                </c:pt>
                <c:pt idx="8627">
                  <c:v/>
                </c:pt>
                <c:pt idx="8628">
                  <c:v/>
                </c:pt>
                <c:pt idx="8629">
                  <c:v/>
                </c:pt>
                <c:pt idx="8630">
                  <c:v/>
                </c:pt>
                <c:pt idx="8631">
                  <c:v/>
                </c:pt>
                <c:pt idx="8632">
                  <c:v/>
                </c:pt>
                <c:pt idx="8633">
                  <c:v/>
                </c:pt>
                <c:pt idx="8634">
                  <c:v/>
                </c:pt>
                <c:pt idx="8635">
                  <c:v/>
                </c:pt>
                <c:pt idx="8636">
                  <c:v/>
                </c:pt>
                <c:pt idx="8637">
                  <c:v/>
                </c:pt>
                <c:pt idx="8638">
                  <c:v/>
                </c:pt>
                <c:pt idx="8639">
                  <c:v/>
                </c:pt>
                <c:pt idx="8640">
                  <c:v/>
                </c:pt>
                <c:pt idx="8641">
                  <c:v/>
                </c:pt>
                <c:pt idx="8642">
                  <c:v/>
                </c:pt>
                <c:pt idx="8643">
                  <c:v/>
                </c:pt>
                <c:pt idx="8644">
                  <c:v/>
                </c:pt>
                <c:pt idx="8645">
                  <c:v/>
                </c:pt>
                <c:pt idx="8646">
                  <c:v/>
                </c:pt>
                <c:pt idx="8647">
                  <c:v/>
                </c:pt>
                <c:pt idx="8648">
                  <c:v/>
                </c:pt>
                <c:pt idx="8649">
                  <c:v/>
                </c:pt>
                <c:pt idx="8650">
                  <c:v/>
                </c:pt>
                <c:pt idx="8651">
                  <c:v/>
                </c:pt>
                <c:pt idx="8652">
                  <c:v/>
                </c:pt>
                <c:pt idx="8653">
                  <c:v/>
                </c:pt>
                <c:pt idx="8654">
                  <c:v/>
                </c:pt>
                <c:pt idx="8655">
                  <c:v/>
                </c:pt>
                <c:pt idx="8656">
                  <c:v/>
                </c:pt>
                <c:pt idx="8657">
                  <c:v/>
                </c:pt>
                <c:pt idx="8658">
                  <c:v/>
                </c:pt>
                <c:pt idx="8659">
                  <c:v/>
                </c:pt>
                <c:pt idx="8660">
                  <c:v/>
                </c:pt>
                <c:pt idx="8661">
                  <c:v/>
                </c:pt>
                <c:pt idx="8662">
                  <c:v/>
                </c:pt>
                <c:pt idx="8663">
                  <c:v/>
                </c:pt>
                <c:pt idx="8664">
                  <c:v/>
                </c:pt>
                <c:pt idx="8665">
                  <c:v/>
                </c:pt>
                <c:pt idx="8666">
                  <c:v/>
                </c:pt>
                <c:pt idx="8667">
                  <c:v/>
                </c:pt>
                <c:pt idx="8668">
                  <c:v/>
                </c:pt>
                <c:pt idx="8669">
                  <c:v/>
                </c:pt>
                <c:pt idx="8670">
                  <c:v/>
                </c:pt>
                <c:pt idx="8671">
                  <c:v/>
                </c:pt>
                <c:pt idx="8672">
                  <c:v/>
                </c:pt>
                <c:pt idx="8673">
                  <c:v/>
                </c:pt>
                <c:pt idx="8674">
                  <c:v/>
                </c:pt>
                <c:pt idx="8675">
                  <c:v/>
                </c:pt>
                <c:pt idx="8676">
                  <c:v/>
                </c:pt>
                <c:pt idx="8677">
                  <c:v/>
                </c:pt>
                <c:pt idx="8678">
                  <c:v/>
                </c:pt>
                <c:pt idx="8679">
                  <c:v/>
                </c:pt>
                <c:pt idx="8680">
                  <c:v/>
                </c:pt>
                <c:pt idx="8681">
                  <c:v/>
                </c:pt>
                <c:pt idx="8682">
                  <c:v/>
                </c:pt>
                <c:pt idx="8683">
                  <c:v/>
                </c:pt>
                <c:pt idx="8684">
                  <c:v/>
                </c:pt>
                <c:pt idx="8685">
                  <c:v/>
                </c:pt>
                <c:pt idx="8686">
                  <c:v/>
                </c:pt>
                <c:pt idx="8687">
                  <c:v/>
                </c:pt>
                <c:pt idx="8688">
                  <c:v/>
                </c:pt>
                <c:pt idx="8689">
                  <c:v/>
                </c:pt>
                <c:pt idx="8690">
                  <c:v/>
                </c:pt>
                <c:pt idx="8691">
                  <c:v/>
                </c:pt>
                <c:pt idx="8692">
                  <c:v/>
                </c:pt>
                <c:pt idx="8693">
                  <c:v/>
                </c:pt>
                <c:pt idx="8694">
                  <c:v/>
                </c:pt>
                <c:pt idx="8695">
                  <c:v/>
                </c:pt>
                <c:pt idx="8696">
                  <c:v/>
                </c:pt>
                <c:pt idx="8697">
                  <c:v/>
                </c:pt>
                <c:pt idx="8698">
                  <c:v/>
                </c:pt>
                <c:pt idx="8699">
                  <c:v/>
                </c:pt>
                <c:pt idx="8700">
                  <c:v/>
                </c:pt>
                <c:pt idx="8701">
                  <c:v/>
                </c:pt>
                <c:pt idx="8702">
                  <c:v/>
                </c:pt>
                <c:pt idx="8703">
                  <c:v/>
                </c:pt>
                <c:pt idx="8704">
                  <c:v/>
                </c:pt>
                <c:pt idx="8705">
                  <c:v/>
                </c:pt>
                <c:pt idx="8706">
                  <c:v/>
                </c:pt>
                <c:pt idx="8707">
                  <c:v/>
                </c:pt>
                <c:pt idx="8708">
                  <c:v/>
                </c:pt>
                <c:pt idx="8709">
                  <c:v/>
                </c:pt>
                <c:pt idx="8710">
                  <c:v/>
                </c:pt>
                <c:pt idx="8711">
                  <c:v/>
                </c:pt>
                <c:pt idx="8712">
                  <c:v/>
                </c:pt>
                <c:pt idx="8713">
                  <c:v/>
                </c:pt>
                <c:pt idx="8714">
                  <c:v/>
                </c:pt>
                <c:pt idx="8715">
                  <c:v/>
                </c:pt>
                <c:pt idx="8716">
                  <c:v/>
                </c:pt>
                <c:pt idx="8717">
                  <c:v/>
                </c:pt>
                <c:pt idx="8718">
                  <c:v/>
                </c:pt>
                <c:pt idx="8719">
                  <c:v/>
                </c:pt>
                <c:pt idx="8720">
                  <c:v/>
                </c:pt>
                <c:pt idx="8721">
                  <c:v/>
                </c:pt>
                <c:pt idx="8722">
                  <c:v/>
                </c:pt>
                <c:pt idx="8723">
                  <c:v/>
                </c:pt>
                <c:pt idx="8724">
                  <c:v/>
                </c:pt>
                <c:pt idx="8725">
                  <c:v/>
                </c:pt>
                <c:pt idx="8726">
                  <c:v/>
                </c:pt>
                <c:pt idx="8727">
                  <c:v/>
                </c:pt>
                <c:pt idx="8728">
                  <c:v/>
                </c:pt>
                <c:pt idx="8729">
                  <c:v/>
                </c:pt>
                <c:pt idx="8730">
                  <c:v/>
                </c:pt>
                <c:pt idx="8731">
                  <c:v/>
                </c:pt>
                <c:pt idx="8732">
                  <c:v/>
                </c:pt>
                <c:pt idx="8733">
                  <c:v/>
                </c:pt>
                <c:pt idx="8734">
                  <c:v/>
                </c:pt>
                <c:pt idx="8735">
                  <c:v/>
                </c:pt>
                <c:pt idx="8736">
                  <c:v/>
                </c:pt>
                <c:pt idx="8737">
                  <c:v/>
                </c:pt>
                <c:pt idx="8738">
                  <c:v/>
                </c:pt>
                <c:pt idx="8739">
                  <c:v/>
                </c:pt>
                <c:pt idx="8740">
                  <c:v/>
                </c:pt>
                <c:pt idx="8741">
                  <c:v/>
                </c:pt>
                <c:pt idx="8742">
                  <c:v/>
                </c:pt>
                <c:pt idx="8743">
                  <c:v/>
                </c:pt>
                <c:pt idx="8744">
                  <c:v/>
                </c:pt>
                <c:pt idx="8745">
                  <c:v/>
                </c:pt>
                <c:pt idx="8746">
                  <c:v/>
                </c:pt>
                <c:pt idx="8747">
                  <c:v/>
                </c:pt>
                <c:pt idx="8748">
                  <c:v/>
                </c:pt>
                <c:pt idx="8749">
                  <c:v/>
                </c:pt>
                <c:pt idx="8750">
                  <c:v/>
                </c:pt>
                <c:pt idx="8751">
                  <c:v/>
                </c:pt>
                <c:pt idx="8752">
                  <c:v/>
                </c:pt>
                <c:pt idx="8753">
                  <c:v/>
                </c:pt>
                <c:pt idx="8754">
                  <c:v/>
                </c:pt>
                <c:pt idx="8755">
                  <c:v/>
                </c:pt>
                <c:pt idx="8756">
                  <c:v/>
                </c:pt>
                <c:pt idx="8757">
                  <c:v/>
                </c:pt>
                <c:pt idx="8758">
                  <c:v/>
                </c:pt>
                <c:pt idx="8759">
                  <c:v/>
                </c:pt>
                <c:pt idx="8760">
                  <c:v/>
                </c:pt>
                <c:pt idx="8761">
                  <c:v/>
                </c:pt>
                <c:pt idx="8762">
                  <c:v/>
                </c:pt>
                <c:pt idx="8763">
                  <c:v/>
                </c:pt>
                <c:pt idx="8764">
                  <c:v/>
                </c:pt>
                <c:pt idx="8765">
                  <c:v/>
                </c:pt>
                <c:pt idx="8766">
                  <c:v/>
                </c:pt>
                <c:pt idx="8767">
                  <c:v/>
                </c:pt>
                <c:pt idx="8768">
                  <c:v/>
                </c:pt>
                <c:pt idx="8769">
                  <c:v/>
                </c:pt>
                <c:pt idx="8770">
                  <c:v/>
                </c:pt>
                <c:pt idx="8771">
                  <c:v/>
                </c:pt>
                <c:pt idx="8772">
                  <c:v/>
                </c:pt>
                <c:pt idx="8773">
                  <c:v/>
                </c:pt>
                <c:pt idx="8774">
                  <c:v/>
                </c:pt>
                <c:pt idx="8775">
                  <c:v/>
                </c:pt>
                <c:pt idx="8776">
                  <c:v/>
                </c:pt>
                <c:pt idx="8777">
                  <c:v/>
                </c:pt>
                <c:pt idx="8778">
                  <c:v/>
                </c:pt>
                <c:pt idx="8779">
                  <c:v/>
                </c:pt>
                <c:pt idx="8780">
                  <c:v/>
                </c:pt>
                <c:pt idx="8781">
                  <c:v/>
                </c:pt>
                <c:pt idx="8782">
                  <c:v/>
                </c:pt>
                <c:pt idx="8783">
                  <c:v/>
                </c:pt>
                <c:pt idx="8784">
                  <c:v/>
                </c:pt>
                <c:pt idx="8785">
                  <c:v/>
                </c:pt>
                <c:pt idx="8786">
                  <c:v/>
                </c:pt>
                <c:pt idx="8787">
                  <c:v/>
                </c:pt>
                <c:pt idx="8788">
                  <c:v/>
                </c:pt>
                <c:pt idx="8789">
                  <c:v/>
                </c:pt>
                <c:pt idx="8790">
                  <c:v/>
                </c:pt>
                <c:pt idx="8791">
                  <c:v/>
                </c:pt>
                <c:pt idx="8792">
                  <c:v/>
                </c:pt>
                <c:pt idx="8793">
                  <c:v/>
                </c:pt>
                <c:pt idx="8794">
                  <c:v/>
                </c:pt>
                <c:pt idx="8795">
                  <c:v/>
                </c:pt>
                <c:pt idx="8796">
                  <c:v/>
                </c:pt>
                <c:pt idx="8797">
                  <c:v/>
                </c:pt>
                <c:pt idx="8798">
                  <c:v/>
                </c:pt>
                <c:pt idx="8799">
                  <c:v/>
                </c:pt>
                <c:pt idx="8800">
                  <c:v/>
                </c:pt>
                <c:pt idx="8801">
                  <c:v/>
                </c:pt>
                <c:pt idx="8802">
                  <c:v/>
                </c:pt>
                <c:pt idx="8803">
                  <c:v/>
                </c:pt>
                <c:pt idx="8804">
                  <c:v/>
                </c:pt>
                <c:pt idx="8805">
                  <c:v/>
                </c:pt>
                <c:pt idx="8806">
                  <c:v/>
                </c:pt>
                <c:pt idx="8807">
                  <c:v/>
                </c:pt>
                <c:pt idx="8808">
                  <c:v/>
                </c:pt>
                <c:pt idx="8809">
                  <c:v/>
                </c:pt>
                <c:pt idx="8810">
                  <c:v/>
                </c:pt>
                <c:pt idx="8811">
                  <c:v/>
                </c:pt>
                <c:pt idx="8812">
                  <c:v/>
                </c:pt>
                <c:pt idx="8813">
                  <c:v/>
                </c:pt>
                <c:pt idx="8814">
                  <c:v/>
                </c:pt>
                <c:pt idx="8815">
                  <c:v/>
                </c:pt>
                <c:pt idx="8816">
                  <c:v/>
                </c:pt>
                <c:pt idx="8817">
                  <c:v/>
                </c:pt>
                <c:pt idx="8818">
                  <c:v/>
                </c:pt>
                <c:pt idx="8819">
                  <c:v/>
                </c:pt>
                <c:pt idx="8820">
                  <c:v/>
                </c:pt>
                <c:pt idx="8821">
                  <c:v/>
                </c:pt>
                <c:pt idx="8822">
                  <c:v/>
                </c:pt>
                <c:pt idx="8823">
                  <c:v/>
                </c:pt>
                <c:pt idx="8824">
                  <c:v/>
                </c:pt>
                <c:pt idx="8825">
                  <c:v/>
                </c:pt>
                <c:pt idx="8826">
                  <c:v/>
                </c:pt>
                <c:pt idx="8827">
                  <c:v/>
                </c:pt>
                <c:pt idx="8828">
                  <c:v/>
                </c:pt>
                <c:pt idx="8829">
                  <c:v/>
                </c:pt>
                <c:pt idx="8830">
                  <c:v/>
                </c:pt>
                <c:pt idx="8831">
                  <c:v/>
                </c:pt>
                <c:pt idx="8832">
                  <c:v/>
                </c:pt>
                <c:pt idx="8833">
                  <c:v/>
                </c:pt>
                <c:pt idx="8834">
                  <c:v/>
                </c:pt>
                <c:pt idx="8835">
                  <c:v/>
                </c:pt>
                <c:pt idx="8836">
                  <c:v/>
                </c:pt>
                <c:pt idx="8837">
                  <c:v/>
                </c:pt>
                <c:pt idx="8838">
                  <c:v/>
                </c:pt>
                <c:pt idx="8839">
                  <c:v/>
                </c:pt>
                <c:pt idx="8840">
                  <c:v/>
                </c:pt>
                <c:pt idx="8841">
                  <c:v/>
                </c:pt>
                <c:pt idx="8842">
                  <c:v/>
                </c:pt>
                <c:pt idx="8843">
                  <c:v/>
                </c:pt>
                <c:pt idx="8844">
                  <c:v/>
                </c:pt>
                <c:pt idx="8845">
                  <c:v/>
                </c:pt>
                <c:pt idx="8846">
                  <c:v/>
                </c:pt>
                <c:pt idx="8847">
                  <c:v/>
                </c:pt>
                <c:pt idx="8848">
                  <c:v/>
                </c:pt>
                <c:pt idx="8849">
                  <c:v/>
                </c:pt>
                <c:pt idx="8850">
                  <c:v/>
                </c:pt>
                <c:pt idx="8851">
                  <c:v/>
                </c:pt>
                <c:pt idx="8852">
                  <c:v/>
                </c:pt>
                <c:pt idx="8853">
                  <c:v/>
                </c:pt>
                <c:pt idx="8854">
                  <c:v/>
                </c:pt>
                <c:pt idx="8855">
                  <c:v/>
                </c:pt>
                <c:pt idx="8856">
                  <c:v/>
                </c:pt>
                <c:pt idx="8857">
                  <c:v/>
                </c:pt>
                <c:pt idx="8858">
                  <c:v/>
                </c:pt>
                <c:pt idx="8859">
                  <c:v/>
                </c:pt>
                <c:pt idx="8860">
                  <c:v/>
                </c:pt>
                <c:pt idx="8861">
                  <c:v/>
                </c:pt>
                <c:pt idx="8862">
                  <c:v/>
                </c:pt>
                <c:pt idx="8863">
                  <c:v/>
                </c:pt>
                <c:pt idx="8864">
                  <c:v/>
                </c:pt>
                <c:pt idx="8865">
                  <c:v/>
                </c:pt>
                <c:pt idx="8866">
                  <c:v/>
                </c:pt>
                <c:pt idx="8867">
                  <c:v/>
                </c:pt>
                <c:pt idx="8868">
                  <c:v/>
                </c:pt>
                <c:pt idx="8869">
                  <c:v/>
                </c:pt>
                <c:pt idx="8870">
                  <c:v/>
                </c:pt>
                <c:pt idx="8871">
                  <c:v/>
                </c:pt>
                <c:pt idx="8872">
                  <c:v/>
                </c:pt>
                <c:pt idx="8873">
                  <c:v/>
                </c:pt>
                <c:pt idx="8874">
                  <c:v/>
                </c:pt>
                <c:pt idx="8875">
                  <c:v/>
                </c:pt>
                <c:pt idx="8876">
                  <c:v/>
                </c:pt>
                <c:pt idx="8877">
                  <c:v/>
                </c:pt>
                <c:pt idx="8878">
                  <c:v/>
                </c:pt>
                <c:pt idx="8879">
                  <c:v/>
                </c:pt>
                <c:pt idx="8880">
                  <c:v/>
                </c:pt>
                <c:pt idx="8881">
                  <c:v/>
                </c:pt>
                <c:pt idx="8882">
                  <c:v/>
                </c:pt>
                <c:pt idx="8883">
                  <c:v/>
                </c:pt>
                <c:pt idx="8884">
                  <c:v/>
                </c:pt>
                <c:pt idx="8885">
                  <c:v/>
                </c:pt>
                <c:pt idx="8886">
                  <c:v/>
                </c:pt>
                <c:pt idx="8887">
                  <c:v/>
                </c:pt>
                <c:pt idx="8888">
                  <c:v/>
                </c:pt>
                <c:pt idx="8889">
                  <c:v/>
                </c:pt>
                <c:pt idx="8890">
                  <c:v/>
                </c:pt>
                <c:pt idx="8891">
                  <c:v/>
                </c:pt>
                <c:pt idx="8892">
                  <c:v/>
                </c:pt>
                <c:pt idx="8893">
                  <c:v/>
                </c:pt>
                <c:pt idx="8894">
                  <c:v/>
                </c:pt>
                <c:pt idx="8895">
                  <c:v/>
                </c:pt>
                <c:pt idx="8896">
                  <c:v/>
                </c:pt>
                <c:pt idx="8897">
                  <c:v/>
                </c:pt>
                <c:pt idx="8898">
                  <c:v/>
                </c:pt>
                <c:pt idx="8899">
                  <c:v/>
                </c:pt>
                <c:pt idx="8900">
                  <c:v/>
                </c:pt>
                <c:pt idx="8901">
                  <c:v/>
                </c:pt>
                <c:pt idx="8902">
                  <c:v/>
                </c:pt>
                <c:pt idx="8903">
                  <c:v/>
                </c:pt>
                <c:pt idx="8904">
                  <c:v/>
                </c:pt>
                <c:pt idx="8905">
                  <c:v/>
                </c:pt>
                <c:pt idx="8906">
                  <c:v/>
                </c:pt>
                <c:pt idx="8907">
                  <c:v/>
                </c:pt>
                <c:pt idx="8908">
                  <c:v/>
                </c:pt>
                <c:pt idx="8909">
                  <c:v/>
                </c:pt>
                <c:pt idx="8910">
                  <c:v/>
                </c:pt>
                <c:pt idx="8911">
                  <c:v/>
                </c:pt>
                <c:pt idx="8912">
                  <c:v/>
                </c:pt>
                <c:pt idx="8913">
                  <c:v/>
                </c:pt>
                <c:pt idx="8914">
                  <c:v/>
                </c:pt>
                <c:pt idx="8915">
                  <c:v/>
                </c:pt>
                <c:pt idx="8916">
                  <c:v/>
                </c:pt>
                <c:pt idx="8917">
                  <c:v/>
                </c:pt>
                <c:pt idx="8918">
                  <c:v/>
                </c:pt>
                <c:pt idx="8919">
                  <c:v/>
                </c:pt>
                <c:pt idx="8920">
                  <c:v/>
                </c:pt>
                <c:pt idx="8921">
                  <c:v/>
                </c:pt>
                <c:pt idx="8922">
                  <c:v/>
                </c:pt>
                <c:pt idx="8923">
                  <c:v/>
                </c:pt>
                <c:pt idx="8924">
                  <c:v/>
                </c:pt>
                <c:pt idx="8925">
                  <c:v/>
                </c:pt>
                <c:pt idx="8926">
                  <c:v/>
                </c:pt>
                <c:pt idx="8927">
                  <c:v/>
                </c:pt>
                <c:pt idx="8928">
                  <c:v/>
                </c:pt>
                <c:pt idx="8929">
                  <c:v/>
                </c:pt>
                <c:pt idx="8930">
                  <c:v/>
                </c:pt>
                <c:pt idx="8931">
                  <c:v/>
                </c:pt>
                <c:pt idx="8932">
                  <c:v/>
                </c:pt>
                <c:pt idx="8933">
                  <c:v/>
                </c:pt>
                <c:pt idx="8934">
                  <c:v/>
                </c:pt>
                <c:pt idx="8935">
                  <c:v/>
                </c:pt>
                <c:pt idx="8936">
                  <c:v/>
                </c:pt>
                <c:pt idx="8937">
                  <c:v/>
                </c:pt>
                <c:pt idx="8938">
                  <c:v/>
                </c:pt>
                <c:pt idx="8939">
                  <c:v/>
                </c:pt>
                <c:pt idx="8940">
                  <c:v/>
                </c:pt>
                <c:pt idx="8941">
                  <c:v/>
                </c:pt>
                <c:pt idx="8942">
                  <c:v/>
                </c:pt>
                <c:pt idx="8943">
                  <c:v/>
                </c:pt>
                <c:pt idx="8944">
                  <c:v/>
                </c:pt>
                <c:pt idx="8945">
                  <c:v/>
                </c:pt>
                <c:pt idx="8946">
                  <c:v/>
                </c:pt>
                <c:pt idx="8947">
                  <c:v/>
                </c:pt>
                <c:pt idx="8948">
                  <c:v/>
                </c:pt>
                <c:pt idx="8949">
                  <c:v/>
                </c:pt>
                <c:pt idx="8950">
                  <c:v/>
                </c:pt>
                <c:pt idx="8951">
                  <c:v/>
                </c:pt>
                <c:pt idx="8952">
                  <c:v/>
                </c:pt>
                <c:pt idx="8953">
                  <c:v/>
                </c:pt>
                <c:pt idx="8954">
                  <c:v/>
                </c:pt>
                <c:pt idx="8955">
                  <c:v/>
                </c:pt>
                <c:pt idx="8956">
                  <c:v/>
                </c:pt>
                <c:pt idx="8957">
                  <c:v/>
                </c:pt>
                <c:pt idx="8958">
                  <c:v/>
                </c:pt>
                <c:pt idx="8959">
                  <c:v/>
                </c:pt>
                <c:pt idx="8960">
                  <c:v/>
                </c:pt>
                <c:pt idx="8961">
                  <c:v/>
                </c:pt>
                <c:pt idx="8962">
                  <c:v/>
                </c:pt>
                <c:pt idx="8963">
                  <c:v/>
                </c:pt>
                <c:pt idx="8964">
                  <c:v/>
                </c:pt>
                <c:pt idx="8965">
                  <c:v/>
                </c:pt>
                <c:pt idx="8966">
                  <c:v/>
                </c:pt>
                <c:pt idx="8967">
                  <c:v/>
                </c:pt>
                <c:pt idx="8968">
                  <c:v/>
                </c:pt>
                <c:pt idx="8969">
                  <c:v/>
                </c:pt>
                <c:pt idx="8970">
                  <c:v/>
                </c:pt>
                <c:pt idx="8971">
                  <c:v/>
                </c:pt>
                <c:pt idx="8972">
                  <c:v/>
                </c:pt>
                <c:pt idx="8973">
                  <c:v/>
                </c:pt>
                <c:pt idx="8974">
                  <c:v/>
                </c:pt>
                <c:pt idx="8975">
                  <c:v/>
                </c:pt>
                <c:pt idx="8976">
                  <c:v/>
                </c:pt>
                <c:pt idx="8977">
                  <c:v/>
                </c:pt>
                <c:pt idx="8978">
                  <c:v/>
                </c:pt>
                <c:pt idx="8979">
                  <c:v/>
                </c:pt>
                <c:pt idx="8980">
                  <c:v/>
                </c:pt>
                <c:pt idx="8981">
                  <c:v/>
                </c:pt>
                <c:pt idx="8982">
                  <c:v/>
                </c:pt>
                <c:pt idx="8983">
                  <c:v/>
                </c:pt>
                <c:pt idx="8984">
                  <c:v/>
                </c:pt>
                <c:pt idx="8985">
                  <c:v/>
                </c:pt>
                <c:pt idx="8986">
                  <c:v/>
                </c:pt>
                <c:pt idx="8987">
                  <c:v/>
                </c:pt>
                <c:pt idx="8988">
                  <c:v/>
                </c:pt>
                <c:pt idx="8989">
                  <c:v/>
                </c:pt>
                <c:pt idx="8990">
                  <c:v/>
                </c:pt>
                <c:pt idx="8991">
                  <c:v/>
                </c:pt>
                <c:pt idx="8992">
                  <c:v/>
                </c:pt>
                <c:pt idx="8993">
                  <c:v/>
                </c:pt>
                <c:pt idx="8994">
                  <c:v/>
                </c:pt>
                <c:pt idx="8995">
                  <c:v/>
                </c:pt>
                <c:pt idx="8996">
                  <c:v/>
                </c:pt>
                <c:pt idx="8997">
                  <c:v/>
                </c:pt>
                <c:pt idx="8998">
                  <c:v/>
                </c:pt>
                <c:pt idx="8999">
                  <c:v/>
                </c:pt>
                <c:pt idx="9000">
                  <c:v/>
                </c:pt>
                <c:pt idx="9001">
                  <c:v/>
                </c:pt>
                <c:pt idx="9002">
                  <c:v/>
                </c:pt>
                <c:pt idx="9003">
                  <c:v/>
                </c:pt>
                <c:pt idx="9004">
                  <c:v/>
                </c:pt>
                <c:pt idx="9005">
                  <c:v/>
                </c:pt>
                <c:pt idx="9006">
                  <c:v/>
                </c:pt>
                <c:pt idx="9007">
                  <c:v/>
                </c:pt>
                <c:pt idx="9008">
                  <c:v/>
                </c:pt>
                <c:pt idx="9009">
                  <c:v/>
                </c:pt>
                <c:pt idx="9010">
                  <c:v/>
                </c:pt>
                <c:pt idx="9011">
                  <c:v/>
                </c:pt>
                <c:pt idx="9012">
                  <c:v/>
                </c:pt>
                <c:pt idx="9013">
                  <c:v/>
                </c:pt>
                <c:pt idx="9014">
                  <c:v/>
                </c:pt>
                <c:pt idx="9015">
                  <c:v/>
                </c:pt>
                <c:pt idx="9016">
                  <c:v/>
                </c:pt>
                <c:pt idx="9017">
                  <c:v/>
                </c:pt>
                <c:pt idx="9018">
                  <c:v/>
                </c:pt>
                <c:pt idx="9019">
                  <c:v/>
                </c:pt>
                <c:pt idx="9020">
                  <c:v/>
                </c:pt>
                <c:pt idx="9021">
                  <c:v/>
                </c:pt>
                <c:pt idx="9022">
                  <c:v/>
                </c:pt>
                <c:pt idx="9023">
                  <c:v/>
                </c:pt>
                <c:pt idx="9024">
                  <c:v/>
                </c:pt>
                <c:pt idx="9025">
                  <c:v/>
                </c:pt>
                <c:pt idx="9026">
                  <c:v/>
                </c:pt>
                <c:pt idx="9027">
                  <c:v/>
                </c:pt>
                <c:pt idx="9028">
                  <c:v/>
                </c:pt>
                <c:pt idx="9029">
                  <c:v/>
                </c:pt>
                <c:pt idx="9030">
                  <c:v/>
                </c:pt>
                <c:pt idx="9031">
                  <c:v/>
                </c:pt>
                <c:pt idx="9032">
                  <c:v/>
                </c:pt>
                <c:pt idx="9033">
                  <c:v/>
                </c:pt>
                <c:pt idx="9034">
                  <c:v/>
                </c:pt>
                <c:pt idx="9035">
                  <c:v/>
                </c:pt>
                <c:pt idx="9036">
                  <c:v/>
                </c:pt>
                <c:pt idx="9037">
                  <c:v/>
                </c:pt>
                <c:pt idx="9038">
                  <c:v/>
                </c:pt>
                <c:pt idx="9039">
                  <c:v/>
                </c:pt>
                <c:pt idx="9040">
                  <c:v/>
                </c:pt>
                <c:pt idx="9041">
                  <c:v/>
                </c:pt>
                <c:pt idx="9042">
                  <c:v/>
                </c:pt>
                <c:pt idx="9043">
                  <c:v/>
                </c:pt>
                <c:pt idx="9044">
                  <c:v/>
                </c:pt>
                <c:pt idx="9045">
                  <c:v/>
                </c:pt>
                <c:pt idx="9046">
                  <c:v/>
                </c:pt>
                <c:pt idx="9047">
                  <c:v/>
                </c:pt>
                <c:pt idx="9048">
                  <c:v/>
                </c:pt>
                <c:pt idx="9049">
                  <c:v/>
                </c:pt>
                <c:pt idx="9050">
                  <c:v/>
                </c:pt>
                <c:pt idx="9051">
                  <c:v/>
                </c:pt>
                <c:pt idx="9052">
                  <c:v/>
                </c:pt>
                <c:pt idx="9053">
                  <c:v/>
                </c:pt>
                <c:pt idx="9054">
                  <c:v/>
                </c:pt>
                <c:pt idx="9055">
                  <c:v/>
                </c:pt>
                <c:pt idx="9056">
                  <c:v/>
                </c:pt>
                <c:pt idx="9057">
                  <c:v/>
                </c:pt>
                <c:pt idx="9058">
                  <c:v/>
                </c:pt>
                <c:pt idx="9059">
                  <c:v/>
                </c:pt>
                <c:pt idx="9060">
                  <c:v/>
                </c:pt>
                <c:pt idx="9061">
                  <c:v/>
                </c:pt>
                <c:pt idx="9062">
                  <c:v/>
                </c:pt>
                <c:pt idx="9063">
                  <c:v/>
                </c:pt>
                <c:pt idx="9064">
                  <c:v/>
                </c:pt>
                <c:pt idx="9065">
                  <c:v/>
                </c:pt>
                <c:pt idx="9066">
                  <c:v/>
                </c:pt>
                <c:pt idx="9067">
                  <c:v/>
                </c:pt>
                <c:pt idx="9068">
                  <c:v/>
                </c:pt>
                <c:pt idx="9069">
                  <c:v/>
                </c:pt>
                <c:pt idx="9070">
                  <c:v/>
                </c:pt>
                <c:pt idx="9071">
                  <c:v/>
                </c:pt>
                <c:pt idx="9072">
                  <c:v/>
                </c:pt>
                <c:pt idx="9073">
                  <c:v/>
                </c:pt>
                <c:pt idx="9074">
                  <c:v/>
                </c:pt>
                <c:pt idx="9075">
                  <c:v/>
                </c:pt>
                <c:pt idx="9076">
                  <c:v/>
                </c:pt>
                <c:pt idx="9077">
                  <c:v/>
                </c:pt>
                <c:pt idx="9078">
                  <c:v/>
                </c:pt>
                <c:pt idx="9079">
                  <c:v/>
                </c:pt>
                <c:pt idx="9080">
                  <c:v/>
                </c:pt>
                <c:pt idx="9081">
                  <c:v/>
                </c:pt>
                <c:pt idx="9082">
                  <c:v/>
                </c:pt>
                <c:pt idx="9083">
                  <c:v/>
                </c:pt>
                <c:pt idx="9084">
                  <c:v/>
                </c:pt>
                <c:pt idx="9085">
                  <c:v/>
                </c:pt>
                <c:pt idx="9086">
                  <c:v/>
                </c:pt>
                <c:pt idx="9087">
                  <c:v/>
                </c:pt>
                <c:pt idx="9088">
                  <c:v/>
                </c:pt>
                <c:pt idx="9089">
                  <c:v/>
                </c:pt>
                <c:pt idx="9090">
                  <c:v/>
                </c:pt>
                <c:pt idx="9091">
                  <c:v/>
                </c:pt>
                <c:pt idx="9092">
                  <c:v/>
                </c:pt>
                <c:pt idx="9093">
                  <c:v/>
                </c:pt>
                <c:pt idx="9094">
                  <c:v/>
                </c:pt>
                <c:pt idx="9095">
                  <c:v/>
                </c:pt>
                <c:pt idx="9096">
                  <c:v/>
                </c:pt>
                <c:pt idx="9097">
                  <c:v/>
                </c:pt>
                <c:pt idx="9098">
                  <c:v/>
                </c:pt>
                <c:pt idx="9099">
                  <c:v/>
                </c:pt>
                <c:pt idx="9100">
                  <c:v/>
                </c:pt>
                <c:pt idx="9101">
                  <c:v/>
                </c:pt>
                <c:pt idx="9102">
                  <c:v/>
                </c:pt>
                <c:pt idx="9103">
                  <c:v/>
                </c:pt>
                <c:pt idx="9104">
                  <c:v/>
                </c:pt>
                <c:pt idx="9105">
                  <c:v/>
                </c:pt>
                <c:pt idx="9106">
                  <c:v/>
                </c:pt>
                <c:pt idx="9107">
                  <c:v/>
                </c:pt>
                <c:pt idx="9108">
                  <c:v/>
                </c:pt>
                <c:pt idx="9109">
                  <c:v/>
                </c:pt>
                <c:pt idx="9110">
                  <c:v/>
                </c:pt>
                <c:pt idx="9111">
                  <c:v/>
                </c:pt>
                <c:pt idx="9112">
                  <c:v/>
                </c:pt>
                <c:pt idx="9113">
                  <c:v/>
                </c:pt>
                <c:pt idx="9114">
                  <c:v/>
                </c:pt>
                <c:pt idx="9115">
                  <c:v/>
                </c:pt>
                <c:pt idx="9116">
                  <c:v/>
                </c:pt>
                <c:pt idx="9117">
                  <c:v/>
                </c:pt>
                <c:pt idx="9118">
                  <c:v/>
                </c:pt>
                <c:pt idx="9119">
                  <c:v/>
                </c:pt>
                <c:pt idx="9120">
                  <c:v/>
                </c:pt>
                <c:pt idx="9121">
                  <c:v/>
                </c:pt>
                <c:pt idx="9122">
                  <c:v/>
                </c:pt>
                <c:pt idx="9123">
                  <c:v/>
                </c:pt>
                <c:pt idx="9124">
                  <c:v/>
                </c:pt>
                <c:pt idx="9125">
                  <c:v/>
                </c:pt>
                <c:pt idx="9126">
                  <c:v/>
                </c:pt>
                <c:pt idx="9127">
                  <c:v/>
                </c:pt>
                <c:pt idx="9128">
                  <c:v/>
                </c:pt>
                <c:pt idx="9129">
                  <c:v/>
                </c:pt>
                <c:pt idx="9130">
                  <c:v/>
                </c:pt>
                <c:pt idx="9131">
                  <c:v/>
                </c:pt>
                <c:pt idx="9132">
                  <c:v/>
                </c:pt>
                <c:pt idx="9133">
                  <c:v/>
                </c:pt>
                <c:pt idx="9134">
                  <c:v/>
                </c:pt>
                <c:pt idx="9135">
                  <c:v/>
                </c:pt>
                <c:pt idx="9136">
                  <c:v/>
                </c:pt>
                <c:pt idx="9137">
                  <c:v/>
                </c:pt>
                <c:pt idx="9138">
                  <c:v/>
                </c:pt>
                <c:pt idx="9139">
                  <c:v/>
                </c:pt>
                <c:pt idx="9140">
                  <c:v/>
                </c:pt>
                <c:pt idx="9141">
                  <c:v/>
                </c:pt>
                <c:pt idx="9142">
                  <c:v/>
                </c:pt>
                <c:pt idx="9143">
                  <c:v/>
                </c:pt>
                <c:pt idx="9144">
                  <c:v/>
                </c:pt>
                <c:pt idx="9145">
                  <c:v/>
                </c:pt>
                <c:pt idx="9146">
                  <c:v/>
                </c:pt>
                <c:pt idx="9147">
                  <c:v/>
                </c:pt>
                <c:pt idx="9148">
                  <c:v/>
                </c:pt>
                <c:pt idx="9149">
                  <c:v/>
                </c:pt>
                <c:pt idx="9150">
                  <c:v/>
                </c:pt>
                <c:pt idx="9151">
                  <c:v/>
                </c:pt>
                <c:pt idx="9152">
                  <c:v/>
                </c:pt>
                <c:pt idx="9153">
                  <c:v/>
                </c:pt>
                <c:pt idx="9154">
                  <c:v/>
                </c:pt>
                <c:pt idx="9155">
                  <c:v/>
                </c:pt>
                <c:pt idx="9156">
                  <c:v/>
                </c:pt>
                <c:pt idx="9157">
                  <c:v/>
                </c:pt>
                <c:pt idx="9158">
                  <c:v/>
                </c:pt>
                <c:pt idx="9159">
                  <c:v/>
                </c:pt>
                <c:pt idx="9160">
                  <c:v/>
                </c:pt>
                <c:pt idx="9161">
                  <c:v/>
                </c:pt>
                <c:pt idx="9162">
                  <c:v/>
                </c:pt>
                <c:pt idx="9163">
                  <c:v/>
                </c:pt>
                <c:pt idx="9164">
                  <c:v/>
                </c:pt>
                <c:pt idx="9165">
                  <c:v/>
                </c:pt>
                <c:pt idx="9166">
                  <c:v/>
                </c:pt>
                <c:pt idx="9167">
                  <c:v/>
                </c:pt>
                <c:pt idx="9168">
                  <c:v/>
                </c:pt>
                <c:pt idx="9169">
                  <c:v/>
                </c:pt>
                <c:pt idx="9170">
                  <c:v/>
                </c:pt>
                <c:pt idx="9171">
                  <c:v/>
                </c:pt>
                <c:pt idx="9172">
                  <c:v/>
                </c:pt>
                <c:pt idx="9173">
                  <c:v/>
                </c:pt>
                <c:pt idx="9174">
                  <c:v/>
                </c:pt>
                <c:pt idx="9175">
                  <c:v/>
                </c:pt>
                <c:pt idx="9176">
                  <c:v/>
                </c:pt>
                <c:pt idx="9177">
                  <c:v/>
                </c:pt>
                <c:pt idx="9178">
                  <c:v/>
                </c:pt>
                <c:pt idx="9179">
                  <c:v/>
                </c:pt>
                <c:pt idx="9180">
                  <c:v/>
                </c:pt>
                <c:pt idx="9181">
                  <c:v/>
                </c:pt>
                <c:pt idx="9182">
                  <c:v/>
                </c:pt>
                <c:pt idx="9183">
                  <c:v/>
                </c:pt>
                <c:pt idx="9184">
                  <c:v/>
                </c:pt>
                <c:pt idx="9185">
                  <c:v/>
                </c:pt>
                <c:pt idx="9186">
                  <c:v/>
                </c:pt>
                <c:pt idx="9187">
                  <c:v/>
                </c:pt>
                <c:pt idx="9188">
                  <c:v/>
                </c:pt>
                <c:pt idx="9189">
                  <c:v/>
                </c:pt>
                <c:pt idx="9190">
                  <c:v/>
                </c:pt>
                <c:pt idx="9191">
                  <c:v/>
                </c:pt>
                <c:pt idx="9192">
                  <c:v/>
                </c:pt>
                <c:pt idx="9193">
                  <c:v/>
                </c:pt>
                <c:pt idx="9194">
                  <c:v/>
                </c:pt>
                <c:pt idx="9195">
                  <c:v/>
                </c:pt>
                <c:pt idx="9196">
                  <c:v/>
                </c:pt>
                <c:pt idx="9197">
                  <c:v/>
                </c:pt>
                <c:pt idx="9198">
                  <c:v/>
                </c:pt>
                <c:pt idx="9199">
                  <c:v/>
                </c:pt>
                <c:pt idx="9200">
                  <c:v/>
                </c:pt>
                <c:pt idx="9201">
                  <c:v/>
                </c:pt>
                <c:pt idx="9202">
                  <c:v/>
                </c:pt>
                <c:pt idx="9203">
                  <c:v/>
                </c:pt>
                <c:pt idx="9204">
                  <c:v/>
                </c:pt>
                <c:pt idx="9205">
                  <c:v/>
                </c:pt>
                <c:pt idx="9206">
                  <c:v/>
                </c:pt>
                <c:pt idx="9207">
                  <c:v/>
                </c:pt>
                <c:pt idx="9208">
                  <c:v/>
                </c:pt>
                <c:pt idx="9209">
                  <c:v/>
                </c:pt>
                <c:pt idx="9210">
                  <c:v/>
                </c:pt>
                <c:pt idx="9211">
                  <c:v/>
                </c:pt>
                <c:pt idx="9212">
                  <c:v/>
                </c:pt>
                <c:pt idx="9213">
                  <c:v/>
                </c:pt>
                <c:pt idx="9214">
                  <c:v/>
                </c:pt>
                <c:pt idx="9215">
                  <c:v/>
                </c:pt>
                <c:pt idx="9216">
                  <c:v/>
                </c:pt>
                <c:pt idx="9217">
                  <c:v/>
                </c:pt>
                <c:pt idx="9218">
                  <c:v/>
                </c:pt>
                <c:pt idx="9219">
                  <c:v/>
                </c:pt>
                <c:pt idx="9220">
                  <c:v/>
                </c:pt>
                <c:pt idx="9221">
                  <c:v/>
                </c:pt>
                <c:pt idx="9222">
                  <c:v/>
                </c:pt>
                <c:pt idx="9223">
                  <c:v/>
                </c:pt>
                <c:pt idx="9224">
                  <c:v/>
                </c:pt>
                <c:pt idx="9225">
                  <c:v/>
                </c:pt>
                <c:pt idx="9226">
                  <c:v/>
                </c:pt>
                <c:pt idx="9227">
                  <c:v/>
                </c:pt>
                <c:pt idx="9228">
                  <c:v/>
                </c:pt>
                <c:pt idx="9229">
                  <c:v/>
                </c:pt>
                <c:pt idx="9230">
                  <c:v/>
                </c:pt>
                <c:pt idx="9231">
                  <c:v/>
                </c:pt>
                <c:pt idx="9232">
                  <c:v/>
                </c:pt>
                <c:pt idx="9233">
                  <c:v/>
                </c:pt>
                <c:pt idx="9234">
                  <c:v/>
                </c:pt>
                <c:pt idx="9235">
                  <c:v/>
                </c:pt>
                <c:pt idx="9236">
                  <c:v/>
                </c:pt>
                <c:pt idx="9237">
                  <c:v/>
                </c:pt>
                <c:pt idx="9238">
                  <c:v/>
                </c:pt>
                <c:pt idx="9239">
                  <c:v/>
                </c:pt>
                <c:pt idx="9240">
                  <c:v/>
                </c:pt>
                <c:pt idx="9241">
                  <c:v/>
                </c:pt>
                <c:pt idx="9242">
                  <c:v/>
                </c:pt>
                <c:pt idx="9243">
                  <c:v/>
                </c:pt>
                <c:pt idx="9244">
                  <c:v/>
                </c:pt>
                <c:pt idx="9245">
                  <c:v/>
                </c:pt>
                <c:pt idx="9246">
                  <c:v/>
                </c:pt>
                <c:pt idx="9247">
                  <c:v/>
                </c:pt>
                <c:pt idx="9248">
                  <c:v/>
                </c:pt>
                <c:pt idx="9249">
                  <c:v/>
                </c:pt>
                <c:pt idx="9250">
                  <c:v/>
                </c:pt>
                <c:pt idx="9251">
                  <c:v/>
                </c:pt>
                <c:pt idx="9252">
                  <c:v/>
                </c:pt>
                <c:pt idx="9253">
                  <c:v/>
                </c:pt>
                <c:pt idx="9254">
                  <c:v/>
                </c:pt>
                <c:pt idx="9255">
                  <c:v/>
                </c:pt>
                <c:pt idx="9256">
                  <c:v/>
                </c:pt>
                <c:pt idx="9257">
                  <c:v/>
                </c:pt>
                <c:pt idx="9258">
                  <c:v/>
                </c:pt>
                <c:pt idx="9259">
                  <c:v/>
                </c:pt>
                <c:pt idx="9260">
                  <c:v/>
                </c:pt>
                <c:pt idx="9261">
                  <c:v/>
                </c:pt>
                <c:pt idx="9262">
                  <c:v/>
                </c:pt>
                <c:pt idx="9263">
                  <c:v/>
                </c:pt>
                <c:pt idx="9264">
                  <c:v/>
                </c:pt>
                <c:pt idx="9265">
                  <c:v/>
                </c:pt>
                <c:pt idx="9266">
                  <c:v/>
                </c:pt>
                <c:pt idx="9267">
                  <c:v/>
                </c:pt>
                <c:pt idx="9268">
                  <c:v/>
                </c:pt>
                <c:pt idx="9269">
                  <c:v/>
                </c:pt>
                <c:pt idx="9270">
                  <c:v/>
                </c:pt>
                <c:pt idx="9271">
                  <c:v/>
                </c:pt>
                <c:pt idx="9272">
                  <c:v/>
                </c:pt>
                <c:pt idx="9273">
                  <c:v/>
                </c:pt>
                <c:pt idx="9274">
                  <c:v/>
                </c:pt>
                <c:pt idx="9275">
                  <c:v/>
                </c:pt>
                <c:pt idx="9276">
                  <c:v/>
                </c:pt>
                <c:pt idx="9277">
                  <c:v/>
                </c:pt>
                <c:pt idx="9278">
                  <c:v/>
                </c:pt>
                <c:pt idx="9279">
                  <c:v/>
                </c:pt>
                <c:pt idx="9280">
                  <c:v/>
                </c:pt>
                <c:pt idx="9281">
                  <c:v/>
                </c:pt>
                <c:pt idx="9282">
                  <c:v/>
                </c:pt>
                <c:pt idx="9283">
                  <c:v/>
                </c:pt>
                <c:pt idx="9284">
                  <c:v/>
                </c:pt>
                <c:pt idx="9285">
                  <c:v/>
                </c:pt>
                <c:pt idx="9286">
                  <c:v/>
                </c:pt>
                <c:pt idx="9287">
                  <c:v/>
                </c:pt>
                <c:pt idx="9288">
                  <c:v/>
                </c:pt>
                <c:pt idx="9289">
                  <c:v/>
                </c:pt>
                <c:pt idx="9290">
                  <c:v/>
                </c:pt>
                <c:pt idx="9291">
                  <c:v/>
                </c:pt>
                <c:pt idx="9292">
                  <c:v/>
                </c:pt>
                <c:pt idx="9293">
                  <c:v/>
                </c:pt>
                <c:pt idx="9294">
                  <c:v/>
                </c:pt>
                <c:pt idx="9295">
                  <c:v/>
                </c:pt>
                <c:pt idx="9296">
                  <c:v/>
                </c:pt>
                <c:pt idx="9297">
                  <c:v/>
                </c:pt>
                <c:pt idx="9298">
                  <c:v/>
                </c:pt>
                <c:pt idx="9299">
                  <c:v/>
                </c:pt>
                <c:pt idx="9300">
                  <c:v/>
                </c:pt>
                <c:pt idx="9301">
                  <c:v/>
                </c:pt>
                <c:pt idx="9302">
                  <c:v/>
                </c:pt>
                <c:pt idx="9303">
                  <c:v/>
                </c:pt>
                <c:pt idx="9304">
                  <c:v/>
                </c:pt>
                <c:pt idx="9305">
                  <c:v/>
                </c:pt>
                <c:pt idx="9306">
                  <c:v/>
                </c:pt>
                <c:pt idx="9307">
                  <c:v/>
                </c:pt>
                <c:pt idx="9308">
                  <c:v/>
                </c:pt>
                <c:pt idx="9309">
                  <c:v/>
                </c:pt>
                <c:pt idx="9310">
                  <c:v/>
                </c:pt>
                <c:pt idx="9311">
                  <c:v/>
                </c:pt>
                <c:pt idx="9312">
                  <c:v/>
                </c:pt>
                <c:pt idx="9313">
                  <c:v/>
                </c:pt>
                <c:pt idx="9314">
                  <c:v/>
                </c:pt>
                <c:pt idx="9315">
                  <c:v/>
                </c:pt>
                <c:pt idx="9316">
                  <c:v/>
                </c:pt>
                <c:pt idx="9317">
                  <c:v/>
                </c:pt>
                <c:pt idx="9318">
                  <c:v/>
                </c:pt>
                <c:pt idx="9319">
                  <c:v/>
                </c:pt>
                <c:pt idx="9320">
                  <c:v/>
                </c:pt>
                <c:pt idx="9321">
                  <c:v/>
                </c:pt>
                <c:pt idx="9322">
                  <c:v/>
                </c:pt>
                <c:pt idx="9323">
                  <c:v/>
                </c:pt>
                <c:pt idx="9324">
                  <c:v/>
                </c:pt>
                <c:pt idx="9325">
                  <c:v/>
                </c:pt>
                <c:pt idx="9326">
                  <c:v/>
                </c:pt>
                <c:pt idx="9327">
                  <c:v/>
                </c:pt>
                <c:pt idx="9328">
                  <c:v/>
                </c:pt>
                <c:pt idx="9329">
                  <c:v/>
                </c:pt>
                <c:pt idx="9330">
                  <c:v/>
                </c:pt>
                <c:pt idx="9331">
                  <c:v/>
                </c:pt>
                <c:pt idx="9332">
                  <c:v/>
                </c:pt>
                <c:pt idx="9333">
                  <c:v/>
                </c:pt>
                <c:pt idx="9334">
                  <c:v/>
                </c:pt>
                <c:pt idx="9335">
                  <c:v/>
                </c:pt>
                <c:pt idx="9336">
                  <c:v/>
                </c:pt>
                <c:pt idx="9337">
                  <c:v/>
                </c:pt>
                <c:pt idx="9338">
                  <c:v/>
                </c:pt>
                <c:pt idx="9339">
                  <c:v/>
                </c:pt>
                <c:pt idx="9340">
                  <c:v/>
                </c:pt>
                <c:pt idx="9341">
                  <c:v/>
                </c:pt>
                <c:pt idx="9342">
                  <c:v/>
                </c:pt>
                <c:pt idx="9343">
                  <c:v/>
                </c:pt>
                <c:pt idx="9344">
                  <c:v/>
                </c:pt>
                <c:pt idx="9345">
                  <c:v/>
                </c:pt>
                <c:pt idx="9346">
                  <c:v/>
                </c:pt>
                <c:pt idx="9347">
                  <c:v/>
                </c:pt>
                <c:pt idx="9348">
                  <c:v/>
                </c:pt>
                <c:pt idx="9349">
                  <c:v/>
                </c:pt>
                <c:pt idx="9350">
                  <c:v/>
                </c:pt>
                <c:pt idx="9351">
                  <c:v/>
                </c:pt>
                <c:pt idx="9352">
                  <c:v/>
                </c:pt>
                <c:pt idx="9353">
                  <c:v/>
                </c:pt>
                <c:pt idx="9354">
                  <c:v/>
                </c:pt>
                <c:pt idx="9355">
                  <c:v/>
                </c:pt>
                <c:pt idx="9356">
                  <c:v/>
                </c:pt>
                <c:pt idx="9357">
                  <c:v/>
                </c:pt>
                <c:pt idx="9358">
                  <c:v/>
                </c:pt>
                <c:pt idx="9359">
                  <c:v/>
                </c:pt>
                <c:pt idx="9360">
                  <c:v/>
                </c:pt>
                <c:pt idx="9361">
                  <c:v/>
                </c:pt>
                <c:pt idx="9362">
                  <c:v/>
                </c:pt>
                <c:pt idx="9363">
                  <c:v/>
                </c:pt>
                <c:pt idx="9364">
                  <c:v/>
                </c:pt>
                <c:pt idx="9365">
                  <c:v/>
                </c:pt>
                <c:pt idx="9366">
                  <c:v/>
                </c:pt>
                <c:pt idx="9367">
                  <c:v/>
                </c:pt>
                <c:pt idx="9368">
                  <c:v/>
                </c:pt>
                <c:pt idx="9369">
                  <c:v/>
                </c:pt>
                <c:pt idx="9370">
                  <c:v/>
                </c:pt>
                <c:pt idx="9371">
                  <c:v/>
                </c:pt>
                <c:pt idx="9372">
                  <c:v/>
                </c:pt>
                <c:pt idx="9373">
                  <c:v/>
                </c:pt>
                <c:pt idx="9374">
                  <c:v/>
                </c:pt>
                <c:pt idx="9375">
                  <c:v/>
                </c:pt>
                <c:pt idx="9376">
                  <c:v/>
                </c:pt>
                <c:pt idx="9377">
                  <c:v/>
                </c:pt>
                <c:pt idx="9378">
                  <c:v/>
                </c:pt>
                <c:pt idx="9379">
                  <c:v/>
                </c:pt>
                <c:pt idx="9380">
                  <c:v/>
                </c:pt>
                <c:pt idx="9381">
                  <c:v/>
                </c:pt>
                <c:pt idx="9382">
                  <c:v/>
                </c:pt>
                <c:pt idx="9383">
                  <c:v/>
                </c:pt>
                <c:pt idx="9384">
                  <c:v/>
                </c:pt>
                <c:pt idx="9385">
                  <c:v/>
                </c:pt>
                <c:pt idx="9386">
                  <c:v/>
                </c:pt>
                <c:pt idx="9387">
                  <c:v/>
                </c:pt>
                <c:pt idx="9388">
                  <c:v/>
                </c:pt>
                <c:pt idx="9389">
                  <c:v/>
                </c:pt>
                <c:pt idx="9390">
                  <c:v/>
                </c:pt>
                <c:pt idx="9391">
                  <c:v/>
                </c:pt>
                <c:pt idx="9392">
                  <c:v/>
                </c:pt>
                <c:pt idx="9393">
                  <c:v/>
                </c:pt>
                <c:pt idx="9394">
                  <c:v/>
                </c:pt>
                <c:pt idx="9395">
                  <c:v/>
                </c:pt>
                <c:pt idx="9396">
                  <c:v/>
                </c:pt>
                <c:pt idx="9397">
                  <c:v/>
                </c:pt>
                <c:pt idx="9398">
                  <c:v/>
                </c:pt>
                <c:pt idx="9399">
                  <c:v/>
                </c:pt>
                <c:pt idx="9400">
                  <c:v/>
                </c:pt>
                <c:pt idx="9401">
                  <c:v/>
                </c:pt>
                <c:pt idx="9402">
                  <c:v/>
                </c:pt>
                <c:pt idx="9403">
                  <c:v/>
                </c:pt>
                <c:pt idx="9404">
                  <c:v/>
                </c:pt>
                <c:pt idx="9405">
                  <c:v/>
                </c:pt>
                <c:pt idx="9406">
                  <c:v/>
                </c:pt>
                <c:pt idx="9407">
                  <c:v/>
                </c:pt>
                <c:pt idx="9408">
                  <c:v/>
                </c:pt>
                <c:pt idx="9409">
                  <c:v/>
                </c:pt>
                <c:pt idx="9410">
                  <c:v/>
                </c:pt>
                <c:pt idx="9411">
                  <c:v/>
                </c:pt>
                <c:pt idx="9412">
                  <c:v/>
                </c:pt>
                <c:pt idx="9413">
                  <c:v/>
                </c:pt>
                <c:pt idx="9414">
                  <c:v/>
                </c:pt>
                <c:pt idx="9415">
                  <c:v/>
                </c:pt>
                <c:pt idx="9416">
                  <c:v/>
                </c:pt>
                <c:pt idx="9417">
                  <c:v/>
                </c:pt>
                <c:pt idx="9418">
                  <c:v/>
                </c:pt>
                <c:pt idx="9419">
                  <c:v/>
                </c:pt>
                <c:pt idx="9420">
                  <c:v/>
                </c:pt>
                <c:pt idx="9421">
                  <c:v/>
                </c:pt>
                <c:pt idx="9422">
                  <c:v/>
                </c:pt>
                <c:pt idx="9423">
                  <c:v/>
                </c:pt>
                <c:pt idx="9424">
                  <c:v/>
                </c:pt>
                <c:pt idx="9425">
                  <c:v/>
                </c:pt>
                <c:pt idx="9426">
                  <c:v/>
                </c:pt>
                <c:pt idx="9427">
                  <c:v/>
                </c:pt>
                <c:pt idx="9428">
                  <c:v/>
                </c:pt>
                <c:pt idx="9429">
                  <c:v/>
                </c:pt>
                <c:pt idx="9430">
                  <c:v/>
                </c:pt>
                <c:pt idx="9431">
                  <c:v/>
                </c:pt>
                <c:pt idx="9432">
                  <c:v/>
                </c:pt>
                <c:pt idx="9433">
                  <c:v/>
                </c:pt>
                <c:pt idx="9434">
                  <c:v/>
                </c:pt>
                <c:pt idx="9435">
                  <c:v/>
                </c:pt>
                <c:pt idx="9436">
                  <c:v/>
                </c:pt>
                <c:pt idx="9437">
                  <c:v/>
                </c:pt>
                <c:pt idx="9438">
                  <c:v/>
                </c:pt>
                <c:pt idx="9439">
                  <c:v/>
                </c:pt>
                <c:pt idx="9440">
                  <c:v/>
                </c:pt>
                <c:pt idx="9441">
                  <c:v/>
                </c:pt>
                <c:pt idx="9442">
                  <c:v/>
                </c:pt>
                <c:pt idx="9443">
                  <c:v/>
                </c:pt>
                <c:pt idx="9444">
                  <c:v/>
                </c:pt>
                <c:pt idx="9445">
                  <c:v/>
                </c:pt>
                <c:pt idx="9446">
                  <c:v/>
                </c:pt>
                <c:pt idx="9447">
                  <c:v/>
                </c:pt>
                <c:pt idx="9448">
                  <c:v/>
                </c:pt>
                <c:pt idx="9449">
                  <c:v/>
                </c:pt>
                <c:pt idx="9450">
                  <c:v/>
                </c:pt>
                <c:pt idx="9451">
                  <c:v/>
                </c:pt>
                <c:pt idx="9452">
                  <c:v/>
                </c:pt>
                <c:pt idx="9453">
                  <c:v/>
                </c:pt>
                <c:pt idx="9454">
                  <c:v/>
                </c:pt>
                <c:pt idx="9455">
                  <c:v/>
                </c:pt>
                <c:pt idx="9456">
                  <c:v/>
                </c:pt>
                <c:pt idx="9457">
                  <c:v/>
                </c:pt>
                <c:pt idx="9458">
                  <c:v/>
                </c:pt>
                <c:pt idx="9459">
                  <c:v/>
                </c:pt>
                <c:pt idx="9460">
                  <c:v/>
                </c:pt>
                <c:pt idx="9461">
                  <c:v/>
                </c:pt>
                <c:pt idx="9462">
                  <c:v/>
                </c:pt>
                <c:pt idx="9463">
                  <c:v/>
                </c:pt>
                <c:pt idx="9464">
                  <c:v/>
                </c:pt>
                <c:pt idx="9465">
                  <c:v/>
                </c:pt>
                <c:pt idx="9466">
                  <c:v/>
                </c:pt>
                <c:pt idx="9467">
                  <c:v/>
                </c:pt>
                <c:pt idx="9468">
                  <c:v/>
                </c:pt>
                <c:pt idx="9469">
                  <c:v/>
                </c:pt>
                <c:pt idx="9470">
                  <c:v/>
                </c:pt>
                <c:pt idx="9471">
                  <c:v/>
                </c:pt>
                <c:pt idx="9472">
                  <c:v/>
                </c:pt>
                <c:pt idx="9473">
                  <c:v/>
                </c:pt>
                <c:pt idx="9474">
                  <c:v/>
                </c:pt>
                <c:pt idx="9475">
                  <c:v/>
                </c:pt>
                <c:pt idx="9476">
                  <c:v/>
                </c:pt>
                <c:pt idx="9477">
                  <c:v/>
                </c:pt>
                <c:pt idx="9478">
                  <c:v/>
                </c:pt>
                <c:pt idx="9479">
                  <c:v/>
                </c:pt>
                <c:pt idx="9480">
                  <c:v/>
                </c:pt>
                <c:pt idx="9481">
                  <c:v/>
                </c:pt>
                <c:pt idx="9482">
                  <c:v/>
                </c:pt>
                <c:pt idx="9483">
                  <c:v/>
                </c:pt>
                <c:pt idx="9484">
                  <c:v/>
                </c:pt>
                <c:pt idx="9485">
                  <c:v/>
                </c:pt>
                <c:pt idx="9486">
                  <c:v/>
                </c:pt>
                <c:pt idx="9487">
                  <c:v/>
                </c:pt>
                <c:pt idx="9488">
                  <c:v/>
                </c:pt>
                <c:pt idx="9489">
                  <c:v/>
                </c:pt>
                <c:pt idx="9490">
                  <c:v/>
                </c:pt>
                <c:pt idx="9491">
                  <c:v/>
                </c:pt>
                <c:pt idx="9492">
                  <c:v/>
                </c:pt>
                <c:pt idx="9493">
                  <c:v/>
                </c:pt>
                <c:pt idx="9494">
                  <c:v/>
                </c:pt>
                <c:pt idx="9495">
                  <c:v/>
                </c:pt>
                <c:pt idx="9496">
                  <c:v/>
                </c:pt>
                <c:pt idx="9497">
                  <c:v/>
                </c:pt>
                <c:pt idx="9498">
                  <c:v/>
                </c:pt>
                <c:pt idx="9499">
                  <c:v/>
                </c:pt>
                <c:pt idx="9500">
                  <c:v/>
                </c:pt>
                <c:pt idx="9501">
                  <c:v/>
                </c:pt>
                <c:pt idx="9502">
                  <c:v/>
                </c:pt>
                <c:pt idx="9503">
                  <c:v/>
                </c:pt>
                <c:pt idx="9504">
                  <c:v/>
                </c:pt>
                <c:pt idx="9505">
                  <c:v/>
                </c:pt>
                <c:pt idx="9506">
                  <c:v/>
                </c:pt>
                <c:pt idx="9507">
                  <c:v/>
                </c:pt>
                <c:pt idx="9508">
                  <c:v/>
                </c:pt>
                <c:pt idx="9509">
                  <c:v/>
                </c:pt>
                <c:pt idx="9510">
                  <c:v/>
                </c:pt>
                <c:pt idx="9511">
                  <c:v/>
                </c:pt>
                <c:pt idx="9512">
                  <c:v/>
                </c:pt>
                <c:pt idx="9513">
                  <c:v/>
                </c:pt>
                <c:pt idx="9514">
                  <c:v/>
                </c:pt>
                <c:pt idx="9515">
                  <c:v/>
                </c:pt>
                <c:pt idx="9516">
                  <c:v/>
                </c:pt>
                <c:pt idx="9517">
                  <c:v/>
                </c:pt>
                <c:pt idx="9518">
                  <c:v/>
                </c:pt>
                <c:pt idx="9519">
                  <c:v/>
                </c:pt>
                <c:pt idx="9520">
                  <c:v/>
                </c:pt>
                <c:pt idx="9521">
                  <c:v/>
                </c:pt>
                <c:pt idx="9522">
                  <c:v/>
                </c:pt>
                <c:pt idx="9523">
                  <c:v/>
                </c:pt>
                <c:pt idx="9524">
                  <c:v/>
                </c:pt>
                <c:pt idx="9525">
                  <c:v/>
                </c:pt>
                <c:pt idx="9526">
                  <c:v/>
                </c:pt>
                <c:pt idx="9527">
                  <c:v/>
                </c:pt>
                <c:pt idx="9528">
                  <c:v/>
                </c:pt>
                <c:pt idx="9529">
                  <c:v/>
                </c:pt>
                <c:pt idx="9530">
                  <c:v/>
                </c:pt>
                <c:pt idx="9531">
                  <c:v/>
                </c:pt>
                <c:pt idx="9532">
                  <c:v/>
                </c:pt>
                <c:pt idx="9533">
                  <c:v/>
                </c:pt>
                <c:pt idx="9534">
                  <c:v/>
                </c:pt>
                <c:pt idx="9535">
                  <c:v/>
                </c:pt>
                <c:pt idx="9536">
                  <c:v/>
                </c:pt>
                <c:pt idx="9537">
                  <c:v/>
                </c:pt>
                <c:pt idx="9538">
                  <c:v/>
                </c:pt>
                <c:pt idx="9539">
                  <c:v/>
                </c:pt>
                <c:pt idx="9540">
                  <c:v/>
                </c:pt>
                <c:pt idx="9541">
                  <c:v/>
                </c:pt>
                <c:pt idx="9542">
                  <c:v/>
                </c:pt>
                <c:pt idx="9543">
                  <c:v/>
                </c:pt>
                <c:pt idx="9544">
                  <c:v/>
                </c:pt>
                <c:pt idx="9545">
                  <c:v/>
                </c:pt>
                <c:pt idx="9546">
                  <c:v/>
                </c:pt>
                <c:pt idx="9547">
                  <c:v/>
                </c:pt>
                <c:pt idx="9548">
                  <c:v/>
                </c:pt>
                <c:pt idx="9549">
                  <c:v/>
                </c:pt>
                <c:pt idx="9550">
                  <c:v/>
                </c:pt>
                <c:pt idx="9551">
                  <c:v/>
                </c:pt>
                <c:pt idx="9552">
                  <c:v/>
                </c:pt>
                <c:pt idx="9553">
                  <c:v/>
                </c:pt>
                <c:pt idx="9554">
                  <c:v/>
                </c:pt>
                <c:pt idx="9555">
                  <c:v/>
                </c:pt>
                <c:pt idx="9556">
                  <c:v/>
                </c:pt>
                <c:pt idx="9557">
                  <c:v/>
                </c:pt>
                <c:pt idx="9558">
                  <c:v/>
                </c:pt>
                <c:pt idx="9559">
                  <c:v/>
                </c:pt>
                <c:pt idx="9560">
                  <c:v/>
                </c:pt>
                <c:pt idx="9561">
                  <c:v/>
                </c:pt>
                <c:pt idx="9562">
                  <c:v/>
                </c:pt>
                <c:pt idx="9563">
                  <c:v/>
                </c:pt>
                <c:pt idx="9564">
                  <c:v/>
                </c:pt>
                <c:pt idx="9565">
                  <c:v/>
                </c:pt>
                <c:pt idx="9566">
                  <c:v/>
                </c:pt>
                <c:pt idx="9567">
                  <c:v/>
                </c:pt>
                <c:pt idx="9568">
                  <c:v/>
                </c:pt>
                <c:pt idx="9569">
                  <c:v/>
                </c:pt>
                <c:pt idx="9570">
                  <c:v/>
                </c:pt>
                <c:pt idx="9571">
                  <c:v/>
                </c:pt>
                <c:pt idx="9572">
                  <c:v/>
                </c:pt>
                <c:pt idx="9573">
                  <c:v/>
                </c:pt>
                <c:pt idx="9574">
                  <c:v/>
                </c:pt>
                <c:pt idx="9575">
                  <c:v/>
                </c:pt>
                <c:pt idx="9576">
                  <c:v/>
                </c:pt>
                <c:pt idx="9577">
                  <c:v/>
                </c:pt>
                <c:pt idx="9578">
                  <c:v/>
                </c:pt>
                <c:pt idx="9579">
                  <c:v/>
                </c:pt>
                <c:pt idx="9580">
                  <c:v/>
                </c:pt>
                <c:pt idx="9581">
                  <c:v/>
                </c:pt>
                <c:pt idx="9582">
                  <c:v/>
                </c:pt>
                <c:pt idx="9583">
                  <c:v/>
                </c:pt>
                <c:pt idx="9584">
                  <c:v/>
                </c:pt>
                <c:pt idx="9585">
                  <c:v/>
                </c:pt>
                <c:pt idx="9586">
                  <c:v/>
                </c:pt>
                <c:pt idx="9587">
                  <c:v/>
                </c:pt>
                <c:pt idx="9588">
                  <c:v/>
                </c:pt>
                <c:pt idx="9589">
                  <c:v/>
                </c:pt>
                <c:pt idx="9590">
                  <c:v/>
                </c:pt>
                <c:pt idx="9591">
                  <c:v/>
                </c:pt>
                <c:pt idx="9592">
                  <c:v/>
                </c:pt>
                <c:pt idx="9593">
                  <c:v/>
                </c:pt>
                <c:pt idx="9594">
                  <c:v/>
                </c:pt>
                <c:pt idx="9595">
                  <c:v/>
                </c:pt>
                <c:pt idx="9596">
                  <c:v/>
                </c:pt>
                <c:pt idx="9597">
                  <c:v/>
                </c:pt>
                <c:pt idx="9598">
                  <c:v/>
                </c:pt>
                <c:pt idx="9599">
                  <c:v/>
                </c:pt>
                <c:pt idx="9600">
                  <c:v/>
                </c:pt>
                <c:pt idx="9601">
                  <c:v/>
                </c:pt>
                <c:pt idx="9602">
                  <c:v/>
                </c:pt>
                <c:pt idx="9603">
                  <c:v/>
                </c:pt>
                <c:pt idx="9604">
                  <c:v/>
                </c:pt>
                <c:pt idx="9605">
                  <c:v/>
                </c:pt>
                <c:pt idx="9606">
                  <c:v/>
                </c:pt>
                <c:pt idx="9607">
                  <c:v/>
                </c:pt>
                <c:pt idx="9608">
                  <c:v/>
                </c:pt>
                <c:pt idx="9609">
                  <c:v/>
                </c:pt>
                <c:pt idx="9610">
                  <c:v/>
                </c:pt>
                <c:pt idx="9611">
                  <c:v/>
                </c:pt>
                <c:pt idx="9612">
                  <c:v/>
                </c:pt>
                <c:pt idx="9613">
                  <c:v/>
                </c:pt>
                <c:pt idx="9614">
                  <c:v/>
                </c:pt>
                <c:pt idx="9615">
                  <c:v/>
                </c:pt>
                <c:pt idx="9616">
                  <c:v/>
                </c:pt>
                <c:pt idx="9617">
                  <c:v/>
                </c:pt>
                <c:pt idx="9618">
                  <c:v/>
                </c:pt>
                <c:pt idx="9619">
                  <c:v/>
                </c:pt>
                <c:pt idx="9620">
                  <c:v/>
                </c:pt>
                <c:pt idx="9621">
                  <c:v/>
                </c:pt>
                <c:pt idx="9622">
                  <c:v/>
                </c:pt>
                <c:pt idx="9623">
                  <c:v/>
                </c:pt>
                <c:pt idx="9624">
                  <c:v/>
                </c:pt>
                <c:pt idx="9625">
                  <c:v/>
                </c:pt>
                <c:pt idx="9626">
                  <c:v/>
                </c:pt>
                <c:pt idx="9627">
                  <c:v/>
                </c:pt>
                <c:pt idx="9628">
                  <c:v/>
                </c:pt>
                <c:pt idx="9629">
                  <c:v/>
                </c:pt>
                <c:pt idx="9630">
                  <c:v/>
                </c:pt>
                <c:pt idx="9631">
                  <c:v/>
                </c:pt>
                <c:pt idx="9632">
                  <c:v/>
                </c:pt>
                <c:pt idx="9633">
                  <c:v/>
                </c:pt>
                <c:pt idx="9634">
                  <c:v/>
                </c:pt>
                <c:pt idx="9635">
                  <c:v/>
                </c:pt>
                <c:pt idx="9636">
                  <c:v/>
                </c:pt>
                <c:pt idx="9637">
                  <c:v/>
                </c:pt>
                <c:pt idx="9638">
                  <c:v/>
                </c:pt>
                <c:pt idx="9639">
                  <c:v/>
                </c:pt>
                <c:pt idx="9640">
                  <c:v/>
                </c:pt>
                <c:pt idx="9641">
                  <c:v/>
                </c:pt>
                <c:pt idx="9642">
                  <c:v/>
                </c:pt>
                <c:pt idx="9643">
                  <c:v/>
                </c:pt>
                <c:pt idx="9644">
                  <c:v/>
                </c:pt>
                <c:pt idx="9645">
                  <c:v/>
                </c:pt>
                <c:pt idx="9646">
                  <c:v/>
                </c:pt>
                <c:pt idx="9647">
                  <c:v/>
                </c:pt>
                <c:pt idx="9648">
                  <c:v/>
                </c:pt>
                <c:pt idx="9649">
                  <c:v/>
                </c:pt>
                <c:pt idx="9650">
                  <c:v/>
                </c:pt>
                <c:pt idx="9651">
                  <c:v/>
                </c:pt>
                <c:pt idx="9652">
                  <c:v/>
                </c:pt>
                <c:pt idx="9653">
                  <c:v/>
                </c:pt>
                <c:pt idx="9654">
                  <c:v/>
                </c:pt>
                <c:pt idx="9655">
                  <c:v/>
                </c:pt>
                <c:pt idx="9656">
                  <c:v/>
                </c:pt>
                <c:pt idx="9657">
                  <c:v/>
                </c:pt>
                <c:pt idx="9658">
                  <c:v/>
                </c:pt>
                <c:pt idx="9659">
                  <c:v/>
                </c:pt>
                <c:pt idx="9660">
                  <c:v/>
                </c:pt>
                <c:pt idx="9661">
                  <c:v/>
                </c:pt>
                <c:pt idx="9662">
                  <c:v/>
                </c:pt>
                <c:pt idx="9663">
                  <c:v/>
                </c:pt>
                <c:pt idx="9664">
                  <c:v/>
                </c:pt>
                <c:pt idx="9665">
                  <c:v/>
                </c:pt>
                <c:pt idx="9666">
                  <c:v/>
                </c:pt>
                <c:pt idx="9667">
                  <c:v/>
                </c:pt>
                <c:pt idx="9668">
                  <c:v/>
                </c:pt>
                <c:pt idx="9669">
                  <c:v/>
                </c:pt>
                <c:pt idx="9670">
                  <c:v/>
                </c:pt>
                <c:pt idx="9671">
                  <c:v/>
                </c:pt>
                <c:pt idx="9672">
                  <c:v/>
                </c:pt>
                <c:pt idx="9673">
                  <c:v/>
                </c:pt>
                <c:pt idx="9674">
                  <c:v/>
                </c:pt>
                <c:pt idx="9675">
                  <c:v/>
                </c:pt>
                <c:pt idx="9676">
                  <c:v/>
                </c:pt>
                <c:pt idx="9677">
                  <c:v/>
                </c:pt>
                <c:pt idx="9678">
                  <c:v/>
                </c:pt>
                <c:pt idx="9679">
                  <c:v/>
                </c:pt>
                <c:pt idx="9680">
                  <c:v/>
                </c:pt>
                <c:pt idx="9681">
                  <c:v/>
                </c:pt>
                <c:pt idx="9682">
                  <c:v/>
                </c:pt>
                <c:pt idx="9683">
                  <c:v/>
                </c:pt>
                <c:pt idx="9684">
                  <c:v/>
                </c:pt>
                <c:pt idx="9685">
                  <c:v/>
                </c:pt>
                <c:pt idx="9686">
                  <c:v/>
                </c:pt>
                <c:pt idx="9687">
                  <c:v/>
                </c:pt>
                <c:pt idx="9688">
                  <c:v/>
                </c:pt>
                <c:pt idx="9689">
                  <c:v/>
                </c:pt>
                <c:pt idx="9690">
                  <c:v/>
                </c:pt>
                <c:pt idx="9691">
                  <c:v/>
                </c:pt>
                <c:pt idx="9692">
                  <c:v/>
                </c:pt>
                <c:pt idx="9693">
                  <c:v/>
                </c:pt>
                <c:pt idx="9694">
                  <c:v/>
                </c:pt>
                <c:pt idx="9695">
                  <c:v/>
                </c:pt>
                <c:pt idx="9696">
                  <c:v/>
                </c:pt>
                <c:pt idx="9697">
                  <c:v/>
                </c:pt>
                <c:pt idx="9698">
                  <c:v/>
                </c:pt>
                <c:pt idx="9699">
                  <c:v/>
                </c:pt>
                <c:pt idx="9700">
                  <c:v/>
                </c:pt>
                <c:pt idx="9701">
                  <c:v/>
                </c:pt>
                <c:pt idx="9702">
                  <c:v/>
                </c:pt>
                <c:pt idx="9703">
                  <c:v/>
                </c:pt>
                <c:pt idx="9704">
                  <c:v/>
                </c:pt>
                <c:pt idx="9705">
                  <c:v/>
                </c:pt>
                <c:pt idx="9706">
                  <c:v/>
                </c:pt>
                <c:pt idx="9707">
                  <c:v/>
                </c:pt>
                <c:pt idx="9708">
                  <c:v/>
                </c:pt>
                <c:pt idx="9709">
                  <c:v/>
                </c:pt>
                <c:pt idx="9710">
                  <c:v/>
                </c:pt>
                <c:pt idx="9711">
                  <c:v/>
                </c:pt>
                <c:pt idx="9712">
                  <c:v/>
                </c:pt>
                <c:pt idx="9713">
                  <c:v/>
                </c:pt>
                <c:pt idx="9714">
                  <c:v/>
                </c:pt>
                <c:pt idx="9715">
                  <c:v/>
                </c:pt>
                <c:pt idx="9716">
                  <c:v/>
                </c:pt>
                <c:pt idx="9717">
                  <c:v/>
                </c:pt>
                <c:pt idx="9718">
                  <c:v/>
                </c:pt>
                <c:pt idx="9719">
                  <c:v/>
                </c:pt>
                <c:pt idx="9720">
                  <c:v/>
                </c:pt>
                <c:pt idx="9721">
                  <c:v/>
                </c:pt>
                <c:pt idx="9722">
                  <c:v/>
                </c:pt>
                <c:pt idx="9723">
                  <c:v/>
                </c:pt>
                <c:pt idx="9724">
                  <c:v/>
                </c:pt>
                <c:pt idx="9725">
                  <c:v/>
                </c:pt>
                <c:pt idx="9726">
                  <c:v/>
                </c:pt>
                <c:pt idx="9727">
                  <c:v/>
                </c:pt>
                <c:pt idx="9728">
                  <c:v/>
                </c:pt>
                <c:pt idx="9729">
                  <c:v/>
                </c:pt>
                <c:pt idx="9730">
                  <c:v/>
                </c:pt>
                <c:pt idx="9731">
                  <c:v/>
                </c:pt>
                <c:pt idx="9732">
                  <c:v/>
                </c:pt>
                <c:pt idx="9733">
                  <c:v/>
                </c:pt>
                <c:pt idx="9734">
                  <c:v/>
                </c:pt>
                <c:pt idx="9735">
                  <c:v/>
                </c:pt>
                <c:pt idx="9736">
                  <c:v/>
                </c:pt>
                <c:pt idx="9737">
                  <c:v/>
                </c:pt>
                <c:pt idx="9738">
                  <c:v/>
                </c:pt>
                <c:pt idx="9739">
                  <c:v/>
                </c:pt>
                <c:pt idx="9740">
                  <c:v/>
                </c:pt>
                <c:pt idx="9741">
                  <c:v/>
                </c:pt>
                <c:pt idx="9742">
                  <c:v/>
                </c:pt>
                <c:pt idx="9743">
                  <c:v/>
                </c:pt>
                <c:pt idx="9744">
                  <c:v/>
                </c:pt>
                <c:pt idx="9745">
                  <c:v/>
                </c:pt>
                <c:pt idx="9746">
                  <c:v/>
                </c:pt>
                <c:pt idx="9747">
                  <c:v/>
                </c:pt>
                <c:pt idx="9748">
                  <c:v/>
                </c:pt>
                <c:pt idx="9749">
                  <c:v/>
                </c:pt>
                <c:pt idx="9750">
                  <c:v/>
                </c:pt>
                <c:pt idx="9751">
                  <c:v/>
                </c:pt>
                <c:pt idx="9752">
                  <c:v/>
                </c:pt>
                <c:pt idx="9753">
                  <c:v/>
                </c:pt>
                <c:pt idx="9754">
                  <c:v/>
                </c:pt>
                <c:pt idx="9755">
                  <c:v/>
                </c:pt>
                <c:pt idx="9756">
                  <c:v/>
                </c:pt>
                <c:pt idx="9757">
                  <c:v/>
                </c:pt>
                <c:pt idx="9758">
                  <c:v/>
                </c:pt>
                <c:pt idx="9759">
                  <c:v/>
                </c:pt>
                <c:pt idx="9760">
                  <c:v/>
                </c:pt>
                <c:pt idx="9761">
                  <c:v/>
                </c:pt>
                <c:pt idx="9762">
                  <c:v/>
                </c:pt>
                <c:pt idx="9763">
                  <c:v/>
                </c:pt>
                <c:pt idx="9764">
                  <c:v/>
                </c:pt>
                <c:pt idx="9765">
                  <c:v/>
                </c:pt>
                <c:pt idx="9766">
                  <c:v/>
                </c:pt>
                <c:pt idx="9767">
                  <c:v/>
                </c:pt>
                <c:pt idx="9768">
                  <c:v/>
                </c:pt>
                <c:pt idx="9769">
                  <c:v/>
                </c:pt>
                <c:pt idx="9770">
                  <c:v/>
                </c:pt>
                <c:pt idx="9771">
                  <c:v/>
                </c:pt>
                <c:pt idx="9772">
                  <c:v/>
                </c:pt>
                <c:pt idx="9773">
                  <c:v/>
                </c:pt>
                <c:pt idx="9774">
                  <c:v/>
                </c:pt>
                <c:pt idx="9775">
                  <c:v/>
                </c:pt>
                <c:pt idx="9776">
                  <c:v/>
                </c:pt>
                <c:pt idx="9777">
                  <c:v/>
                </c:pt>
                <c:pt idx="9778">
                  <c:v/>
                </c:pt>
                <c:pt idx="9779">
                  <c:v/>
                </c:pt>
                <c:pt idx="9780">
                  <c:v/>
                </c:pt>
                <c:pt idx="9781">
                  <c:v/>
                </c:pt>
                <c:pt idx="9782">
                  <c:v/>
                </c:pt>
                <c:pt idx="9783">
                  <c:v/>
                </c:pt>
                <c:pt idx="9784">
                  <c:v/>
                </c:pt>
                <c:pt idx="9785">
                  <c:v/>
                </c:pt>
                <c:pt idx="9786">
                  <c:v/>
                </c:pt>
                <c:pt idx="9787">
                  <c:v/>
                </c:pt>
                <c:pt idx="9788">
                  <c:v/>
                </c:pt>
                <c:pt idx="9789">
                  <c:v/>
                </c:pt>
                <c:pt idx="9790">
                  <c:v/>
                </c:pt>
                <c:pt idx="9791">
                  <c:v/>
                </c:pt>
                <c:pt idx="9792">
                  <c:v/>
                </c:pt>
                <c:pt idx="9793">
                  <c:v/>
                </c:pt>
                <c:pt idx="9794">
                  <c:v/>
                </c:pt>
                <c:pt idx="9795">
                  <c:v/>
                </c:pt>
                <c:pt idx="9796">
                  <c:v/>
                </c:pt>
                <c:pt idx="9797">
                  <c:v/>
                </c:pt>
                <c:pt idx="9798">
                  <c:v/>
                </c:pt>
                <c:pt idx="9799">
                  <c:v/>
                </c:pt>
                <c:pt idx="9800">
                  <c:v/>
                </c:pt>
                <c:pt idx="9801">
                  <c:v/>
                </c:pt>
                <c:pt idx="9802">
                  <c:v/>
                </c:pt>
                <c:pt idx="9803">
                  <c:v/>
                </c:pt>
                <c:pt idx="9804">
                  <c:v/>
                </c:pt>
                <c:pt idx="9805">
                  <c:v/>
                </c:pt>
                <c:pt idx="9806">
                  <c:v/>
                </c:pt>
                <c:pt idx="9807">
                  <c:v/>
                </c:pt>
                <c:pt idx="9808">
                  <c:v/>
                </c:pt>
                <c:pt idx="9809">
                  <c:v/>
                </c:pt>
                <c:pt idx="9810">
                  <c:v/>
                </c:pt>
                <c:pt idx="9811">
                  <c:v/>
                </c:pt>
                <c:pt idx="9812">
                  <c:v/>
                </c:pt>
                <c:pt idx="9813">
                  <c:v/>
                </c:pt>
                <c:pt idx="9814">
                  <c:v/>
                </c:pt>
                <c:pt idx="9815">
                  <c:v/>
                </c:pt>
                <c:pt idx="9816">
                  <c:v/>
                </c:pt>
                <c:pt idx="9817">
                  <c:v/>
                </c:pt>
                <c:pt idx="9818">
                  <c:v/>
                </c:pt>
                <c:pt idx="9819">
                  <c:v/>
                </c:pt>
                <c:pt idx="9820">
                  <c:v/>
                </c:pt>
                <c:pt idx="9821">
                  <c:v/>
                </c:pt>
                <c:pt idx="9822">
                  <c:v/>
                </c:pt>
                <c:pt idx="9823">
                  <c:v/>
                </c:pt>
                <c:pt idx="9824">
                  <c:v/>
                </c:pt>
                <c:pt idx="9825">
                  <c:v/>
                </c:pt>
                <c:pt idx="9826">
                  <c:v/>
                </c:pt>
                <c:pt idx="9827">
                  <c:v/>
                </c:pt>
                <c:pt idx="9828">
                  <c:v/>
                </c:pt>
                <c:pt idx="9829">
                  <c:v/>
                </c:pt>
                <c:pt idx="9830">
                  <c:v/>
                </c:pt>
                <c:pt idx="9831">
                  <c:v/>
                </c:pt>
                <c:pt idx="9832">
                  <c:v/>
                </c:pt>
                <c:pt idx="9833">
                  <c:v/>
                </c:pt>
                <c:pt idx="9834">
                  <c:v/>
                </c:pt>
                <c:pt idx="9835">
                  <c:v/>
                </c:pt>
                <c:pt idx="9836">
                  <c:v/>
                </c:pt>
                <c:pt idx="9837">
                  <c:v/>
                </c:pt>
                <c:pt idx="9838">
                  <c:v/>
                </c:pt>
                <c:pt idx="9839">
                  <c:v/>
                </c:pt>
                <c:pt idx="9840">
                  <c:v/>
                </c:pt>
                <c:pt idx="9841">
                  <c:v/>
                </c:pt>
                <c:pt idx="9842">
                  <c:v/>
                </c:pt>
                <c:pt idx="9843">
                  <c:v/>
                </c:pt>
                <c:pt idx="9844">
                  <c:v/>
                </c:pt>
                <c:pt idx="9845">
                  <c:v/>
                </c:pt>
                <c:pt idx="9846">
                  <c:v/>
                </c:pt>
                <c:pt idx="9847">
                  <c:v/>
                </c:pt>
                <c:pt idx="9848">
                  <c:v/>
                </c:pt>
                <c:pt idx="9849">
                  <c:v/>
                </c:pt>
                <c:pt idx="9850">
                  <c:v/>
                </c:pt>
                <c:pt idx="9851">
                  <c:v/>
                </c:pt>
                <c:pt idx="9852">
                  <c:v/>
                </c:pt>
                <c:pt idx="9853">
                  <c:v/>
                </c:pt>
                <c:pt idx="9854">
                  <c:v/>
                </c:pt>
                <c:pt idx="9855">
                  <c:v/>
                </c:pt>
                <c:pt idx="9856">
                  <c:v/>
                </c:pt>
                <c:pt idx="9857">
                  <c:v/>
                </c:pt>
                <c:pt idx="9858">
                  <c:v/>
                </c:pt>
                <c:pt idx="9859">
                  <c:v/>
                </c:pt>
                <c:pt idx="9860">
                  <c:v/>
                </c:pt>
                <c:pt idx="9861">
                  <c:v/>
                </c:pt>
                <c:pt idx="9862">
                  <c:v/>
                </c:pt>
                <c:pt idx="9863">
                  <c:v/>
                </c:pt>
                <c:pt idx="9864">
                  <c:v/>
                </c:pt>
                <c:pt idx="9865">
                  <c:v/>
                </c:pt>
                <c:pt idx="9866">
                  <c:v/>
                </c:pt>
                <c:pt idx="9867">
                  <c:v/>
                </c:pt>
                <c:pt idx="9868">
                  <c:v/>
                </c:pt>
                <c:pt idx="9869">
                  <c:v/>
                </c:pt>
                <c:pt idx="9870">
                  <c:v/>
                </c:pt>
                <c:pt idx="9871">
                  <c:v/>
                </c:pt>
                <c:pt idx="9872">
                  <c:v/>
                </c:pt>
                <c:pt idx="9873">
                  <c:v/>
                </c:pt>
                <c:pt idx="9874">
                  <c:v/>
                </c:pt>
                <c:pt idx="9875">
                  <c:v/>
                </c:pt>
                <c:pt idx="9876">
                  <c:v/>
                </c:pt>
                <c:pt idx="9877">
                  <c:v/>
                </c:pt>
                <c:pt idx="9878">
                  <c:v/>
                </c:pt>
                <c:pt idx="9879">
                  <c:v/>
                </c:pt>
                <c:pt idx="9880">
                  <c:v/>
                </c:pt>
                <c:pt idx="9881">
                  <c:v/>
                </c:pt>
                <c:pt idx="9882">
                  <c:v/>
                </c:pt>
                <c:pt idx="9883">
                  <c:v/>
                </c:pt>
                <c:pt idx="9884">
                  <c:v/>
                </c:pt>
                <c:pt idx="9885">
                  <c:v/>
                </c:pt>
                <c:pt idx="9886">
                  <c:v/>
                </c:pt>
                <c:pt idx="9887">
                  <c:v/>
                </c:pt>
                <c:pt idx="9888">
                  <c:v/>
                </c:pt>
                <c:pt idx="9889">
                  <c:v/>
                </c:pt>
                <c:pt idx="9890">
                  <c:v/>
                </c:pt>
                <c:pt idx="9891">
                  <c:v/>
                </c:pt>
                <c:pt idx="9892">
                  <c:v/>
                </c:pt>
                <c:pt idx="9893">
                  <c:v/>
                </c:pt>
                <c:pt idx="9894">
                  <c:v/>
                </c:pt>
                <c:pt idx="9895">
                  <c:v/>
                </c:pt>
                <c:pt idx="9896">
                  <c:v/>
                </c:pt>
                <c:pt idx="9897">
                  <c:v/>
                </c:pt>
                <c:pt idx="9898">
                  <c:v/>
                </c:pt>
                <c:pt idx="9899">
                  <c:v/>
                </c:pt>
                <c:pt idx="9900">
                  <c:v/>
                </c:pt>
                <c:pt idx="9901">
                  <c:v/>
                </c:pt>
                <c:pt idx="9902">
                  <c:v/>
                </c:pt>
                <c:pt idx="9903">
                  <c:v/>
                </c:pt>
                <c:pt idx="9904">
                  <c:v/>
                </c:pt>
                <c:pt idx="9905">
                  <c:v/>
                </c:pt>
                <c:pt idx="9906">
                  <c:v/>
                </c:pt>
                <c:pt idx="9907">
                  <c:v/>
                </c:pt>
                <c:pt idx="9908">
                  <c:v/>
                </c:pt>
                <c:pt idx="9909">
                  <c:v/>
                </c:pt>
                <c:pt idx="9910">
                  <c:v/>
                </c:pt>
                <c:pt idx="9911">
                  <c:v/>
                </c:pt>
                <c:pt idx="9912">
                  <c:v/>
                </c:pt>
                <c:pt idx="9913">
                  <c:v/>
                </c:pt>
                <c:pt idx="9914">
                  <c:v/>
                </c:pt>
                <c:pt idx="9915">
                  <c:v/>
                </c:pt>
                <c:pt idx="9916">
                  <c:v/>
                </c:pt>
                <c:pt idx="9917">
                  <c:v/>
                </c:pt>
                <c:pt idx="9918">
                  <c:v/>
                </c:pt>
                <c:pt idx="9919">
                  <c:v/>
                </c:pt>
                <c:pt idx="9920">
                  <c:v/>
                </c:pt>
                <c:pt idx="9921">
                  <c:v/>
                </c:pt>
                <c:pt idx="9922">
                  <c:v/>
                </c:pt>
                <c:pt idx="9923">
                  <c:v/>
                </c:pt>
                <c:pt idx="9924">
                  <c:v/>
                </c:pt>
                <c:pt idx="9925">
                  <c:v/>
                </c:pt>
                <c:pt idx="9926">
                  <c:v/>
                </c:pt>
                <c:pt idx="9927">
                  <c:v/>
                </c:pt>
                <c:pt idx="9928">
                  <c:v/>
                </c:pt>
                <c:pt idx="9929">
                  <c:v/>
                </c:pt>
                <c:pt idx="9930">
                  <c:v/>
                </c:pt>
                <c:pt idx="9931">
                  <c:v/>
                </c:pt>
                <c:pt idx="9932">
                  <c:v/>
                </c:pt>
                <c:pt idx="9933">
                  <c:v/>
                </c:pt>
                <c:pt idx="9934">
                  <c:v/>
                </c:pt>
                <c:pt idx="9935">
                  <c:v/>
                </c:pt>
                <c:pt idx="9936">
                  <c:v/>
                </c:pt>
                <c:pt idx="9937">
                  <c:v/>
                </c:pt>
                <c:pt idx="9938">
                  <c:v/>
                </c:pt>
                <c:pt idx="9939">
                  <c:v/>
                </c:pt>
                <c:pt idx="9940">
                  <c:v/>
                </c:pt>
                <c:pt idx="9941">
                  <c:v/>
                </c:pt>
                <c:pt idx="9942">
                  <c:v/>
                </c:pt>
                <c:pt idx="9943">
                  <c:v/>
                </c:pt>
                <c:pt idx="9944">
                  <c:v/>
                </c:pt>
                <c:pt idx="9945">
                  <c:v/>
                </c:pt>
                <c:pt idx="9946">
                  <c:v/>
                </c:pt>
                <c:pt idx="9947">
                  <c:v/>
                </c:pt>
                <c:pt idx="9948">
                  <c:v/>
                </c:pt>
                <c:pt idx="9949">
                  <c:v/>
                </c:pt>
                <c:pt idx="9950">
                  <c:v/>
                </c:pt>
                <c:pt idx="9951">
                  <c:v/>
                </c:pt>
                <c:pt idx="9952">
                  <c:v/>
                </c:pt>
                <c:pt idx="9953">
                  <c:v/>
                </c:pt>
                <c:pt idx="9954">
                  <c:v/>
                </c:pt>
                <c:pt idx="9955">
                  <c:v/>
                </c:pt>
                <c:pt idx="9956">
                  <c:v/>
                </c:pt>
                <c:pt idx="9957">
                  <c:v/>
                </c:pt>
                <c:pt idx="9958">
                  <c:v/>
                </c:pt>
                <c:pt idx="9959">
                  <c:v/>
                </c:pt>
                <c:pt idx="9960">
                  <c:v/>
                </c:pt>
                <c:pt idx="9961">
                  <c:v/>
                </c:pt>
                <c:pt idx="9962">
                  <c:v/>
                </c:pt>
                <c:pt idx="9963">
                  <c:v/>
                </c:pt>
                <c:pt idx="9964">
                  <c:v/>
                </c:pt>
                <c:pt idx="9965">
                  <c:v/>
                </c:pt>
                <c:pt idx="9966">
                  <c:v/>
                </c:pt>
                <c:pt idx="9967">
                  <c:v/>
                </c:pt>
                <c:pt idx="9968">
                  <c:v/>
                </c:pt>
                <c:pt idx="9969">
                  <c:v/>
                </c:pt>
                <c:pt idx="9970">
                  <c:v/>
                </c:pt>
                <c:pt idx="9971">
                  <c:v/>
                </c:pt>
                <c:pt idx="9972">
                  <c:v/>
                </c:pt>
                <c:pt idx="9973">
                  <c:v/>
                </c:pt>
                <c:pt idx="9974">
                  <c:v/>
                </c:pt>
                <c:pt idx="9975">
                  <c:v/>
                </c:pt>
                <c:pt idx="9976">
                  <c:v/>
                </c:pt>
                <c:pt idx="9977">
                  <c:v/>
                </c:pt>
                <c:pt idx="9978">
                  <c:v/>
                </c:pt>
                <c:pt idx="9979">
                  <c:v/>
                </c:pt>
                <c:pt idx="9980">
                  <c:v/>
                </c:pt>
                <c:pt idx="9981">
                  <c:v/>
                </c:pt>
                <c:pt idx="9982">
                  <c:v/>
                </c:pt>
                <c:pt idx="9983">
                  <c:v/>
                </c:pt>
                <c:pt idx="9984">
                  <c:v/>
                </c:pt>
                <c:pt idx="9985">
                  <c:v/>
                </c:pt>
                <c:pt idx="9986">
                  <c:v/>
                </c:pt>
                <c:pt idx="9987">
                  <c:v/>
                </c:pt>
                <c:pt idx="9988">
                  <c:v/>
                </c:pt>
                <c:pt idx="9989">
                  <c:v/>
                </c:pt>
                <c:pt idx="9990">
                  <c:v/>
                </c:pt>
                <c:pt idx="9991">
                  <c:v/>
                </c:pt>
                <c:pt idx="9992">
                  <c:v/>
                </c:pt>
                <c:pt idx="9993">
                  <c:v/>
                </c:pt>
              </c:strCache>
            </c:strRef>
          </c:cat>
          <c:val>
            <c:numRef>
              <c:f>1</c:f>
              <c:numCache>
                <c:formatCode>General</c:formatCode>
                <c:ptCount val="9994"/>
                <c:pt idx="0">
                  <c:v>76.9</c:v>
                </c:pt>
                <c:pt idx="1">
                  <c:v>75.5</c:v>
                </c:pt>
                <c:pt idx="2">
                  <c:v>77.8</c:v>
                </c:pt>
                <c:pt idx="3">
                  <c:v>76</c:v>
                </c:pt>
                <c:pt idx="4">
                  <c:v>75.1</c:v>
                </c:pt>
                <c:pt idx="5">
                  <c:v>72.3</c:v>
                </c:pt>
                <c:pt idx="6">
                  <c:v>74.2</c:v>
                </c:pt>
                <c:pt idx="7">
                  <c:v>74</c:v>
                </c:pt>
                <c:pt idx="8">
                  <c:v>74.6</c:v>
                </c:pt>
                <c:pt idx="9">
                  <c:v>75.8</c:v>
                </c:pt>
                <c:pt idx="10">
                  <c:v>74.6</c:v>
                </c:pt>
                <c:pt idx="11">
                  <c:v>73.7</c:v>
                </c:pt>
                <c:pt idx="12">
                  <c:v>72.7</c:v>
                </c:pt>
                <c:pt idx="13">
                  <c:v>73.5</c:v>
                </c:pt>
                <c:pt idx="14">
                  <c:v>76.5</c:v>
                </c:pt>
                <c:pt idx="15">
                  <c:v>77.4</c:v>
                </c:pt>
                <c:pt idx="16">
                  <c:v>76.3</c:v>
                </c:pt>
                <c:pt idx="17">
                  <c:v>77.5</c:v>
                </c:pt>
                <c:pt idx="18">
                  <c:v>78.7</c:v>
                </c:pt>
                <c:pt idx="19">
                  <c:v>79.7</c:v>
                </c:pt>
                <c:pt idx="20">
                  <c:v>80.9</c:v>
                </c:pt>
                <c:pt idx="21">
                  <c:v>77.8</c:v>
                </c:pt>
                <c:pt idx="22">
                  <c:v>79</c:v>
                </c:pt>
                <c:pt idx="23">
                  <c:v>80.9</c:v>
                </c:pt>
                <c:pt idx="24">
                  <c:v>80.9</c:v>
                </c:pt>
                <c:pt idx="25">
                  <c:v>82.1</c:v>
                </c:pt>
                <c:pt idx="26">
                  <c:v>82.3</c:v>
                </c:pt>
                <c:pt idx="27">
                  <c:v>83.6</c:v>
                </c:pt>
                <c:pt idx="28">
                  <c:v>87.3</c:v>
                </c:pt>
                <c:pt idx="29">
                  <c:v>86.6</c:v>
                </c:pt>
                <c:pt idx="30">
                  <c:v>87.6</c:v>
                </c:pt>
                <c:pt idx="31">
                  <c:v>86.9</c:v>
                </c:pt>
                <c:pt idx="32">
                  <c:v>87.9</c:v>
                </c:pt>
                <c:pt idx="33">
                  <c:v>90.2</c:v>
                </c:pt>
                <c:pt idx="34">
                  <c:v>88.6</c:v>
                </c:pt>
                <c:pt idx="35">
                  <c:v>84.5</c:v>
                </c:pt>
                <c:pt idx="36">
                  <c:v>88.9</c:v>
                </c:pt>
                <c:pt idx="37">
                  <c:v>94</c:v>
                </c:pt>
                <c:pt idx="38">
                  <c:v>94.5</c:v>
                </c:pt>
                <c:pt idx="39">
                  <c:v>93.2</c:v>
                </c:pt>
                <c:pt idx="40">
                  <c:v>94.2</c:v>
                </c:pt>
                <c:pt idx="41">
                  <c:v>92.6</c:v>
                </c:pt>
                <c:pt idx="42">
                  <c:v>88.9</c:v>
                </c:pt>
                <c:pt idx="43">
                  <c:v>82.8</c:v>
                </c:pt>
                <c:pt idx="44">
                  <c:v>85.4</c:v>
                </c:pt>
                <c:pt idx="45">
                  <c:v>84.8</c:v>
                </c:pt>
                <c:pt idx="46">
                  <c:v>86.9</c:v>
                </c:pt>
                <c:pt idx="47">
                  <c:v>91.4</c:v>
                </c:pt>
                <c:pt idx="48">
                  <c:v>92.1</c:v>
                </c:pt>
                <c:pt idx="49">
                  <c:v>95.7</c:v>
                </c:pt>
                <c:pt idx="50">
                  <c:v>101.7</c:v>
                </c:pt>
                <c:pt idx="51">
                  <c:v>95.3</c:v>
                </c:pt>
                <c:pt idx="52">
                  <c:v>92.7</c:v>
                </c:pt>
                <c:pt idx="53">
                  <c:v>90</c:v>
                </c:pt>
                <c:pt idx="54">
                  <c:v>87.7</c:v>
                </c:pt>
                <c:pt idx="55">
                  <c:v>87.8</c:v>
                </c:pt>
                <c:pt idx="56">
                  <c:v>88.8</c:v>
                </c:pt>
                <c:pt idx="57">
                  <c:v>86.1</c:v>
                </c:pt>
                <c:pt idx="58">
                  <c:v>90.8</c:v>
                </c:pt>
                <c:pt idx="59">
                  <c:v>92.4</c:v>
                </c:pt>
                <c:pt idx="60">
                  <c:v>88.5</c:v>
                </c:pt>
                <c:pt idx="61">
                  <c:v>89.8</c:v>
                </c:pt>
                <c:pt idx="62">
                  <c:v>89.2</c:v>
                </c:pt>
                <c:pt idx="63">
                  <c:v>88.8</c:v>
                </c:pt>
                <c:pt idx="64">
                  <c:v>88.3</c:v>
                </c:pt>
                <c:pt idx="65">
                  <c:v>86</c:v>
                </c:pt>
                <c:pt idx="66">
                  <c:v>86.1</c:v>
                </c:pt>
                <c:pt idx="67">
                  <c:v>86.3</c:v>
                </c:pt>
                <c:pt idx="68">
                  <c:v>88.9</c:v>
                </c:pt>
                <c:pt idx="69">
                  <c:v>88.8</c:v>
                </c:pt>
                <c:pt idx="70">
                  <c:v>87.3</c:v>
                </c:pt>
                <c:pt idx="71">
                  <c:v>86.9</c:v>
                </c:pt>
                <c:pt idx="72">
                  <c:v>85.2</c:v>
                </c:pt>
                <c:pt idx="73">
                  <c:v>86.9</c:v>
                </c:pt>
                <c:pt idx="74">
                  <c:v>89.5</c:v>
                </c:pt>
                <c:pt idx="75">
                  <c:v>88.4</c:v>
                </c:pt>
                <c:pt idx="76">
                  <c:v>92.3</c:v>
                </c:pt>
                <c:pt idx="77">
                  <c:v>97</c:v>
                </c:pt>
                <c:pt idx="78">
                  <c:v>97.4</c:v>
                </c:pt>
                <c:pt idx="79">
                  <c:v>97.7</c:v>
                </c:pt>
                <c:pt idx="80">
                  <c:v>97.7</c:v>
                </c:pt>
                <c:pt idx="81">
                  <c:v>98.7</c:v>
                </c:pt>
                <c:pt idx="82">
                  <c:v>97.5</c:v>
                </c:pt>
                <c:pt idx="83">
                  <c:v>97.2</c:v>
                </c:pt>
                <c:pt idx="84">
                  <c:v>96.2</c:v>
                </c:pt>
                <c:pt idx="85">
                  <c:v>98.6</c:v>
                </c:pt>
                <c:pt idx="86">
                  <c:v>99.8</c:v>
                </c:pt>
                <c:pt idx="87">
                  <c:v>101.1</c:v>
                </c:pt>
                <c:pt idx="88">
                  <c:v>100.4</c:v>
                </c:pt>
                <c:pt idx="89">
                  <c:v>103.3</c:v>
                </c:pt>
                <c:pt idx="90">
                  <c:v>104.2</c:v>
                </c:pt>
                <c:pt idx="91">
                  <c:v>101</c:v>
                </c:pt>
                <c:pt idx="92">
                  <c:v>101.9</c:v>
                </c:pt>
                <c:pt idx="93">
                  <c:v>103.2</c:v>
                </c:pt>
                <c:pt idx="94">
                  <c:v>102.8</c:v>
                </c:pt>
                <c:pt idx="95">
                  <c:v>100.4</c:v>
                </c:pt>
                <c:pt idx="96">
                  <c:v>98.7</c:v>
                </c:pt>
                <c:pt idx="97">
                  <c:v>96.7</c:v>
                </c:pt>
                <c:pt idx="98">
                  <c:v>98.7</c:v>
                </c:pt>
                <c:pt idx="99">
                  <c:v>97</c:v>
                </c:pt>
                <c:pt idx="100">
                  <c:v>95.2</c:v>
                </c:pt>
                <c:pt idx="101">
                  <c:v>97.3</c:v>
                </c:pt>
                <c:pt idx="102">
                  <c:v>99.6</c:v>
                </c:pt>
                <c:pt idx="103">
                  <c:v>100.4</c:v>
                </c:pt>
                <c:pt idx="104">
                  <c:v>95.3</c:v>
                </c:pt>
                <c:pt idx="105">
                  <c:v>95.5</c:v>
                </c:pt>
                <c:pt idx="106">
                  <c:v>94.2</c:v>
                </c:pt>
                <c:pt idx="107">
                  <c:v>96.6</c:v>
                </c:pt>
                <c:pt idx="108">
                  <c:v>80.3</c:v>
                </c:pt>
                <c:pt idx="109">
                  <c:v>82.5</c:v>
                </c:pt>
                <c:pt idx="110">
                  <c:v>80.9</c:v>
                </c:pt>
                <c:pt idx="111">
                  <c:v>76.4</c:v>
                </c:pt>
                <c:pt idx="112">
                  <c:v>78.4</c:v>
                </c:pt>
                <c:pt idx="113">
                  <c:v>75.2</c:v>
                </c:pt>
                <c:pt idx="114">
                  <c:v>72.8</c:v>
                </c:pt>
                <c:pt idx="115">
                  <c:v>65.5</c:v>
                </c:pt>
                <c:pt idx="116">
                  <c:v>71.9</c:v>
                </c:pt>
                <c:pt idx="117">
                  <c:v>70.3</c:v>
                </c:pt>
                <c:pt idx="118">
                  <c:v>67.6</c:v>
                </c:pt>
                <c:pt idx="119">
                  <c:v>65.9</c:v>
                </c:pt>
                <c:pt idx="120">
                  <c:v>66.7</c:v>
                </c:pt>
                <c:pt idx="121">
                  <c:v>65</c:v>
                </c:pt>
                <c:pt idx="122">
                  <c:v>64.4</c:v>
                </c:pt>
                <c:pt idx="123">
                  <c:v>62.1</c:v>
                </c:pt>
                <c:pt idx="124">
                  <c:v>61.7</c:v>
                </c:pt>
                <c:pt idx="125">
                  <c:v>62.7</c:v>
                </c:pt>
                <c:pt idx="126">
                  <c:v>65.4</c:v>
                </c:pt>
                <c:pt idx="127">
                  <c:v>62.9</c:v>
                </c:pt>
                <c:pt idx="128">
                  <c:v>64.4</c:v>
                </c:pt>
                <c:pt idx="129">
                  <c:v>65.8</c:v>
                </c:pt>
                <c:pt idx="130">
                  <c:v>63.8</c:v>
                </c:pt>
                <c:pt idx="131">
                  <c:v>61.1</c:v>
                </c:pt>
                <c:pt idx="132">
                  <c:v>61.8</c:v>
                </c:pt>
                <c:pt idx="133">
                  <c:v>52.7</c:v>
                </c:pt>
                <c:pt idx="134">
                  <c:v>55.7</c:v>
                </c:pt>
                <c:pt idx="135">
                  <c:v>51.3</c:v>
                </c:pt>
                <c:pt idx="136">
                  <c:v>48.3</c:v>
                </c:pt>
                <c:pt idx="137">
                  <c:v>49.5</c:v>
                </c:pt>
                <c:pt idx="138">
                  <c:v>52.4</c:v>
                </c:pt>
                <c:pt idx="139">
                  <c:v>49.5</c:v>
                </c:pt>
                <c:pt idx="140">
                  <c:v>49.4</c:v>
                </c:pt>
                <c:pt idx="141">
                  <c:v>48.8</c:v>
                </c:pt>
                <c:pt idx="142">
                  <c:v>44.3</c:v>
                </c:pt>
                <c:pt idx="143">
                  <c:v>45.8</c:v>
                </c:pt>
                <c:pt idx="144">
                  <c:v>45.7</c:v>
                </c:pt>
                <c:pt idx="145">
                  <c:v>47.2</c:v>
                </c:pt>
                <c:pt idx="146">
                  <c:v>44.8</c:v>
                </c:pt>
                <c:pt idx="147">
                  <c:v>44.8</c:v>
                </c:pt>
                <c:pt idx="148">
                  <c:v>46.4</c:v>
                </c:pt>
                <c:pt idx="149">
                  <c:v>46.7</c:v>
                </c:pt>
                <c:pt idx="150">
                  <c:v>47.8</c:v>
                </c:pt>
                <c:pt idx="151">
                  <c:v>48.4</c:v>
                </c:pt>
                <c:pt idx="152">
                  <c:v>51.5</c:v>
                </c:pt>
                <c:pt idx="153">
                  <c:v>50.9</c:v>
                </c:pt>
                <c:pt idx="154">
                  <c:v>51.7</c:v>
                </c:pt>
                <c:pt idx="155">
                  <c:v>48.4</c:v>
                </c:pt>
                <c:pt idx="156">
                  <c:v>49.2</c:v>
                </c:pt>
                <c:pt idx="157">
                  <c:v>50.8</c:v>
                </c:pt>
                <c:pt idx="158">
                  <c:v>48.9</c:v>
                </c:pt>
                <c:pt idx="159">
                  <c:v>50</c:v>
                </c:pt>
                <c:pt idx="160">
                  <c:v>50.1</c:v>
                </c:pt>
                <c:pt idx="161">
                  <c:v>50.1</c:v>
                </c:pt>
                <c:pt idx="162">
                  <c:v>53</c:v>
                </c:pt>
                <c:pt idx="163">
                  <c:v>53.1</c:v>
                </c:pt>
                <c:pt idx="164">
                  <c:v>51.5</c:v>
                </c:pt>
                <c:pt idx="165">
                  <c:v>51.7</c:v>
                </c:pt>
                <c:pt idx="166">
                  <c:v>52.5</c:v>
                </c:pt>
                <c:pt idx="167">
                  <c:v>51.9</c:v>
                </c:pt>
                <c:pt idx="168">
                  <c:v>50.6</c:v>
                </c:pt>
                <c:pt idx="169">
                  <c:v>51.1</c:v>
                </c:pt>
                <c:pt idx="170">
                  <c:v>51.1</c:v>
                </c:pt>
                <c:pt idx="171">
                  <c:v>52.7</c:v>
                </c:pt>
                <c:pt idx="172">
                  <c:v>50.1</c:v>
                </c:pt>
                <c:pt idx="173">
                  <c:v>50.5</c:v>
                </c:pt>
                <c:pt idx="174">
                  <c:v>51.2</c:v>
                </c:pt>
                <c:pt idx="175">
                  <c:v>52.5</c:v>
                </c:pt>
                <c:pt idx="176">
                  <c:v>53.3</c:v>
                </c:pt>
                <c:pt idx="177">
                  <c:v>53.3</c:v>
                </c:pt>
                <c:pt idx="178">
                  <c:v>53.3</c:v>
                </c:pt>
                <c:pt idx="179">
                  <c:v>54.1</c:v>
                </c:pt>
                <c:pt idx="180">
                  <c:v>57.7</c:v>
                </c:pt>
                <c:pt idx="181">
                  <c:v>60.2</c:v>
                </c:pt>
                <c:pt idx="182">
                  <c:v>64.7</c:v>
                </c:pt>
                <c:pt idx="183">
                  <c:v>62</c:v>
                </c:pt>
                <c:pt idx="184">
                  <c:v>64.4</c:v>
                </c:pt>
                <c:pt idx="185">
                  <c:v>62.5</c:v>
                </c:pt>
                <c:pt idx="186">
                  <c:v>64.1</c:v>
                </c:pt>
                <c:pt idx="187">
                  <c:v>68</c:v>
                </c:pt>
                <c:pt idx="188">
                  <c:v>68.3</c:v>
                </c:pt>
                <c:pt idx="189">
                  <c:v>67.3</c:v>
                </c:pt>
                <c:pt idx="190">
                  <c:v>63.2</c:v>
                </c:pt>
                <c:pt idx="191">
                  <c:v>57.7</c:v>
                </c:pt>
                <c:pt idx="192">
                  <c:v>53.8</c:v>
                </c:pt>
                <c:pt idx="193">
                  <c:v>56.1</c:v>
                </c:pt>
                <c:pt idx="194">
                  <c:v>52.5</c:v>
                </c:pt>
                <c:pt idx="195">
                  <c:v>51.3</c:v>
                </c:pt>
                <c:pt idx="196">
                  <c:v>54.5</c:v>
                </c:pt>
                <c:pt idx="197">
                  <c:v>55.2</c:v>
                </c:pt>
                <c:pt idx="198">
                  <c:v>52.2</c:v>
                </c:pt>
                <c:pt idx="199">
                  <c:v>50.7</c:v>
                </c:pt>
                <c:pt idx="200">
                  <c:v>51</c:v>
                </c:pt>
                <c:pt idx="201">
                  <c:v>44.3</c:v>
                </c:pt>
                <c:pt idx="202">
                  <c:v>38</c:v>
                </c:pt>
                <c:pt idx="203">
                  <c:v>47.2</c:v>
                </c:pt>
                <c:pt idx="204">
                  <c:v>39.8</c:v>
                </c:pt>
                <c:pt idx="205">
                  <c:v>44.2</c:v>
                </c:pt>
                <c:pt idx="206">
                  <c:v>43.4</c:v>
                </c:pt>
                <c:pt idx="207">
                  <c:v>38.8</c:v>
                </c:pt>
                <c:pt idx="208">
                  <c:v>40.6</c:v>
                </c:pt>
                <c:pt idx="209">
                  <c:v>42.3</c:v>
                </c:pt>
                <c:pt idx="210">
                  <c:v>42.8</c:v>
                </c:pt>
                <c:pt idx="211">
                  <c:v>43.2</c:v>
                </c:pt>
                <c:pt idx="212">
                  <c:v>42.8</c:v>
                </c:pt>
                <c:pt idx="213">
                  <c:v>37.6</c:v>
                </c:pt>
                <c:pt idx="214">
                  <c:v>38.6</c:v>
                </c:pt>
                <c:pt idx="215">
                  <c:v>37</c:v>
                </c:pt>
                <c:pt idx="216">
                  <c:v>38.5</c:v>
                </c:pt>
                <c:pt idx="217">
                  <c:v>38.5</c:v>
                </c:pt>
                <c:pt idx="218">
                  <c:v>40.6</c:v>
                </c:pt>
                <c:pt idx="219">
                  <c:v>36.8</c:v>
                </c:pt>
                <c:pt idx="220">
                  <c:v>36.9</c:v>
                </c:pt>
                <c:pt idx="221">
                  <c:v>38.1</c:v>
                </c:pt>
                <c:pt idx="222">
                  <c:v>41.5</c:v>
                </c:pt>
                <c:pt idx="223">
                  <c:v>39.2</c:v>
                </c:pt>
                <c:pt idx="224">
                  <c:v>42.2</c:v>
                </c:pt>
                <c:pt idx="225">
                  <c:v>41.4</c:v>
                </c:pt>
                <c:pt idx="226">
                  <c:v>36.9</c:v>
                </c:pt>
                <c:pt idx="227">
                  <c:v>35.3</c:v>
                </c:pt>
                <c:pt idx="228">
                  <c:v>33.4</c:v>
                </c:pt>
                <c:pt idx="229">
                  <c:v>34.8</c:v>
                </c:pt>
                <c:pt idx="230">
                  <c:v>36.8</c:v>
                </c:pt>
                <c:pt idx="231">
                  <c:v>35.4</c:v>
                </c:pt>
                <c:pt idx="232">
                  <c:v>39.4</c:v>
                </c:pt>
                <c:pt idx="233">
                  <c:v>39.6</c:v>
                </c:pt>
                <c:pt idx="234">
                  <c:v>37.9</c:v>
                </c:pt>
                <c:pt idx="235">
                  <c:v>38.5</c:v>
                </c:pt>
                <c:pt idx="236">
                  <c:v>35.8</c:v>
                </c:pt>
                <c:pt idx="237">
                  <c:v>38.1</c:v>
                </c:pt>
                <c:pt idx="238">
                  <c:v>38.6</c:v>
                </c:pt>
                <c:pt idx="239">
                  <c:v>36.7</c:v>
                </c:pt>
                <c:pt idx="240">
                  <c:v>37.9</c:v>
                </c:pt>
                <c:pt idx="241">
                  <c:v>39</c:v>
                </c:pt>
                <c:pt idx="242">
                  <c:v>40.7</c:v>
                </c:pt>
                <c:pt idx="243">
                  <c:v>40.8</c:v>
                </c:pt>
                <c:pt idx="244">
                  <c:v>43.5</c:v>
                </c:pt>
                <c:pt idx="245">
                  <c:v>41.2</c:v>
                </c:pt>
                <c:pt idx="246">
                  <c:v>39.7</c:v>
                </c:pt>
                <c:pt idx="247">
                  <c:v>44.9</c:v>
                </c:pt>
                <c:pt idx="248">
                  <c:v>45.2</c:v>
                </c:pt>
                <c:pt idx="249">
                  <c:v>47</c:v>
                </c:pt>
                <c:pt idx="250">
                  <c:v>45.2</c:v>
                </c:pt>
                <c:pt idx="251">
                  <c:v>46.2</c:v>
                </c:pt>
                <c:pt idx="252">
                  <c:v>46.8</c:v>
                </c:pt>
                <c:pt idx="253">
                  <c:v>44.3</c:v>
                </c:pt>
                <c:pt idx="254">
                  <c:v>42.6</c:v>
                </c:pt>
                <c:pt idx="255">
                  <c:v>44.7</c:v>
                </c:pt>
                <c:pt idx="256">
                  <c:v>43</c:v>
                </c:pt>
                <c:pt idx="257">
                  <c:v>44.4</c:v>
                </c:pt>
                <c:pt idx="258">
                  <c:v>40.9</c:v>
                </c:pt>
                <c:pt idx="259">
                  <c:v>42</c:v>
                </c:pt>
                <c:pt idx="260">
                  <c:v>42.6</c:v>
                </c:pt>
                <c:pt idx="261">
                  <c:v>46.4</c:v>
                </c:pt>
                <c:pt idx="262">
                  <c:v>43.9</c:v>
                </c:pt>
                <c:pt idx="263">
                  <c:v>40.8</c:v>
                </c:pt>
                <c:pt idx="264">
                  <c:v>42.8</c:v>
                </c:pt>
                <c:pt idx="265">
                  <c:v>40.2</c:v>
                </c:pt>
                <c:pt idx="266">
                  <c:v>41.7</c:v>
                </c:pt>
                <c:pt idx="267">
                  <c:v>39.5</c:v>
                </c:pt>
                <c:pt idx="268">
                  <c:v>39.7</c:v>
                </c:pt>
                <c:pt idx="269">
                  <c:v>40.8</c:v>
                </c:pt>
                <c:pt idx="270">
                  <c:v>42.5</c:v>
                </c:pt>
                <c:pt idx="271">
                  <c:v>40.1</c:v>
                </c:pt>
                <c:pt idx="272">
                  <c:v>43</c:v>
                </c:pt>
                <c:pt idx="273">
                  <c:v>41.2</c:v>
                </c:pt>
                <c:pt idx="274">
                  <c:v>42.2</c:v>
                </c:pt>
                <c:pt idx="275">
                  <c:v>40.4</c:v>
                </c:pt>
                <c:pt idx="276">
                  <c:v>36.7</c:v>
                </c:pt>
                <c:pt idx="277">
                  <c:v>36.5</c:v>
                </c:pt>
                <c:pt idx="278">
                  <c:v>37.7</c:v>
                </c:pt>
                <c:pt idx="279">
                  <c:v>41.3</c:v>
                </c:pt>
                <c:pt idx="280">
                  <c:v>40.6</c:v>
                </c:pt>
                <c:pt idx="281">
                  <c:v>40.7</c:v>
                </c:pt>
                <c:pt idx="282">
                  <c:v>39</c:v>
                </c:pt>
                <c:pt idx="283">
                  <c:v>40.5</c:v>
                </c:pt>
                <c:pt idx="284">
                  <c:v>39.8</c:v>
                </c:pt>
                <c:pt idx="285">
                  <c:v>42.7</c:v>
                </c:pt>
                <c:pt idx="286">
                  <c:v>43.3</c:v>
                </c:pt>
                <c:pt idx="287">
                  <c:v>42.6</c:v>
                </c:pt>
                <c:pt idx="288">
                  <c:v>45.3</c:v>
                </c:pt>
                <c:pt idx="289">
                  <c:v>44.4</c:v>
                </c:pt>
                <c:pt idx="290">
                  <c:v>41.9</c:v>
                </c:pt>
                <c:pt idx="291">
                  <c:v>43.5</c:v>
                </c:pt>
                <c:pt idx="292">
                  <c:v>45.9</c:v>
                </c:pt>
                <c:pt idx="293">
                  <c:v>44.5</c:v>
                </c:pt>
                <c:pt idx="294">
                  <c:v>45.6</c:v>
                </c:pt>
                <c:pt idx="295">
                  <c:v>46.8</c:v>
                </c:pt>
                <c:pt idx="296">
                  <c:v>50</c:v>
                </c:pt>
                <c:pt idx="297">
                  <c:v>48.7</c:v>
                </c:pt>
                <c:pt idx="298">
                  <c:v>50.6</c:v>
                </c:pt>
                <c:pt idx="299">
                  <c:v>47.3</c:v>
                </c:pt>
                <c:pt idx="300">
                  <c:v>43.3</c:v>
                </c:pt>
                <c:pt idx="301">
                  <c:v>40.2</c:v>
                </c:pt>
                <c:pt idx="302">
                  <c:v>40.1</c:v>
                </c:pt>
                <c:pt idx="303">
                  <c:v>36.6</c:v>
                </c:pt>
                <c:pt idx="304">
                  <c:v>28.4</c:v>
                </c:pt>
                <c:pt idx="305">
                  <c:v>27.2</c:v>
                </c:pt>
                <c:pt idx="306">
                  <c:v>27</c:v>
                </c:pt>
                <c:pt idx="307">
                  <c:v>30.6</c:v>
                </c:pt>
                <c:pt idx="308">
                  <c:v>22.3</c:v>
                </c:pt>
                <c:pt idx="309">
                  <c:v>22.8</c:v>
                </c:pt>
                <c:pt idx="310">
                  <c:v>20.1</c:v>
                </c:pt>
                <c:pt idx="311">
                  <c:v>18.8</c:v>
                </c:pt>
                <c:pt idx="312">
                  <c:v>22.3</c:v>
                </c:pt>
                <c:pt idx="313">
                  <c:v>18.2</c:v>
                </c:pt>
                <c:pt idx="314">
                  <c:v>11.9</c:v>
                </c:pt>
                <c:pt idx="315">
                  <c:v>20.8</c:v>
                </c:pt>
                <c:pt idx="316">
                  <c:v>28.6</c:v>
                </c:pt>
                <c:pt idx="317">
                  <c:v>33.2</c:v>
                </c:pt>
                <c:pt idx="318">
                  <c:v>35.7</c:v>
                </c:pt>
                <c:pt idx="319">
                  <c:v>36.5</c:v>
                </c:pt>
                <c:pt idx="320">
                  <c:v>36.9</c:v>
                </c:pt>
                <c:pt idx="321">
                  <c:v>35.6</c:v>
                </c:pt>
                <c:pt idx="322">
                  <c:v>36.9</c:v>
                </c:pt>
                <c:pt idx="323">
                  <c:v>34.3</c:v>
                </c:pt>
                <c:pt idx="324">
                  <c:v>33.1</c:v>
                </c:pt>
                <c:pt idx="325">
                  <c:v>36</c:v>
                </c:pt>
                <c:pt idx="326">
                  <c:v>28.6</c:v>
                </c:pt>
                <c:pt idx="327">
                  <c:v>24.1</c:v>
                </c:pt>
                <c:pt idx="328">
                  <c:v>28.4</c:v>
                </c:pt>
                <c:pt idx="329">
                  <c:v>29.4</c:v>
                </c:pt>
                <c:pt idx="330">
                  <c:v>26.7</c:v>
                </c:pt>
                <c:pt idx="331">
                  <c:v>25.6</c:v>
                </c:pt>
                <c:pt idx="332">
                  <c:v>28.5</c:v>
                </c:pt>
                <c:pt idx="333">
                  <c:v>35.2</c:v>
                </c:pt>
                <c:pt idx="334">
                  <c:v>35.7</c:v>
                </c:pt>
                <c:pt idx="335">
                  <c:v>34.1</c:v>
                </c:pt>
                <c:pt idx="336">
                  <c:v>26.9</c:v>
                </c:pt>
                <c:pt idx="337">
                  <c:v>31</c:v>
                </c:pt>
                <c:pt idx="338">
                  <c:v>23.1</c:v>
                </c:pt>
                <c:pt idx="339">
                  <c:v>25.6</c:v>
                </c:pt>
                <c:pt idx="340">
                  <c:v>25.1</c:v>
                </c:pt>
                <c:pt idx="341">
                  <c:v>26.1</c:v>
                </c:pt>
                <c:pt idx="342">
                  <c:v>23.4</c:v>
                </c:pt>
                <c:pt idx="343">
                  <c:v>24</c:v>
                </c:pt>
                <c:pt idx="344">
                  <c:v>24.7</c:v>
                </c:pt>
                <c:pt idx="345">
                  <c:v>23.1</c:v>
                </c:pt>
                <c:pt idx="346">
                  <c:v>28.3</c:v>
                </c:pt>
                <c:pt idx="347">
                  <c:v>26.5</c:v>
                </c:pt>
                <c:pt idx="348">
                  <c:v>26.9</c:v>
                </c:pt>
                <c:pt idx="349">
                  <c:v>29.9</c:v>
                </c:pt>
                <c:pt idx="350">
                  <c:v>29.6</c:v>
                </c:pt>
                <c:pt idx="351">
                  <c:v>28.4</c:v>
                </c:pt>
                <c:pt idx="352">
                  <c:v>30.6</c:v>
                </c:pt>
                <c:pt idx="353">
                  <c:v>26.3</c:v>
                </c:pt>
                <c:pt idx="354">
                  <c:v>30</c:v>
                </c:pt>
                <c:pt idx="355">
                  <c:v>22</c:v>
                </c:pt>
                <c:pt idx="356">
                  <c:v>14</c:v>
                </c:pt>
                <c:pt idx="357">
                  <c:v>14.3</c:v>
                </c:pt>
                <c:pt idx="358">
                  <c:v>12.9</c:v>
                </c:pt>
                <c:pt idx="359">
                  <c:v>3.89999999999997</c:v>
                </c:pt>
                <c:pt idx="360">
                  <c:v>4.99999999999998</c:v>
                </c:pt>
                <c:pt idx="361">
                  <c:v>10.9</c:v>
                </c:pt>
                <c:pt idx="362">
                  <c:v>11.2</c:v>
                </c:pt>
                <c:pt idx="363">
                  <c:v>16</c:v>
                </c:pt>
                <c:pt idx="364">
                  <c:v>11.8</c:v>
                </c:pt>
                <c:pt idx="365">
                  <c:v>11.2</c:v>
                </c:pt>
                <c:pt idx="366">
                  <c:v>15.2</c:v>
                </c:pt>
                <c:pt idx="367">
                  <c:v>12.8</c:v>
                </c:pt>
                <c:pt idx="368">
                  <c:v>11.5</c:v>
                </c:pt>
                <c:pt idx="369">
                  <c:v>8.60000000000003</c:v>
                </c:pt>
                <c:pt idx="370">
                  <c:v>5.10000000000002</c:v>
                </c:pt>
                <c:pt idx="371">
                  <c:v>5.89999999999997</c:v>
                </c:pt>
                <c:pt idx="372">
                  <c:v>7.79999999999999</c:v>
                </c:pt>
                <c:pt idx="373">
                  <c:v>5.60000000000001</c:v>
                </c:pt>
                <c:pt idx="374">
                  <c:v>4.49999999999999</c:v>
                </c:pt>
                <c:pt idx="375">
                  <c:v>4.49999999999999</c:v>
                </c:pt>
                <c:pt idx="376">
                  <c:v>6.09999999999999</c:v>
                </c:pt>
                <c:pt idx="377">
                  <c:v>5.80000000000003</c:v>
                </c:pt>
                <c:pt idx="378">
                  <c:v>9.00000000000003</c:v>
                </c:pt>
                <c:pt idx="379">
                  <c:v>3.50000000000001</c:v>
                </c:pt>
                <c:pt idx="380">
                  <c:v>3.69999999999999</c:v>
                </c:pt>
                <c:pt idx="381">
                  <c:v>5.79999999999998</c:v>
                </c:pt>
                <c:pt idx="382">
                  <c:v>6.09999999999999</c:v>
                </c:pt>
                <c:pt idx="383">
                  <c:v>6.40000000000001</c:v>
                </c:pt>
                <c:pt idx="384">
                  <c:v>8.00000000000001</c:v>
                </c:pt>
                <c:pt idx="385">
                  <c:v>8.40000000000001</c:v>
                </c:pt>
                <c:pt idx="386">
                  <c:v>5.79999999999998</c:v>
                </c:pt>
                <c:pt idx="387">
                  <c:v>6.19999999999998</c:v>
                </c:pt>
                <c:pt idx="388">
                  <c:v>3.10000000000001</c:v>
                </c:pt>
                <c:pt idx="389">
                  <c:v>7.10000000000002</c:v>
                </c:pt>
                <c:pt idx="390">
                  <c:v>11.8</c:v>
                </c:pt>
                <c:pt idx="391">
                  <c:v>10.3</c:v>
                </c:pt>
                <c:pt idx="392">
                  <c:v>7.60000000000001</c:v>
                </c:pt>
                <c:pt idx="393">
                  <c:v>6.59999999999998</c:v>
                </c:pt>
                <c:pt idx="394">
                  <c:v>3.80000000000003</c:v>
                </c:pt>
                <c:pt idx="395">
                  <c:v>4.49999999999999</c:v>
                </c:pt>
                <c:pt idx="396">
                  <c:v>4.30000000000002</c:v>
                </c:pt>
                <c:pt idx="397">
                  <c:v>3.2</c:v>
                </c:pt>
                <c:pt idx="398">
                  <c:v>5.29999999999999</c:v>
                </c:pt>
                <c:pt idx="399">
                  <c:v>9.49999999999998</c:v>
                </c:pt>
                <c:pt idx="400">
                  <c:v>10.1</c:v>
                </c:pt>
                <c:pt idx="401">
                  <c:v>7.80000000000003</c:v>
                </c:pt>
                <c:pt idx="402">
                  <c:v>10.1</c:v>
                </c:pt>
                <c:pt idx="403">
                  <c:v>9.60000000000001</c:v>
                </c:pt>
                <c:pt idx="404">
                  <c:v>11.3</c:v>
                </c:pt>
                <c:pt idx="405">
                  <c:v>9.7</c:v>
                </c:pt>
                <c:pt idx="406">
                  <c:v>8.00000000000001</c:v>
                </c:pt>
                <c:pt idx="407">
                  <c:v>12.2</c:v>
                </c:pt>
                <c:pt idx="408">
                  <c:v>6.19999999999998</c:v>
                </c:pt>
                <c:pt idx="409">
                  <c:v>9.10000000000002</c:v>
                </c:pt>
                <c:pt idx="410">
                  <c:v>6.19999999999998</c:v>
                </c:pt>
                <c:pt idx="411">
                  <c:v>5.29999999999999</c:v>
                </c:pt>
                <c:pt idx="412">
                  <c:v>3.6</c:v>
                </c:pt>
                <c:pt idx="413">
                  <c:v>2.70000000000001</c:v>
                </c:pt>
                <c:pt idx="414">
                  <c:v>6.00000000000001</c:v>
                </c:pt>
                <c:pt idx="415">
                  <c:v>5.39999999999998</c:v>
                </c:pt>
                <c:pt idx="416">
                  <c:v>3.00000000000003</c:v>
                </c:pt>
                <c:pt idx="417">
                  <c:v>5.10000000000002</c:v>
                </c:pt>
                <c:pt idx="418">
                  <c:v>7.89999999999997</c:v>
                </c:pt>
                <c:pt idx="419">
                  <c:v>8.40000000000001</c:v>
                </c:pt>
                <c:pt idx="420">
                  <c:v>6.59999999999998</c:v>
                </c:pt>
                <c:pt idx="421">
                  <c:v>2.09999999999999</c:v>
                </c:pt>
                <c:pt idx="422">
                  <c:v>0.499999999999989</c:v>
                </c:pt>
                <c:pt idx="423">
                  <c:v>3.50000000000001</c:v>
                </c:pt>
                <c:pt idx="424">
                  <c:v>1.29999999999999</c:v>
                </c:pt>
                <c:pt idx="425">
                  <c:v>4.4</c:v>
                </c:pt>
                <c:pt idx="426">
                  <c:v>-10.7</c:v>
                </c:pt>
                <c:pt idx="427">
                  <c:v>-8.69999999999997</c:v>
                </c:pt>
                <c:pt idx="428">
                  <c:v>-21.3</c:v>
                </c:pt>
                <c:pt idx="429">
                  <c:v>-9.60000000000001</c:v>
                </c:pt>
                <c:pt idx="430">
                  <c:v>-0.600000000000023</c:v>
                </c:pt>
                <c:pt idx="431">
                  <c:v>-7.39999999999998</c:v>
                </c:pt>
                <c:pt idx="432">
                  <c:v>-8.99999999999999</c:v>
                </c:pt>
                <c:pt idx="433">
                  <c:v>-7.50000000000002</c:v>
                </c:pt>
                <c:pt idx="434">
                  <c:v>-5.49999999999997</c:v>
                </c:pt>
                <c:pt idx="435">
                  <c:v>-4.29999999999993</c:v>
                </c:pt>
                <c:pt idx="436">
                  <c:v>-6.19999999999994</c:v>
                </c:pt>
                <c:pt idx="437">
                  <c:v>-3.59999999999996</c:v>
                </c:pt>
                <c:pt idx="438">
                  <c:v>0.300000000000011</c:v>
                </c:pt>
                <c:pt idx="439">
                  <c:v>3.59999999999996</c:v>
                </c:pt>
                <c:pt idx="440">
                  <c:v>-2.59999999999998</c:v>
                </c:pt>
                <c:pt idx="441">
                  <c:v>-2.4</c:v>
                </c:pt>
                <c:pt idx="442">
                  <c:v>3.50000000000001</c:v>
                </c:pt>
                <c:pt idx="443">
                  <c:v>6.49999999999995</c:v>
                </c:pt>
                <c:pt idx="444">
                  <c:v>8.90000000000004</c:v>
                </c:pt>
                <c:pt idx="445">
                  <c:v>13.7</c:v>
                </c:pt>
                <c:pt idx="446">
                  <c:v>19.8</c:v>
                </c:pt>
                <c:pt idx="447">
                  <c:v>12.5</c:v>
                </c:pt>
                <c:pt idx="448">
                  <c:v>7.09999999999997</c:v>
                </c:pt>
                <c:pt idx="449">
                  <c:v>5.90000000000002</c:v>
                </c:pt>
                <c:pt idx="450">
                  <c:v>5.49999999999997</c:v>
                </c:pt>
                <c:pt idx="451">
                  <c:v>5.70000000000004</c:v>
                </c:pt>
                <c:pt idx="452">
                  <c:v>6.70000000000002</c:v>
                </c:pt>
                <c:pt idx="453">
                  <c:v>4.8</c:v>
                </c:pt>
                <c:pt idx="454">
                  <c:v>3.89999999999997</c:v>
                </c:pt>
                <c:pt idx="455">
                  <c:v>6.40000000000001</c:v>
                </c:pt>
                <c:pt idx="456">
                  <c:v>7.20000000000001</c:v>
                </c:pt>
                <c:pt idx="457">
                  <c:v>8.00000000000001</c:v>
                </c:pt>
                <c:pt idx="458">
                  <c:v>9.09999999999993</c:v>
                </c:pt>
                <c:pt idx="459">
                  <c:v>3.69999999999999</c:v>
                </c:pt>
                <c:pt idx="460">
                  <c:v>6.00000000000001</c:v>
                </c:pt>
                <c:pt idx="461">
                  <c:v>7.79999999999999</c:v>
                </c:pt>
                <c:pt idx="462">
                  <c:v>10.8</c:v>
                </c:pt>
                <c:pt idx="463">
                  <c:v>8.80000000000001</c:v>
                </c:pt>
                <c:pt idx="464">
                  <c:v>4.90000000000004</c:v>
                </c:pt>
                <c:pt idx="465">
                  <c:v>1.40000000000002</c:v>
                </c:pt>
                <c:pt idx="466">
                  <c:v>-7.30000000000004</c:v>
                </c:pt>
                <c:pt idx="467">
                  <c:v>-7.09999999999997</c:v>
                </c:pt>
                <c:pt idx="468">
                  <c:v>-7.50000000000002</c:v>
                </c:pt>
                <c:pt idx="469">
                  <c:v>-6.70000000000002</c:v>
                </c:pt>
                <c:pt idx="470">
                  <c:v>-2.09999999999999</c:v>
                </c:pt>
                <c:pt idx="471">
                  <c:v>-6.30000000000002</c:v>
                </c:pt>
                <c:pt idx="472">
                  <c:v>-4.99999999999998</c:v>
                </c:pt>
                <c:pt idx="473">
                  <c:v>-2.20000000000002</c:v>
                </c:pt>
                <c:pt idx="474">
                  <c:v>1.29999999999999</c:v>
                </c:pt>
                <c:pt idx="475">
                  <c:v>-3.29999999999999</c:v>
                </c:pt>
                <c:pt idx="476">
                  <c:v>-6.00000000000001</c:v>
                </c:pt>
                <c:pt idx="477">
                  <c:v>-12.9</c:v>
                </c:pt>
                <c:pt idx="478">
                  <c:v>-14.9</c:v>
                </c:pt>
                <c:pt idx="479">
                  <c:v>-14.6</c:v>
                </c:pt>
                <c:pt idx="480">
                  <c:v>-16.6</c:v>
                </c:pt>
                <c:pt idx="481">
                  <c:v>-17.5</c:v>
                </c:pt>
                <c:pt idx="482">
                  <c:v>-15.4</c:v>
                </c:pt>
                <c:pt idx="483">
                  <c:v>-12.4</c:v>
                </c:pt>
                <c:pt idx="484">
                  <c:v>-15.6</c:v>
                </c:pt>
                <c:pt idx="485">
                  <c:v>-17.9</c:v>
                </c:pt>
                <c:pt idx="486">
                  <c:v>-15</c:v>
                </c:pt>
                <c:pt idx="487">
                  <c:v>-8.19999999999999</c:v>
                </c:pt>
                <c:pt idx="488">
                  <c:v>-7.20000000000001</c:v>
                </c:pt>
                <c:pt idx="489">
                  <c:v>-7.20000000000001</c:v>
                </c:pt>
                <c:pt idx="490">
                  <c:v>-7.10000000000002</c:v>
                </c:pt>
                <c:pt idx="491">
                  <c:v>-2.4</c:v>
                </c:pt>
                <c:pt idx="492">
                  <c:v>-5.09999999999997</c:v>
                </c:pt>
                <c:pt idx="493">
                  <c:v>0.499999999999989</c:v>
                </c:pt>
                <c:pt idx="494">
                  <c:v>0.700000000000012</c:v>
                </c:pt>
                <c:pt idx="495">
                  <c:v>0.800000000000001</c:v>
                </c:pt>
                <c:pt idx="496">
                  <c:v>2.89999999999999</c:v>
                </c:pt>
                <c:pt idx="497">
                  <c:v>0</c:v>
                </c:pt>
                <c:pt idx="498">
                  <c:v>-3.50000000000001</c:v>
                </c:pt>
                <c:pt idx="499">
                  <c:v>-7.3</c:v>
                </c:pt>
                <c:pt idx="500">
                  <c:v>-10.8</c:v>
                </c:pt>
                <c:pt idx="501">
                  <c:v>-10</c:v>
                </c:pt>
                <c:pt idx="502">
                  <c:v>-9.39999999999999</c:v>
                </c:pt>
                <c:pt idx="503">
                  <c:v>-5.50000000000002</c:v>
                </c:pt>
                <c:pt idx="504">
                  <c:v>-5.40000000000003</c:v>
                </c:pt>
                <c:pt idx="505">
                  <c:v>-6.90000000000004</c:v>
                </c:pt>
                <c:pt idx="506">
                  <c:v>-7.10000000000002</c:v>
                </c:pt>
                <c:pt idx="507">
                  <c:v>-4</c:v>
                </c:pt>
                <c:pt idx="508">
                  <c:v>-5.29999999999999</c:v>
                </c:pt>
                <c:pt idx="509">
                  <c:v>-2.60000000000002</c:v>
                </c:pt>
                <c:pt idx="510">
                  <c:v>-5.10000000000002</c:v>
                </c:pt>
                <c:pt idx="511">
                  <c:v>-5.60000000000001</c:v>
                </c:pt>
                <c:pt idx="512">
                  <c:v>-4.20000000000003</c:v>
                </c:pt>
                <c:pt idx="513">
                  <c:v>-2.09999999999999</c:v>
                </c:pt>
                <c:pt idx="514">
                  <c:v>-3.29999999999999</c:v>
                </c:pt>
                <c:pt idx="515">
                  <c:v>-2.8</c:v>
                </c:pt>
                <c:pt idx="516">
                  <c:v>-2.4</c:v>
                </c:pt>
                <c:pt idx="517">
                  <c:v>2.4</c:v>
                </c:pt>
                <c:pt idx="518">
                  <c:v>3.80000000000003</c:v>
                </c:pt>
                <c:pt idx="519">
                  <c:v>0</c:v>
                </c:pt>
                <c:pt idx="520">
                  <c:v>-1.79999999999998</c:v>
                </c:pt>
                <c:pt idx="521">
                  <c:v>-1.90000000000001</c:v>
                </c:pt>
                <c:pt idx="522">
                  <c:v>-3.89999999999997</c:v>
                </c:pt>
                <c:pt idx="523">
                  <c:v>-3.29999999999999</c:v>
                </c:pt>
                <c:pt idx="524">
                  <c:v>-2.19999999999998</c:v>
                </c:pt>
                <c:pt idx="525">
                  <c:v>-3.09999999999997</c:v>
                </c:pt>
                <c:pt idx="526">
                  <c:v>-3.09999999999997</c:v>
                </c:pt>
                <c:pt idx="527">
                  <c:v>-2.8</c:v>
                </c:pt>
                <c:pt idx="528">
                  <c:v>-1.29999999999999</c:v>
                </c:pt>
                <c:pt idx="529">
                  <c:v>-3.6</c:v>
                </c:pt>
                <c:pt idx="530">
                  <c:v>-2.30000000000001</c:v>
                </c:pt>
                <c:pt idx="531">
                  <c:v>-0.600000000000023</c:v>
                </c:pt>
                <c:pt idx="532">
                  <c:v>-0.4</c:v>
                </c:pt>
                <c:pt idx="533">
                  <c:v>-3.00000000000003</c:v>
                </c:pt>
                <c:pt idx="534">
                  <c:v>-6.39999999999996</c:v>
                </c:pt>
                <c:pt idx="535">
                  <c:v>-4.4</c:v>
                </c:pt>
                <c:pt idx="536">
                  <c:v>-3.80000000000003</c:v>
                </c:pt>
                <c:pt idx="537">
                  <c:v>-1.50000000000001</c:v>
                </c:pt>
                <c:pt idx="538">
                  <c:v>-4.30000000000002</c:v>
                </c:pt>
                <c:pt idx="539">
                  <c:v>-6.5</c:v>
                </c:pt>
                <c:pt idx="540">
                  <c:v>-13.5</c:v>
                </c:pt>
                <c:pt idx="541">
                  <c:v>-11.9</c:v>
                </c:pt>
                <c:pt idx="542">
                  <c:v>-11.9</c:v>
                </c:pt>
                <c:pt idx="543">
                  <c:v>-3.00000000000003</c:v>
                </c:pt>
                <c:pt idx="544">
                  <c:v>-4.39999999999996</c:v>
                </c:pt>
                <c:pt idx="545">
                  <c:v>-5.49999999999997</c:v>
                </c:pt>
                <c:pt idx="546">
                  <c:v>-0.599999999999978</c:v>
                </c:pt>
                <c:pt idx="547">
                  <c:v>-0.89999999999999</c:v>
                </c:pt>
                <c:pt idx="548">
                  <c:v>4</c:v>
                </c:pt>
                <c:pt idx="549">
                  <c:v>0.999999999999979</c:v>
                </c:pt>
                <c:pt idx="550">
                  <c:v>0.300000000000011</c:v>
                </c:pt>
                <c:pt idx="551">
                  <c:v>6.00000000000001</c:v>
                </c:pt>
                <c:pt idx="552">
                  <c:v>4.99999999999998</c:v>
                </c:pt>
                <c:pt idx="553">
                  <c:v>3.79999999999998</c:v>
                </c:pt>
                <c:pt idx="554">
                  <c:v>2.30000000000001</c:v>
                </c:pt>
                <c:pt idx="555">
                  <c:v>3.09999999999997</c:v>
                </c:pt>
                <c:pt idx="556">
                  <c:v>6.5</c:v>
                </c:pt>
                <c:pt idx="557">
                  <c:v>6.99999999999998</c:v>
                </c:pt>
                <c:pt idx="558">
                  <c:v>4.69999999999997</c:v>
                </c:pt>
                <c:pt idx="559">
                  <c:v>3.69999999999999</c:v>
                </c:pt>
                <c:pt idx="560">
                  <c:v>6.20000000000003</c:v>
                </c:pt>
                <c:pt idx="561">
                  <c:v>6.70000000000002</c:v>
                </c:pt>
                <c:pt idx="562">
                  <c:v>4.89999999999999</c:v>
                </c:pt>
                <c:pt idx="563">
                  <c:v>4.4</c:v>
                </c:pt>
                <c:pt idx="564">
                  <c:v>2.4</c:v>
                </c:pt>
                <c:pt idx="565">
                  <c:v>2.89999999999999</c:v>
                </c:pt>
                <c:pt idx="566">
                  <c:v>7.40000000000003</c:v>
                </c:pt>
                <c:pt idx="567">
                  <c:v>7.10000000000002</c:v>
                </c:pt>
                <c:pt idx="568">
                  <c:v>6.20000000000003</c:v>
                </c:pt>
                <c:pt idx="569">
                  <c:v>5.79999999999998</c:v>
                </c:pt>
                <c:pt idx="570">
                  <c:v>3.29999999999999</c:v>
                </c:pt>
                <c:pt idx="571">
                  <c:v>7.49999999999997</c:v>
                </c:pt>
                <c:pt idx="572">
                  <c:v>7.60000000000001</c:v>
                </c:pt>
                <c:pt idx="573">
                  <c:v>7.60000000000001</c:v>
                </c:pt>
                <c:pt idx="574">
                  <c:v>5.79999999999998</c:v>
                </c:pt>
                <c:pt idx="575">
                  <c:v>5.00000000000003</c:v>
                </c:pt>
                <c:pt idx="576">
                  <c:v>5.40000000000003</c:v>
                </c:pt>
                <c:pt idx="577">
                  <c:v>6.69999999999997</c:v>
                </c:pt>
                <c:pt idx="578">
                  <c:v>3.69999999999999</c:v>
                </c:pt>
                <c:pt idx="579">
                  <c:v>4.29999999999997</c:v>
                </c:pt>
                <c:pt idx="580">
                  <c:v>6.80000000000001</c:v>
                </c:pt>
                <c:pt idx="581">
                  <c:v>4.89999999999999</c:v>
                </c:pt>
                <c:pt idx="582">
                  <c:v>6.20000000000003</c:v>
                </c:pt>
                <c:pt idx="583">
                  <c:v>6.80000000000001</c:v>
                </c:pt>
                <c:pt idx="584">
                  <c:v>7.19999999999996</c:v>
                </c:pt>
                <c:pt idx="585">
                  <c:v>4.89999999999999</c:v>
                </c:pt>
                <c:pt idx="586">
                  <c:v>5.29999999999999</c:v>
                </c:pt>
                <c:pt idx="587">
                  <c:v>6.09999999999999</c:v>
                </c:pt>
                <c:pt idx="588">
                  <c:v>4.49999999999999</c:v>
                </c:pt>
                <c:pt idx="589">
                  <c:v>5.10000000000002</c:v>
                </c:pt>
                <c:pt idx="590">
                  <c:v>7.90000000000002</c:v>
                </c:pt>
                <c:pt idx="591">
                  <c:v>7.7</c:v>
                </c:pt>
                <c:pt idx="592">
                  <c:v>9.99999999999996</c:v>
                </c:pt>
                <c:pt idx="593">
                  <c:v>12.4</c:v>
                </c:pt>
                <c:pt idx="594">
                  <c:v>11.7</c:v>
                </c:pt>
                <c:pt idx="595">
                  <c:v>11.5</c:v>
                </c:pt>
                <c:pt idx="596">
                  <c:v>9.09999999999998</c:v>
                </c:pt>
                <c:pt idx="597">
                  <c:v>7.3</c:v>
                </c:pt>
                <c:pt idx="598">
                  <c:v>7.09999999999997</c:v>
                </c:pt>
                <c:pt idx="599">
                  <c:v>5.90000000000002</c:v>
                </c:pt>
                <c:pt idx="600">
                  <c:v>5.90000000000002</c:v>
                </c:pt>
                <c:pt idx="601">
                  <c:v>5.09999999999997</c:v>
                </c:pt>
                <c:pt idx="602">
                  <c:v>8.9</c:v>
                </c:pt>
                <c:pt idx="603">
                  <c:v>10.7</c:v>
                </c:pt>
                <c:pt idx="604">
                  <c:v>8.30000000000002</c:v>
                </c:pt>
                <c:pt idx="605">
                  <c:v>9.39999999999999</c:v>
                </c:pt>
                <c:pt idx="606">
                  <c:v>8.99999999999999</c:v>
                </c:pt>
                <c:pt idx="607">
                  <c:v>5.90000000000002</c:v>
                </c:pt>
                <c:pt idx="608">
                  <c:v>7.20000000000001</c:v>
                </c:pt>
                <c:pt idx="609">
                  <c:v>4.99999999999998</c:v>
                </c:pt>
                <c:pt idx="610">
                  <c:v>7.49999999999997</c:v>
                </c:pt>
                <c:pt idx="611">
                  <c:v>4.99999999999998</c:v>
                </c:pt>
                <c:pt idx="612">
                  <c:v>5.49999999999997</c:v>
                </c:pt>
                <c:pt idx="613">
                  <c:v>5.39999999999998</c:v>
                </c:pt>
                <c:pt idx="614">
                  <c:v>4.30000000000002</c:v>
                </c:pt>
                <c:pt idx="615">
                  <c:v>6.50000000000004</c:v>
                </c:pt>
                <c:pt idx="616">
                  <c:v>5.40000000000003</c:v>
                </c:pt>
                <c:pt idx="617">
                  <c:v>4.19999999999998</c:v>
                </c:pt>
                <c:pt idx="618">
                  <c:v>1.29999999999999</c:v>
                </c:pt>
                <c:pt idx="619">
                  <c:v>-0.599999999999978</c:v>
                </c:pt>
                <c:pt idx="620">
                  <c:v>0.4</c:v>
                </c:pt>
                <c:pt idx="621">
                  <c:v>2.60000000000002</c:v>
                </c:pt>
                <c:pt idx="622">
                  <c:v>3.69999999999999</c:v>
                </c:pt>
                <c:pt idx="623">
                  <c:v>2.60000000000002</c:v>
                </c:pt>
                <c:pt idx="624">
                  <c:v>6.80000000000001</c:v>
                </c:pt>
                <c:pt idx="625">
                  <c:v>5.50000000000002</c:v>
                </c:pt>
                <c:pt idx="626">
                  <c:v>5.19999999999996</c:v>
                </c:pt>
                <c:pt idx="627">
                  <c:v>5.50000000000002</c:v>
                </c:pt>
                <c:pt idx="628">
                  <c:v>7.10000000000002</c:v>
                </c:pt>
                <c:pt idx="629">
                  <c:v>4.89999999999999</c:v>
                </c:pt>
                <c:pt idx="630">
                  <c:v>5.49999999999997</c:v>
                </c:pt>
                <c:pt idx="631">
                  <c:v>3.2</c:v>
                </c:pt>
                <c:pt idx="632">
                  <c:v>2.49999999999999</c:v>
                </c:pt>
                <c:pt idx="633">
                  <c:v>3.40000000000003</c:v>
                </c:pt>
                <c:pt idx="634">
                  <c:v>2.30000000000001</c:v>
                </c:pt>
                <c:pt idx="635">
                  <c:v>3.90000000000001</c:v>
                </c:pt>
                <c:pt idx="636">
                  <c:v>3.10000000000001</c:v>
                </c:pt>
                <c:pt idx="637">
                  <c:v>4.99999999999998</c:v>
                </c:pt>
                <c:pt idx="638">
                  <c:v>9.30000000000004</c:v>
                </c:pt>
                <c:pt idx="639">
                  <c:v>8.00000000000001</c:v>
                </c:pt>
                <c:pt idx="640">
                  <c:v>8.00000000000001</c:v>
                </c:pt>
                <c:pt idx="641">
                  <c:v>11.6</c:v>
                </c:pt>
                <c:pt idx="642">
                  <c:v>14.7</c:v>
                </c:pt>
                <c:pt idx="643">
                  <c:v>13.8</c:v>
                </c:pt>
                <c:pt idx="644">
                  <c:v>12.5</c:v>
                </c:pt>
                <c:pt idx="645">
                  <c:v>9.30000000000004</c:v>
                </c:pt>
                <c:pt idx="646">
                  <c:v>10.2</c:v>
                </c:pt>
                <c:pt idx="647">
                  <c:v>9.90000000000002</c:v>
                </c:pt>
                <c:pt idx="648">
                  <c:v>12.6</c:v>
                </c:pt>
                <c:pt idx="649">
                  <c:v>14.2</c:v>
                </c:pt>
                <c:pt idx="650">
                  <c:v>15.5</c:v>
                </c:pt>
                <c:pt idx="651">
                  <c:v>18.8</c:v>
                </c:pt>
                <c:pt idx="652">
                  <c:v>18.5</c:v>
                </c:pt>
                <c:pt idx="653">
                  <c:v>17.8</c:v>
                </c:pt>
                <c:pt idx="654">
                  <c:v>18.4</c:v>
                </c:pt>
                <c:pt idx="655">
                  <c:v>14.9</c:v>
                </c:pt>
                <c:pt idx="656">
                  <c:v>11.9</c:v>
                </c:pt>
                <c:pt idx="657">
                  <c:v>14.6</c:v>
                </c:pt>
                <c:pt idx="658">
                  <c:v>11.3</c:v>
                </c:pt>
                <c:pt idx="659">
                  <c:v>10.4</c:v>
                </c:pt>
                <c:pt idx="660">
                  <c:v>11.8</c:v>
                </c:pt>
                <c:pt idx="661">
                  <c:v>11</c:v>
                </c:pt>
                <c:pt idx="662">
                  <c:v>8.9</c:v>
                </c:pt>
                <c:pt idx="663">
                  <c:v>11.8</c:v>
                </c:pt>
                <c:pt idx="664">
                  <c:v>12.1</c:v>
                </c:pt>
                <c:pt idx="665">
                  <c:v>12.8</c:v>
                </c:pt>
                <c:pt idx="666">
                  <c:v>12.2</c:v>
                </c:pt>
                <c:pt idx="667">
                  <c:v>10</c:v>
                </c:pt>
                <c:pt idx="668">
                  <c:v>9.59999999999996</c:v>
                </c:pt>
                <c:pt idx="669">
                  <c:v>10.2</c:v>
                </c:pt>
                <c:pt idx="670">
                  <c:v>9.59999999999996</c:v>
                </c:pt>
                <c:pt idx="671">
                  <c:v>8.1</c:v>
                </c:pt>
                <c:pt idx="672">
                  <c:v>7.79999999999999</c:v>
                </c:pt>
                <c:pt idx="673">
                  <c:v>9.10000000000002</c:v>
                </c:pt>
                <c:pt idx="674">
                  <c:v>6.5</c:v>
                </c:pt>
                <c:pt idx="675">
                  <c:v>7.3</c:v>
                </c:pt>
                <c:pt idx="676">
                  <c:v>10.1</c:v>
                </c:pt>
                <c:pt idx="677">
                  <c:v>12.5</c:v>
                </c:pt>
                <c:pt idx="678">
                  <c:v>13.6</c:v>
                </c:pt>
                <c:pt idx="679">
                  <c:v>16.3</c:v>
                </c:pt>
                <c:pt idx="680">
                  <c:v>14.6</c:v>
                </c:pt>
                <c:pt idx="681">
                  <c:v>24.3</c:v>
                </c:pt>
                <c:pt idx="682">
                  <c:v>24.1</c:v>
                </c:pt>
                <c:pt idx="683">
                  <c:v>22.5000000000001</c:v>
                </c:pt>
                <c:pt idx="684">
                  <c:v>22.2</c:v>
                </c:pt>
                <c:pt idx="685">
                  <c:v>18.9000000000001</c:v>
                </c:pt>
                <c:pt idx="686">
                  <c:v>16.9</c:v>
                </c:pt>
                <c:pt idx="687">
                  <c:v>21.2</c:v>
                </c:pt>
                <c:pt idx="688">
                  <c:v>21.8</c:v>
                </c:pt>
                <c:pt idx="689">
                  <c:v>23.3</c:v>
                </c:pt>
                <c:pt idx="690">
                  <c:v>25.6</c:v>
                </c:pt>
                <c:pt idx="691">
                  <c:v>29.2</c:v>
                </c:pt>
                <c:pt idx="692">
                  <c:v>29.4</c:v>
                </c:pt>
                <c:pt idx="693">
                  <c:v>31.9</c:v>
                </c:pt>
                <c:pt idx="694">
                  <c:v>26.5000000000001</c:v>
                </c:pt>
                <c:pt idx="695">
                  <c:v>24.2999999999999</c:v>
                </c:pt>
                <c:pt idx="696">
                  <c:v>28.8</c:v>
                </c:pt>
                <c:pt idx="697">
                  <c:v>20.7</c:v>
                </c:pt>
                <c:pt idx="698">
                  <c:v>22.3</c:v>
                </c:pt>
                <c:pt idx="699">
                  <c:v>24</c:v>
                </c:pt>
                <c:pt idx="700">
                  <c:v>21.7000000000001</c:v>
                </c:pt>
                <c:pt idx="701">
                  <c:v>18.9</c:v>
                </c:pt>
                <c:pt idx="702">
                  <c:v>15.6000000000001</c:v>
                </c:pt>
                <c:pt idx="703">
                  <c:v>17.9</c:v>
                </c:pt>
                <c:pt idx="704">
                  <c:v>16.8</c:v>
                </c:pt>
                <c:pt idx="705">
                  <c:v>15.4</c:v>
                </c:pt>
                <c:pt idx="706">
                  <c:v>9.79999999999999</c:v>
                </c:pt>
                <c:pt idx="707">
                  <c:v>10.7</c:v>
                </c:pt>
                <c:pt idx="708">
                  <c:v>12.8</c:v>
                </c:pt>
                <c:pt idx="709">
                  <c:v>12.3</c:v>
                </c:pt>
                <c:pt idx="710">
                  <c:v>7.09999999999997</c:v>
                </c:pt>
                <c:pt idx="711">
                  <c:v>9.79999999999999</c:v>
                </c:pt>
                <c:pt idx="712">
                  <c:v>11.5</c:v>
                </c:pt>
                <c:pt idx="713">
                  <c:v>8.80000000000001</c:v>
                </c:pt>
                <c:pt idx="714">
                  <c:v>8.19999999999999</c:v>
                </c:pt>
                <c:pt idx="715">
                  <c:v>9.60000000000001</c:v>
                </c:pt>
                <c:pt idx="716">
                  <c:v>6.80000000000001</c:v>
                </c:pt>
                <c:pt idx="717">
                  <c:v>10.2</c:v>
                </c:pt>
                <c:pt idx="718">
                  <c:v>7.79999999999999</c:v>
                </c:pt>
                <c:pt idx="719">
                  <c:v>7.79999999999999</c:v>
                </c:pt>
                <c:pt idx="720">
                  <c:v>8.70000000000002</c:v>
                </c:pt>
                <c:pt idx="721">
                  <c:v>11.6</c:v>
                </c:pt>
                <c:pt idx="722">
                  <c:v>11.2</c:v>
                </c:pt>
                <c:pt idx="723">
                  <c:v>9.49999999999998</c:v>
                </c:pt>
                <c:pt idx="724">
                  <c:v>9.50000000000002</c:v>
                </c:pt>
                <c:pt idx="725">
                  <c:v>6.99999999999998</c:v>
                </c:pt>
                <c:pt idx="726">
                  <c:v>6.5</c:v>
                </c:pt>
                <c:pt idx="727">
                  <c:v>7.3</c:v>
                </c:pt>
                <c:pt idx="728">
                  <c:v>8.59999999999999</c:v>
                </c:pt>
                <c:pt idx="729">
                  <c:v>8.1</c:v>
                </c:pt>
                <c:pt idx="730">
                  <c:v>6.00000000000001</c:v>
                </c:pt>
                <c:pt idx="731">
                  <c:v>7.39999999999998</c:v>
                </c:pt>
                <c:pt idx="732">
                  <c:v>7.7</c:v>
                </c:pt>
                <c:pt idx="733">
                  <c:v>5.89999999999997</c:v>
                </c:pt>
                <c:pt idx="734">
                  <c:v>3.2</c:v>
                </c:pt>
                <c:pt idx="735">
                  <c:v>4.79999999999996</c:v>
                </c:pt>
                <c:pt idx="736">
                  <c:v>6.09999999999999</c:v>
                </c:pt>
                <c:pt idx="737">
                  <c:v>6.70000000000002</c:v>
                </c:pt>
                <c:pt idx="738">
                  <c:v>4.99999999999998</c:v>
                </c:pt>
                <c:pt idx="739">
                  <c:v>3.99999999999996</c:v>
                </c:pt>
                <c:pt idx="740">
                  <c:v>2.89999999999999</c:v>
                </c:pt>
                <c:pt idx="741">
                  <c:v>2.89999999999999</c:v>
                </c:pt>
                <c:pt idx="742">
                  <c:v>6.59999999999998</c:v>
                </c:pt>
                <c:pt idx="743">
                  <c:v>6.00000000000001</c:v>
                </c:pt>
                <c:pt idx="744">
                  <c:v>6.09999999999999</c:v>
                </c:pt>
                <c:pt idx="745">
                  <c:v>6.09999999999999</c:v>
                </c:pt>
                <c:pt idx="746">
                  <c:v>4.69999999999997</c:v>
                </c:pt>
                <c:pt idx="747">
                  <c:v>6.80000000000001</c:v>
                </c:pt>
                <c:pt idx="748">
                  <c:v>7.7</c:v>
                </c:pt>
                <c:pt idx="749">
                  <c:v>8.00000000000001</c:v>
                </c:pt>
                <c:pt idx="750">
                  <c:v>10.2</c:v>
                </c:pt>
                <c:pt idx="751">
                  <c:v>10.2</c:v>
                </c:pt>
                <c:pt idx="752">
                  <c:v>8.70000000000002</c:v>
                </c:pt>
                <c:pt idx="753">
                  <c:v>9.20000000000001</c:v>
                </c:pt>
                <c:pt idx="754">
                  <c:v>9.49999999999998</c:v>
                </c:pt>
                <c:pt idx="755">
                  <c:v>11.5</c:v>
                </c:pt>
                <c:pt idx="756">
                  <c:v>9.39999999999999</c:v>
                </c:pt>
                <c:pt idx="757">
                  <c:v>8.59999999999999</c:v>
                </c:pt>
                <c:pt idx="758">
                  <c:v>10</c:v>
                </c:pt>
                <c:pt idx="759">
                  <c:v>10.6</c:v>
                </c:pt>
                <c:pt idx="760">
                  <c:v>12.3</c:v>
                </c:pt>
                <c:pt idx="761">
                  <c:v>13.2</c:v>
                </c:pt>
                <c:pt idx="762">
                  <c:v>8.20000000000003</c:v>
                </c:pt>
                <c:pt idx="763">
                  <c:v>8.40000000000001</c:v>
                </c:pt>
                <c:pt idx="764">
                  <c:v>7.20000000000001</c:v>
                </c:pt>
                <c:pt idx="765">
                  <c:v>3.89999999999997</c:v>
                </c:pt>
                <c:pt idx="766">
                  <c:v>6.20000000000003</c:v>
                </c:pt>
                <c:pt idx="767">
                  <c:v>9.00000000000003</c:v>
                </c:pt>
                <c:pt idx="768">
                  <c:v>9.20000000000001</c:v>
                </c:pt>
                <c:pt idx="769">
                  <c:v>9.49999999999998</c:v>
                </c:pt>
                <c:pt idx="770">
                  <c:v>9.99999999999996</c:v>
                </c:pt>
                <c:pt idx="771">
                  <c:v>7.7</c:v>
                </c:pt>
                <c:pt idx="772">
                  <c:v>7.20000000000001</c:v>
                </c:pt>
                <c:pt idx="773">
                  <c:v>7.70000000000004</c:v>
                </c:pt>
                <c:pt idx="774">
                  <c:v>7.00000000000003</c:v>
                </c:pt>
                <c:pt idx="775">
                  <c:v>8.40000000000001</c:v>
                </c:pt>
                <c:pt idx="776">
                  <c:v>7.20000000000001</c:v>
                </c:pt>
                <c:pt idx="777">
                  <c:v>8.19999999999999</c:v>
                </c:pt>
                <c:pt idx="778">
                  <c:v>9.39999999999999</c:v>
                </c:pt>
                <c:pt idx="779">
                  <c:v>6.20000000000003</c:v>
                </c:pt>
                <c:pt idx="780">
                  <c:v>6.60000000000003</c:v>
                </c:pt>
                <c:pt idx="781">
                  <c:v>8.30000000000002</c:v>
                </c:pt>
                <c:pt idx="782">
                  <c:v>9.00000000000003</c:v>
                </c:pt>
                <c:pt idx="783">
                  <c:v>7.40000000000003</c:v>
                </c:pt>
                <c:pt idx="784">
                  <c:v>5.99999999999996</c:v>
                </c:pt>
                <c:pt idx="785">
                  <c:v>5.59999999999996</c:v>
                </c:pt>
                <c:pt idx="786">
                  <c:v>7.79999999999999</c:v>
                </c:pt>
                <c:pt idx="787">
                  <c:v>6.30000000000002</c:v>
                </c:pt>
                <c:pt idx="788">
                  <c:v>6.70000000000002</c:v>
                </c:pt>
                <c:pt idx="789">
                  <c:v>6.19999999999998</c:v>
                </c:pt>
                <c:pt idx="790">
                  <c:v>8.00000000000001</c:v>
                </c:pt>
                <c:pt idx="791">
                  <c:v>8.1</c:v>
                </c:pt>
                <c:pt idx="792">
                  <c:v>10.2</c:v>
                </c:pt>
                <c:pt idx="793">
                  <c:v>8.70000000000002</c:v>
                </c:pt>
                <c:pt idx="794">
                  <c:v>8.9</c:v>
                </c:pt>
                <c:pt idx="795">
                  <c:v>8.00000000000001</c:v>
                </c:pt>
                <c:pt idx="796">
                  <c:v>10.5</c:v>
                </c:pt>
                <c:pt idx="797">
                  <c:v>7.80000000000003</c:v>
                </c:pt>
                <c:pt idx="798">
                  <c:v>8.00000000000001</c:v>
                </c:pt>
                <c:pt idx="799">
                  <c:v>9.59999999999996</c:v>
                </c:pt>
                <c:pt idx="800">
                  <c:v>8.50000000000004</c:v>
                </c:pt>
                <c:pt idx="801">
                  <c:v>8.39999999999996</c:v>
                </c:pt>
                <c:pt idx="802">
                  <c:v>9.09999999999998</c:v>
                </c:pt>
                <c:pt idx="803">
                  <c:v>8.99999999999999</c:v>
                </c:pt>
                <c:pt idx="804">
                  <c:v>9.19999999999996</c:v>
                </c:pt>
                <c:pt idx="805">
                  <c:v>11.1</c:v>
                </c:pt>
                <c:pt idx="806">
                  <c:v>11.9</c:v>
                </c:pt>
                <c:pt idx="807">
                  <c:v>10.4</c:v>
                </c:pt>
                <c:pt idx="808">
                  <c:v>10.5</c:v>
                </c:pt>
                <c:pt idx="809">
                  <c:v>11.2</c:v>
                </c:pt>
                <c:pt idx="810">
                  <c:v>11.9</c:v>
                </c:pt>
                <c:pt idx="811">
                  <c:v>13.5</c:v>
                </c:pt>
                <c:pt idx="812">
                  <c:v>12.1</c:v>
                </c:pt>
                <c:pt idx="813">
                  <c:v>14.9</c:v>
                </c:pt>
                <c:pt idx="814">
                  <c:v>15.7</c:v>
                </c:pt>
                <c:pt idx="815">
                  <c:v>13.5</c:v>
                </c:pt>
                <c:pt idx="816">
                  <c:v>11.5</c:v>
                </c:pt>
                <c:pt idx="817">
                  <c:v>13.8</c:v>
                </c:pt>
                <c:pt idx="818">
                  <c:v>13.6</c:v>
                </c:pt>
                <c:pt idx="819">
                  <c:v>13.6</c:v>
                </c:pt>
                <c:pt idx="820">
                  <c:v>16.4</c:v>
                </c:pt>
                <c:pt idx="821">
                  <c:v>16.3</c:v>
                </c:pt>
                <c:pt idx="822">
                  <c:v>15.2</c:v>
                </c:pt>
                <c:pt idx="823">
                  <c:v>12.7</c:v>
                </c:pt>
                <c:pt idx="824">
                  <c:v>12.9</c:v>
                </c:pt>
                <c:pt idx="825">
                  <c:v>11.4</c:v>
                </c:pt>
                <c:pt idx="826">
                  <c:v>8.80000000000001</c:v>
                </c:pt>
                <c:pt idx="827">
                  <c:v>9.09999999999998</c:v>
                </c:pt>
                <c:pt idx="828">
                  <c:v>10.3</c:v>
                </c:pt>
                <c:pt idx="829">
                  <c:v>9.79999999999999</c:v>
                </c:pt>
                <c:pt idx="830">
                  <c:v>10.2</c:v>
                </c:pt>
                <c:pt idx="831">
                  <c:v>9.19999999999996</c:v>
                </c:pt>
                <c:pt idx="832">
                  <c:v>8.30000000000002</c:v>
                </c:pt>
                <c:pt idx="833">
                  <c:v>7.50000000000002</c:v>
                </c:pt>
                <c:pt idx="834">
                  <c:v>8.5</c:v>
                </c:pt>
                <c:pt idx="835">
                  <c:v>8.00000000000001</c:v>
                </c:pt>
                <c:pt idx="836">
                  <c:v>6.90000000000004</c:v>
                </c:pt>
                <c:pt idx="837">
                  <c:v>6.99999999999998</c:v>
                </c:pt>
                <c:pt idx="838">
                  <c:v>9.20000000000001</c:v>
                </c:pt>
                <c:pt idx="839">
                  <c:v>8.50000000000004</c:v>
                </c:pt>
                <c:pt idx="840">
                  <c:v>8.69999999999997</c:v>
                </c:pt>
                <c:pt idx="841">
                  <c:v>11.1</c:v>
                </c:pt>
                <c:pt idx="842">
                  <c:v>12.4</c:v>
                </c:pt>
                <c:pt idx="843">
                  <c:v>12.6</c:v>
                </c:pt>
                <c:pt idx="844">
                  <c:v>9.79999999999999</c:v>
                </c:pt>
                <c:pt idx="845">
                  <c:v>8.00000000000001</c:v>
                </c:pt>
                <c:pt idx="846">
                  <c:v>8.5</c:v>
                </c:pt>
                <c:pt idx="847">
                  <c:v>7.7</c:v>
                </c:pt>
                <c:pt idx="848">
                  <c:v>7.99999999999996</c:v>
                </c:pt>
                <c:pt idx="849">
                  <c:v>8.39999999999996</c:v>
                </c:pt>
                <c:pt idx="850">
                  <c:v>7.50000000000002</c:v>
                </c:pt>
                <c:pt idx="851">
                  <c:v>6.80000000000001</c:v>
                </c:pt>
                <c:pt idx="852">
                  <c:v>5.00000000000003</c:v>
                </c:pt>
                <c:pt idx="853">
                  <c:v>7.09999999999997</c:v>
                </c:pt>
                <c:pt idx="854">
                  <c:v>6.5</c:v>
                </c:pt>
                <c:pt idx="855">
                  <c:v>6.9</c:v>
                </c:pt>
                <c:pt idx="856">
                  <c:v>7.3</c:v>
                </c:pt>
                <c:pt idx="857">
                  <c:v>7.89999999999997</c:v>
                </c:pt>
                <c:pt idx="858">
                  <c:v>6.99999999999998</c:v>
                </c:pt>
                <c:pt idx="859">
                  <c:v>6.99999999999998</c:v>
                </c:pt>
                <c:pt idx="860">
                  <c:v>6.30000000000002</c:v>
                </c:pt>
                <c:pt idx="861">
                  <c:v>7.99999999999996</c:v>
                </c:pt>
                <c:pt idx="862">
                  <c:v>8.40000000000001</c:v>
                </c:pt>
                <c:pt idx="863">
                  <c:v>10.2</c:v>
                </c:pt>
                <c:pt idx="864">
                  <c:v>12</c:v>
                </c:pt>
                <c:pt idx="865">
                  <c:v>11.4</c:v>
                </c:pt>
                <c:pt idx="866">
                  <c:v>10.6</c:v>
                </c:pt>
                <c:pt idx="867">
                  <c:v>11.2</c:v>
                </c:pt>
                <c:pt idx="868">
                  <c:v>9.3</c:v>
                </c:pt>
                <c:pt idx="869">
                  <c:v>7.7</c:v>
                </c:pt>
                <c:pt idx="870">
                  <c:v>7.79999999999999</c:v>
                </c:pt>
                <c:pt idx="871">
                  <c:v>7.10000000000002</c:v>
                </c:pt>
                <c:pt idx="872">
                  <c:v>7.60000000000001</c:v>
                </c:pt>
                <c:pt idx="873">
                  <c:v>10.1</c:v>
                </c:pt>
                <c:pt idx="874">
                  <c:v>10.2</c:v>
                </c:pt>
                <c:pt idx="875">
                  <c:v>8.9</c:v>
                </c:pt>
                <c:pt idx="876">
                  <c:v>8.00000000000001</c:v>
                </c:pt>
                <c:pt idx="877">
                  <c:v>8.20000000000003</c:v>
                </c:pt>
                <c:pt idx="878">
                  <c:v>7.39999999999998</c:v>
                </c:pt>
                <c:pt idx="879">
                  <c:v>8.69999999999997</c:v>
                </c:pt>
                <c:pt idx="880">
                  <c:v>8.5</c:v>
                </c:pt>
                <c:pt idx="881">
                  <c:v>10.4</c:v>
                </c:pt>
                <c:pt idx="882">
                  <c:v>8.40000000000001</c:v>
                </c:pt>
                <c:pt idx="883">
                  <c:v>6.79999999999996</c:v>
                </c:pt>
                <c:pt idx="884">
                  <c:v>5.79999999999998</c:v>
                </c:pt>
                <c:pt idx="885">
                  <c:v>6.00000000000001</c:v>
                </c:pt>
                <c:pt idx="886">
                  <c:v>3.39999999999998</c:v>
                </c:pt>
                <c:pt idx="887">
                  <c:v>3.69999999999999</c:v>
                </c:pt>
                <c:pt idx="888">
                  <c:v>7.20000000000001</c:v>
                </c:pt>
                <c:pt idx="889">
                  <c:v>5.79999999999998</c:v>
                </c:pt>
                <c:pt idx="890">
                  <c:v>7.20000000000001</c:v>
                </c:pt>
                <c:pt idx="891">
                  <c:v>8.59999999999999</c:v>
                </c:pt>
                <c:pt idx="892">
                  <c:v>7.10000000000002</c:v>
                </c:pt>
                <c:pt idx="893">
                  <c:v>5.39999999999998</c:v>
                </c:pt>
                <c:pt idx="894">
                  <c:v>5.60000000000001</c:v>
                </c:pt>
                <c:pt idx="895">
                  <c:v>5.69999999999999</c:v>
                </c:pt>
                <c:pt idx="896">
                  <c:v>4.49999999999999</c:v>
                </c:pt>
                <c:pt idx="897">
                  <c:v>5.79999999999998</c:v>
                </c:pt>
                <c:pt idx="898">
                  <c:v>5.50000000000002</c:v>
                </c:pt>
                <c:pt idx="899">
                  <c:v>5.69999999999999</c:v>
                </c:pt>
                <c:pt idx="900">
                  <c:v>7.3</c:v>
                </c:pt>
                <c:pt idx="901">
                  <c:v>8.5</c:v>
                </c:pt>
                <c:pt idx="902">
                  <c:v>8.40000000000001</c:v>
                </c:pt>
                <c:pt idx="903">
                  <c:v>13.3</c:v>
                </c:pt>
                <c:pt idx="904">
                  <c:v>13.5</c:v>
                </c:pt>
                <c:pt idx="905">
                  <c:v>13.6</c:v>
                </c:pt>
                <c:pt idx="906">
                  <c:v>13.5</c:v>
                </c:pt>
                <c:pt idx="907">
                  <c:v>13.2</c:v>
                </c:pt>
                <c:pt idx="908">
                  <c:v>13.9</c:v>
                </c:pt>
                <c:pt idx="909">
                  <c:v>12.1</c:v>
                </c:pt>
                <c:pt idx="910">
                  <c:v>12.5</c:v>
                </c:pt>
                <c:pt idx="911">
                  <c:v>10.9</c:v>
                </c:pt>
                <c:pt idx="912">
                  <c:v>13.5</c:v>
                </c:pt>
                <c:pt idx="913">
                  <c:v>13.3</c:v>
                </c:pt>
                <c:pt idx="914">
                  <c:v>12.3</c:v>
                </c:pt>
                <c:pt idx="915">
                  <c:v>10.4</c:v>
                </c:pt>
                <c:pt idx="916">
                  <c:v>10.6</c:v>
                </c:pt>
                <c:pt idx="917">
                  <c:v>13.6</c:v>
                </c:pt>
                <c:pt idx="918">
                  <c:v>15.1</c:v>
                </c:pt>
                <c:pt idx="919">
                  <c:v>15.8</c:v>
                </c:pt>
                <c:pt idx="920">
                  <c:v>17.2</c:v>
                </c:pt>
                <c:pt idx="921">
                  <c:v>18.5</c:v>
                </c:pt>
                <c:pt idx="922">
                  <c:v>19.4</c:v>
                </c:pt>
                <c:pt idx="923">
                  <c:v>17.4</c:v>
                </c:pt>
                <c:pt idx="924">
                  <c:v>18.1</c:v>
                </c:pt>
                <c:pt idx="925">
                  <c:v>15.2</c:v>
                </c:pt>
                <c:pt idx="926">
                  <c:v>17.2</c:v>
                </c:pt>
                <c:pt idx="927">
                  <c:v>14.1</c:v>
                </c:pt>
                <c:pt idx="928">
                  <c:v>14.5</c:v>
                </c:pt>
                <c:pt idx="929">
                  <c:v>12.6</c:v>
                </c:pt>
                <c:pt idx="930">
                  <c:v>13.8</c:v>
                </c:pt>
                <c:pt idx="931">
                  <c:v>14.9</c:v>
                </c:pt>
                <c:pt idx="932">
                  <c:v>14.4</c:v>
                </c:pt>
                <c:pt idx="933">
                  <c:v>12.8</c:v>
                </c:pt>
                <c:pt idx="934">
                  <c:v>13.1</c:v>
                </c:pt>
                <c:pt idx="935">
                  <c:v>16.4</c:v>
                </c:pt>
                <c:pt idx="936">
                  <c:v>15.2</c:v>
                </c:pt>
                <c:pt idx="937">
                  <c:v>18.7</c:v>
                </c:pt>
                <c:pt idx="938">
                  <c:v>19.2</c:v>
                </c:pt>
                <c:pt idx="939">
                  <c:v>18.3</c:v>
                </c:pt>
                <c:pt idx="940">
                  <c:v>17.2</c:v>
                </c:pt>
                <c:pt idx="941">
                  <c:v>18.5</c:v>
                </c:pt>
                <c:pt idx="942">
                  <c:v>18.2</c:v>
                </c:pt>
                <c:pt idx="943">
                  <c:v>16.8</c:v>
                </c:pt>
                <c:pt idx="944">
                  <c:v>16.4</c:v>
                </c:pt>
                <c:pt idx="945">
                  <c:v>15.1</c:v>
                </c:pt>
                <c:pt idx="946">
                  <c:v>16.1</c:v>
                </c:pt>
                <c:pt idx="947">
                  <c:v>15.5</c:v>
                </c:pt>
                <c:pt idx="948">
                  <c:v>17.4</c:v>
                </c:pt>
                <c:pt idx="949">
                  <c:v>17.6</c:v>
                </c:pt>
                <c:pt idx="950">
                  <c:v>16</c:v>
                </c:pt>
                <c:pt idx="951">
                  <c:v>13.7</c:v>
                </c:pt>
                <c:pt idx="952">
                  <c:v>11.4</c:v>
                </c:pt>
                <c:pt idx="953">
                  <c:v>12.8</c:v>
                </c:pt>
                <c:pt idx="954">
                  <c:v>14.5</c:v>
                </c:pt>
                <c:pt idx="955">
                  <c:v>14.3</c:v>
                </c:pt>
                <c:pt idx="956">
                  <c:v>14.8</c:v>
                </c:pt>
                <c:pt idx="957">
                  <c:v>14.7</c:v>
                </c:pt>
                <c:pt idx="958">
                  <c:v>14.4</c:v>
                </c:pt>
                <c:pt idx="959">
                  <c:v>14.9</c:v>
                </c:pt>
                <c:pt idx="960">
                  <c:v>16</c:v>
                </c:pt>
                <c:pt idx="961">
                  <c:v>14.7</c:v>
                </c:pt>
                <c:pt idx="962">
                  <c:v>13</c:v>
                </c:pt>
                <c:pt idx="963">
                  <c:v>13.9</c:v>
                </c:pt>
                <c:pt idx="964">
                  <c:v>15</c:v>
                </c:pt>
                <c:pt idx="965">
                  <c:v>14.4</c:v>
                </c:pt>
                <c:pt idx="966">
                  <c:v>13</c:v>
                </c:pt>
                <c:pt idx="967">
                  <c:v>12.8</c:v>
                </c:pt>
                <c:pt idx="968">
                  <c:v>13.9</c:v>
                </c:pt>
                <c:pt idx="969">
                  <c:v>13.5</c:v>
                </c:pt>
                <c:pt idx="970">
                  <c:v>12.4</c:v>
                </c:pt>
                <c:pt idx="971">
                  <c:v>9.79999999999999</c:v>
                </c:pt>
                <c:pt idx="972">
                  <c:v>12.1</c:v>
                </c:pt>
                <c:pt idx="973">
                  <c:v>15.6</c:v>
                </c:pt>
                <c:pt idx="974">
                  <c:v>15.1</c:v>
                </c:pt>
                <c:pt idx="975">
                  <c:v>13.5</c:v>
                </c:pt>
                <c:pt idx="976">
                  <c:v>16.8</c:v>
                </c:pt>
                <c:pt idx="977">
                  <c:v>16.9</c:v>
                </c:pt>
                <c:pt idx="978">
                  <c:v>20.2</c:v>
                </c:pt>
                <c:pt idx="979">
                  <c:v>21.1</c:v>
                </c:pt>
                <c:pt idx="980">
                  <c:v>24.4</c:v>
                </c:pt>
                <c:pt idx="981">
                  <c:v>22.8</c:v>
                </c:pt>
                <c:pt idx="982">
                  <c:v>25</c:v>
                </c:pt>
                <c:pt idx="983">
                  <c:v>25.6</c:v>
                </c:pt>
                <c:pt idx="984">
                  <c:v>24.2</c:v>
                </c:pt>
                <c:pt idx="985">
                  <c:v>25.8</c:v>
                </c:pt>
                <c:pt idx="986">
                  <c:v>25.9</c:v>
                </c:pt>
                <c:pt idx="987">
                  <c:v>24.2</c:v>
                </c:pt>
                <c:pt idx="988">
                  <c:v>27.2</c:v>
                </c:pt>
                <c:pt idx="989">
                  <c:v>29.3</c:v>
                </c:pt>
                <c:pt idx="990">
                  <c:v>28.6</c:v>
                </c:pt>
                <c:pt idx="991">
                  <c:v>29.1</c:v>
                </c:pt>
                <c:pt idx="992">
                  <c:v>27.8</c:v>
                </c:pt>
                <c:pt idx="993">
                  <c:v>27.6</c:v>
                </c:pt>
                <c:pt idx="994">
                  <c:v>20.7</c:v>
                </c:pt>
                <c:pt idx="995">
                  <c:v>19.5</c:v>
                </c:pt>
                <c:pt idx="996">
                  <c:v>18.5</c:v>
                </c:pt>
                <c:pt idx="997">
                  <c:v>17.6</c:v>
                </c:pt>
                <c:pt idx="998">
                  <c:v>22.5</c:v>
                </c:pt>
                <c:pt idx="999">
                  <c:v>24.5</c:v>
                </c:pt>
                <c:pt idx="1000">
                  <c:v>23.9</c:v>
                </c:pt>
                <c:pt idx="1001">
                  <c:v>25</c:v>
                </c:pt>
                <c:pt idx="1002">
                  <c:v>25.9</c:v>
                </c:pt>
                <c:pt idx="1003">
                  <c:v>28.9</c:v>
                </c:pt>
                <c:pt idx="1004">
                  <c:v>28.6</c:v>
                </c:pt>
                <c:pt idx="1005">
                  <c:v>26.3</c:v>
                </c:pt>
                <c:pt idx="1006">
                  <c:v>26</c:v>
                </c:pt>
                <c:pt idx="1007">
                  <c:v>24</c:v>
                </c:pt>
                <c:pt idx="1008">
                  <c:v>21.4</c:v>
                </c:pt>
                <c:pt idx="1009">
                  <c:v>20.1</c:v>
                </c:pt>
                <c:pt idx="1010">
                  <c:v>19.2</c:v>
                </c:pt>
                <c:pt idx="1011">
                  <c:v>21.6</c:v>
                </c:pt>
                <c:pt idx="1012">
                  <c:v>22.8</c:v>
                </c:pt>
                <c:pt idx="1013">
                  <c:v>24.1</c:v>
                </c:pt>
                <c:pt idx="1014">
                  <c:v>23.5</c:v>
                </c:pt>
                <c:pt idx="1015">
                  <c:v>24.6</c:v>
                </c:pt>
                <c:pt idx="1016">
                  <c:v>23.7</c:v>
                </c:pt>
                <c:pt idx="1017">
                  <c:v>24.3</c:v>
                </c:pt>
                <c:pt idx="1018">
                  <c:v>26</c:v>
                </c:pt>
                <c:pt idx="1019">
                  <c:v>23.8</c:v>
                </c:pt>
                <c:pt idx="1020">
                  <c:v>21.5</c:v>
                </c:pt>
                <c:pt idx="1021">
                  <c:v>20.1</c:v>
                </c:pt>
                <c:pt idx="1022">
                  <c:v>16.1</c:v>
                </c:pt>
                <c:pt idx="1023">
                  <c:v>16.2</c:v>
                </c:pt>
                <c:pt idx="1024">
                  <c:v>14</c:v>
                </c:pt>
                <c:pt idx="1025">
                  <c:v>16.2</c:v>
                </c:pt>
                <c:pt idx="1026">
                  <c:v>20.8</c:v>
                </c:pt>
                <c:pt idx="1027">
                  <c:v>21.2</c:v>
                </c:pt>
                <c:pt idx="1028">
                  <c:v>20.8</c:v>
                </c:pt>
                <c:pt idx="1029">
                  <c:v>20.5</c:v>
                </c:pt>
                <c:pt idx="1030">
                  <c:v>20</c:v>
                </c:pt>
                <c:pt idx="1031">
                  <c:v>21.3</c:v>
                </c:pt>
                <c:pt idx="1032">
                  <c:v>20</c:v>
                </c:pt>
                <c:pt idx="1033">
                  <c:v>21.7</c:v>
                </c:pt>
                <c:pt idx="1034">
                  <c:v>20.4</c:v>
                </c:pt>
                <c:pt idx="1035">
                  <c:v>19</c:v>
                </c:pt>
                <c:pt idx="1036">
                  <c:v>19</c:v>
                </c:pt>
                <c:pt idx="1037">
                  <c:v>19.4</c:v>
                </c:pt>
                <c:pt idx="1038">
                  <c:v>20.8</c:v>
                </c:pt>
                <c:pt idx="1039">
                  <c:v>21.2</c:v>
                </c:pt>
                <c:pt idx="1040">
                  <c:v>20.9</c:v>
                </c:pt>
                <c:pt idx="1041">
                  <c:v>22.1</c:v>
                </c:pt>
                <c:pt idx="1042">
                  <c:v>21.6</c:v>
                </c:pt>
                <c:pt idx="1043">
                  <c:v>21.3</c:v>
                </c:pt>
                <c:pt idx="1044">
                  <c:v>20.2</c:v>
                </c:pt>
                <c:pt idx="1045">
                  <c:v>20.6</c:v>
                </c:pt>
                <c:pt idx="1046">
                  <c:v>18.3</c:v>
                </c:pt>
                <c:pt idx="1047">
                  <c:v>20.9</c:v>
                </c:pt>
                <c:pt idx="1048">
                  <c:v>23.1</c:v>
                </c:pt>
                <c:pt idx="1049">
                  <c:v>24.3</c:v>
                </c:pt>
                <c:pt idx="1050">
                  <c:v>27.3</c:v>
                </c:pt>
                <c:pt idx="1051">
                  <c:v>29.8</c:v>
                </c:pt>
                <c:pt idx="1052">
                  <c:v>26.5</c:v>
                </c:pt>
                <c:pt idx="1053">
                  <c:v>28.5</c:v>
                </c:pt>
                <c:pt idx="1054">
                  <c:v>28.3</c:v>
                </c:pt>
                <c:pt idx="1055">
                  <c:v>26.5</c:v>
                </c:pt>
                <c:pt idx="1056">
                  <c:v>27.8</c:v>
                </c:pt>
                <c:pt idx="1057">
                  <c:v>26</c:v>
                </c:pt>
                <c:pt idx="1058">
                  <c:v>25.8</c:v>
                </c:pt>
                <c:pt idx="1059">
                  <c:v>27.1</c:v>
                </c:pt>
                <c:pt idx="1060">
                  <c:v>29.1</c:v>
                </c:pt>
                <c:pt idx="1061">
                  <c:v>26.1</c:v>
                </c:pt>
                <c:pt idx="1062">
                  <c:v>28.2</c:v>
                </c:pt>
                <c:pt idx="1063">
                  <c:v>27.1</c:v>
                </c:pt>
                <c:pt idx="1064">
                  <c:v>27.2</c:v>
                </c:pt>
                <c:pt idx="1065">
                  <c:v>29.3</c:v>
                </c:pt>
                <c:pt idx="1066">
                  <c:v>29.6</c:v>
                </c:pt>
                <c:pt idx="1067">
                  <c:v>31.1</c:v>
                </c:pt>
                <c:pt idx="1068">
                  <c:v>35</c:v>
                </c:pt>
                <c:pt idx="1069">
                  <c:v>34.1</c:v>
                </c:pt>
                <c:pt idx="1070">
                  <c:v>33.9</c:v>
                </c:pt>
                <c:pt idx="1071">
                  <c:v>35.5</c:v>
                </c:pt>
                <c:pt idx="1072">
                  <c:v>35.2</c:v>
                </c:pt>
                <c:pt idx="1073">
                  <c:v>36.7</c:v>
                </c:pt>
                <c:pt idx="1074">
                  <c:v>36.5</c:v>
                </c:pt>
                <c:pt idx="1075">
                  <c:v>35.7</c:v>
                </c:pt>
                <c:pt idx="1076">
                  <c:v>38.1</c:v>
                </c:pt>
                <c:pt idx="1077">
                  <c:v>38.3</c:v>
                </c:pt>
                <c:pt idx="1078">
                  <c:v>41.5</c:v>
                </c:pt>
                <c:pt idx="1079">
                  <c:v>41.9</c:v>
                </c:pt>
                <c:pt idx="1080">
                  <c:v>42.8</c:v>
                </c:pt>
                <c:pt idx="1081">
                  <c:v>41.8</c:v>
                </c:pt>
                <c:pt idx="1082">
                  <c:v>36.9</c:v>
                </c:pt>
                <c:pt idx="1083">
                  <c:v>39.2</c:v>
                </c:pt>
                <c:pt idx="1084">
                  <c:v>41.9</c:v>
                </c:pt>
                <c:pt idx="1085">
                  <c:v>43.9</c:v>
                </c:pt>
                <c:pt idx="1086">
                  <c:v>45.3</c:v>
                </c:pt>
                <c:pt idx="1087">
                  <c:v>48</c:v>
                </c:pt>
                <c:pt idx="1088">
                  <c:v>47.9</c:v>
                </c:pt>
                <c:pt idx="1089">
                  <c:v>46.2</c:v>
                </c:pt>
                <c:pt idx="1090">
                  <c:v>44.6</c:v>
                </c:pt>
                <c:pt idx="1091">
                  <c:v>41.8</c:v>
                </c:pt>
                <c:pt idx="1092">
                  <c:v>39.8</c:v>
                </c:pt>
                <c:pt idx="1093">
                  <c:v>35.7</c:v>
                </c:pt>
                <c:pt idx="1094">
                  <c:v>38.1</c:v>
                </c:pt>
                <c:pt idx="1095">
                  <c:v>42</c:v>
                </c:pt>
                <c:pt idx="1096">
                  <c:v>40.4</c:v>
                </c:pt>
                <c:pt idx="1097">
                  <c:v>39.9</c:v>
                </c:pt>
                <c:pt idx="1098">
                  <c:v>40.4</c:v>
                </c:pt>
                <c:pt idx="1099">
                  <c:v>37.5</c:v>
                </c:pt>
                <c:pt idx="1100">
                  <c:v>36.2</c:v>
                </c:pt>
                <c:pt idx="1101">
                  <c:v>36</c:v>
                </c:pt>
                <c:pt idx="1102">
                  <c:v>33.4</c:v>
                </c:pt>
                <c:pt idx="1103">
                  <c:v>33.2</c:v>
                </c:pt>
                <c:pt idx="1104">
                  <c:v>35.3</c:v>
                </c:pt>
                <c:pt idx="1105">
                  <c:v>33</c:v>
                </c:pt>
                <c:pt idx="1106">
                  <c:v>34.9</c:v>
                </c:pt>
                <c:pt idx="1107">
                  <c:v>36.5</c:v>
                </c:pt>
                <c:pt idx="1108">
                  <c:v>36.1</c:v>
                </c:pt>
                <c:pt idx="1109">
                  <c:v>35.8</c:v>
                </c:pt>
                <c:pt idx="1110">
                  <c:v>37</c:v>
                </c:pt>
                <c:pt idx="1111">
                  <c:v>37.6</c:v>
                </c:pt>
                <c:pt idx="1112">
                  <c:v>38.1</c:v>
                </c:pt>
                <c:pt idx="1113">
                  <c:v>37.5</c:v>
                </c:pt>
                <c:pt idx="1114">
                  <c:v>41.2</c:v>
                </c:pt>
                <c:pt idx="1115">
                  <c:v>41.4</c:v>
                </c:pt>
                <c:pt idx="1116">
                  <c:v>41.8</c:v>
                </c:pt>
                <c:pt idx="1117">
                  <c:v>42.6</c:v>
                </c:pt>
                <c:pt idx="1118">
                  <c:v>39.9</c:v>
                </c:pt>
                <c:pt idx="1119">
                  <c:v>39.9</c:v>
                </c:pt>
                <c:pt idx="1120">
                  <c:v>37.6</c:v>
                </c:pt>
                <c:pt idx="1121">
                  <c:v>37.2</c:v>
                </c:pt>
                <c:pt idx="1122">
                  <c:v>38.2</c:v>
                </c:pt>
                <c:pt idx="1123">
                  <c:v>37</c:v>
                </c:pt>
                <c:pt idx="1124">
                  <c:v>36.5</c:v>
                </c:pt>
                <c:pt idx="1125">
                  <c:v>36.3</c:v>
                </c:pt>
                <c:pt idx="1126">
                  <c:v>34.3</c:v>
                </c:pt>
                <c:pt idx="1127">
                  <c:v>32.5</c:v>
                </c:pt>
                <c:pt idx="1128">
                  <c:v>35.4</c:v>
                </c:pt>
                <c:pt idx="1129">
                  <c:v>35.7</c:v>
                </c:pt>
              </c:numCache>
            </c:numRef>
          </c:val>
        </c:ser>
        <c:axId val="18482667"/>
        <c:axId val="55333389"/>
      </c:areaChart>
      <c:lineChart>
        <c:grouping val="standard"/>
        <c:varyColors val="0"/>
        <c:ser>
          <c:idx val="1"/>
          <c:order val="1"/>
          <c:tx>
            <c:strRef>
              <c:f>label 2</c:f>
              <c:strCache>
                <c:ptCount val="1"/>
                <c:pt idx="0">
                  <c:v>국고3년</c:v>
                </c:pt>
              </c:strCache>
            </c:strRef>
          </c:tx>
          <c:spPr>
            <a:noFill/>
            <a:ln cap="rnd" w="19080">
              <a:solidFill>
                <a:srgbClr val="6482a6"/>
              </a:solidFill>
              <a:round/>
            </a:ln>
          </c:spPr>
          <c:marker>
            <c:symbol val="none"/>
          </c:marker>
          <c:dPt>
            <c:idx val="1071"/>
            <c:marker>
              <c:symbol val="none"/>
            </c:marker>
          </c:dPt>
          <c:dLbls>
            <c:dLbl>
              <c:idx val="107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1908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994"/>
                <c:pt idx="0">
                  <c:v>44200</c:v>
                </c:pt>
                <c:pt idx="1">
                  <c:v>44201</c:v>
                </c:pt>
                <c:pt idx="2">
                  <c:v>44202</c:v>
                </c:pt>
                <c:pt idx="3">
                  <c:v>44203</c:v>
                </c:pt>
                <c:pt idx="4">
                  <c:v>44204</c:v>
                </c:pt>
                <c:pt idx="5">
                  <c:v>44207</c:v>
                </c:pt>
                <c:pt idx="6">
                  <c:v>44208</c:v>
                </c:pt>
                <c:pt idx="7">
                  <c:v>44209</c:v>
                </c:pt>
                <c:pt idx="8">
                  <c:v>44210</c:v>
                </c:pt>
                <c:pt idx="9">
                  <c:v>44211</c:v>
                </c:pt>
                <c:pt idx="10">
                  <c:v>44214</c:v>
                </c:pt>
                <c:pt idx="11">
                  <c:v>44215</c:v>
                </c:pt>
                <c:pt idx="12">
                  <c:v>44216</c:v>
                </c:pt>
                <c:pt idx="13">
                  <c:v>44217</c:v>
                </c:pt>
                <c:pt idx="14">
                  <c:v>44218</c:v>
                </c:pt>
                <c:pt idx="15">
                  <c:v>44221</c:v>
                </c:pt>
                <c:pt idx="16">
                  <c:v>44222</c:v>
                </c:pt>
                <c:pt idx="17">
                  <c:v>44223</c:v>
                </c:pt>
                <c:pt idx="18">
                  <c:v>44224</c:v>
                </c:pt>
                <c:pt idx="19">
                  <c:v>44225</c:v>
                </c:pt>
                <c:pt idx="20">
                  <c:v>44228</c:v>
                </c:pt>
                <c:pt idx="21">
                  <c:v>44229</c:v>
                </c:pt>
                <c:pt idx="22">
                  <c:v>44230</c:v>
                </c:pt>
                <c:pt idx="23">
                  <c:v>44231</c:v>
                </c:pt>
                <c:pt idx="24">
                  <c:v>44232</c:v>
                </c:pt>
                <c:pt idx="25">
                  <c:v>44235</c:v>
                </c:pt>
                <c:pt idx="26">
                  <c:v>44236</c:v>
                </c:pt>
                <c:pt idx="27">
                  <c:v>44237</c:v>
                </c:pt>
                <c:pt idx="28">
                  <c:v>44242</c:v>
                </c:pt>
                <c:pt idx="29">
                  <c:v>44243</c:v>
                </c:pt>
                <c:pt idx="30">
                  <c:v>44244</c:v>
                </c:pt>
                <c:pt idx="31">
                  <c:v>44245</c:v>
                </c:pt>
                <c:pt idx="32">
                  <c:v>44246</c:v>
                </c:pt>
                <c:pt idx="33">
                  <c:v>44249</c:v>
                </c:pt>
                <c:pt idx="34">
                  <c:v>44250</c:v>
                </c:pt>
                <c:pt idx="35">
                  <c:v>44251</c:v>
                </c:pt>
                <c:pt idx="36">
                  <c:v>44252</c:v>
                </c:pt>
                <c:pt idx="37">
                  <c:v>44253</c:v>
                </c:pt>
                <c:pt idx="38">
                  <c:v>44257</c:v>
                </c:pt>
                <c:pt idx="39">
                  <c:v>44258</c:v>
                </c:pt>
                <c:pt idx="40">
                  <c:v>44259</c:v>
                </c:pt>
                <c:pt idx="41">
                  <c:v>44260</c:v>
                </c:pt>
                <c:pt idx="42">
                  <c:v>44263</c:v>
                </c:pt>
                <c:pt idx="43">
                  <c:v>44264</c:v>
                </c:pt>
                <c:pt idx="44">
                  <c:v>44265</c:v>
                </c:pt>
                <c:pt idx="45">
                  <c:v>44266</c:v>
                </c:pt>
                <c:pt idx="46">
                  <c:v>44267</c:v>
                </c:pt>
                <c:pt idx="47">
                  <c:v>44270</c:v>
                </c:pt>
                <c:pt idx="48">
                  <c:v>44271</c:v>
                </c:pt>
                <c:pt idx="49">
                  <c:v>44272</c:v>
                </c:pt>
                <c:pt idx="50">
                  <c:v>44273</c:v>
                </c:pt>
                <c:pt idx="51">
                  <c:v>44274</c:v>
                </c:pt>
                <c:pt idx="52">
                  <c:v>44277</c:v>
                </c:pt>
                <c:pt idx="53">
                  <c:v>44278</c:v>
                </c:pt>
                <c:pt idx="54">
                  <c:v>44279</c:v>
                </c:pt>
                <c:pt idx="55">
                  <c:v>44280</c:v>
                </c:pt>
                <c:pt idx="56">
                  <c:v>44281</c:v>
                </c:pt>
                <c:pt idx="57">
                  <c:v>44284</c:v>
                </c:pt>
                <c:pt idx="58">
                  <c:v>44285</c:v>
                </c:pt>
                <c:pt idx="59">
                  <c:v>44286</c:v>
                </c:pt>
                <c:pt idx="60">
                  <c:v>44287</c:v>
                </c:pt>
                <c:pt idx="61">
                  <c:v>44288</c:v>
                </c:pt>
                <c:pt idx="62">
                  <c:v>44291</c:v>
                </c:pt>
                <c:pt idx="63">
                  <c:v>44292</c:v>
                </c:pt>
                <c:pt idx="64">
                  <c:v>44293</c:v>
                </c:pt>
                <c:pt idx="65">
                  <c:v>44294</c:v>
                </c:pt>
                <c:pt idx="66">
                  <c:v>44295</c:v>
                </c:pt>
                <c:pt idx="67">
                  <c:v>44298</c:v>
                </c:pt>
                <c:pt idx="68">
                  <c:v>44299</c:v>
                </c:pt>
                <c:pt idx="69">
                  <c:v>44300</c:v>
                </c:pt>
                <c:pt idx="70">
                  <c:v>44301</c:v>
                </c:pt>
                <c:pt idx="71">
                  <c:v>44302</c:v>
                </c:pt>
                <c:pt idx="72">
                  <c:v>44305</c:v>
                </c:pt>
                <c:pt idx="73">
                  <c:v>44306</c:v>
                </c:pt>
                <c:pt idx="74">
                  <c:v>44307</c:v>
                </c:pt>
                <c:pt idx="75">
                  <c:v>44308</c:v>
                </c:pt>
                <c:pt idx="76">
                  <c:v>44309</c:v>
                </c:pt>
                <c:pt idx="77">
                  <c:v>44312</c:v>
                </c:pt>
                <c:pt idx="78">
                  <c:v>44313</c:v>
                </c:pt>
                <c:pt idx="79">
                  <c:v>44314</c:v>
                </c:pt>
                <c:pt idx="80">
                  <c:v>44315</c:v>
                </c:pt>
                <c:pt idx="81">
                  <c:v>44316</c:v>
                </c:pt>
                <c:pt idx="82">
                  <c:v>44319</c:v>
                </c:pt>
                <c:pt idx="83">
                  <c:v>44320</c:v>
                </c:pt>
                <c:pt idx="84">
                  <c:v>44322</c:v>
                </c:pt>
                <c:pt idx="85">
                  <c:v>44323</c:v>
                </c:pt>
                <c:pt idx="86">
                  <c:v>44326</c:v>
                </c:pt>
                <c:pt idx="87">
                  <c:v>44327</c:v>
                </c:pt>
                <c:pt idx="88">
                  <c:v>44328</c:v>
                </c:pt>
                <c:pt idx="89">
                  <c:v>44329</c:v>
                </c:pt>
                <c:pt idx="90">
                  <c:v>44330</c:v>
                </c:pt>
                <c:pt idx="91">
                  <c:v>44333</c:v>
                </c:pt>
                <c:pt idx="92">
                  <c:v>44334</c:v>
                </c:pt>
                <c:pt idx="93">
                  <c:v>44336</c:v>
                </c:pt>
                <c:pt idx="94">
                  <c:v>44337</c:v>
                </c:pt>
                <c:pt idx="95">
                  <c:v>44340</c:v>
                </c:pt>
                <c:pt idx="96">
                  <c:v>44341</c:v>
                </c:pt>
                <c:pt idx="97">
                  <c:v>44342</c:v>
                </c:pt>
                <c:pt idx="98">
                  <c:v>44343</c:v>
                </c:pt>
                <c:pt idx="99">
                  <c:v>44344</c:v>
                </c:pt>
                <c:pt idx="100">
                  <c:v>44347</c:v>
                </c:pt>
                <c:pt idx="101">
                  <c:v>44348</c:v>
                </c:pt>
                <c:pt idx="102">
                  <c:v>44349</c:v>
                </c:pt>
                <c:pt idx="103">
                  <c:v>44350</c:v>
                </c:pt>
                <c:pt idx="104">
                  <c:v>44351</c:v>
                </c:pt>
                <c:pt idx="105">
                  <c:v>44354</c:v>
                </c:pt>
                <c:pt idx="106">
                  <c:v>44355</c:v>
                </c:pt>
                <c:pt idx="107">
                  <c:v>44356</c:v>
                </c:pt>
                <c:pt idx="108">
                  <c:v>44357</c:v>
                </c:pt>
                <c:pt idx="109">
                  <c:v>44358</c:v>
                </c:pt>
                <c:pt idx="110">
                  <c:v>44361</c:v>
                </c:pt>
                <c:pt idx="111">
                  <c:v>44362</c:v>
                </c:pt>
                <c:pt idx="112">
                  <c:v>44363</c:v>
                </c:pt>
                <c:pt idx="113">
                  <c:v>44364</c:v>
                </c:pt>
                <c:pt idx="114">
                  <c:v>44365</c:v>
                </c:pt>
                <c:pt idx="115">
                  <c:v>44368</c:v>
                </c:pt>
                <c:pt idx="116">
                  <c:v>44369</c:v>
                </c:pt>
                <c:pt idx="117">
                  <c:v>44370</c:v>
                </c:pt>
                <c:pt idx="118">
                  <c:v>44371</c:v>
                </c:pt>
                <c:pt idx="119">
                  <c:v>44372</c:v>
                </c:pt>
                <c:pt idx="120">
                  <c:v>44375</c:v>
                </c:pt>
                <c:pt idx="121">
                  <c:v>44376</c:v>
                </c:pt>
                <c:pt idx="122">
                  <c:v>44377</c:v>
                </c:pt>
                <c:pt idx="123">
                  <c:v>44378</c:v>
                </c:pt>
                <c:pt idx="124">
                  <c:v>44379</c:v>
                </c:pt>
                <c:pt idx="125">
                  <c:v>44382</c:v>
                </c:pt>
                <c:pt idx="126">
                  <c:v>44383</c:v>
                </c:pt>
                <c:pt idx="127">
                  <c:v>44384</c:v>
                </c:pt>
                <c:pt idx="128">
                  <c:v>44385</c:v>
                </c:pt>
                <c:pt idx="129">
                  <c:v>44386</c:v>
                </c:pt>
                <c:pt idx="130">
                  <c:v>44389</c:v>
                </c:pt>
                <c:pt idx="131">
                  <c:v>44390</c:v>
                </c:pt>
                <c:pt idx="132">
                  <c:v>44391</c:v>
                </c:pt>
                <c:pt idx="133">
                  <c:v>44392</c:v>
                </c:pt>
                <c:pt idx="134">
                  <c:v>44393</c:v>
                </c:pt>
                <c:pt idx="135">
                  <c:v>44396</c:v>
                </c:pt>
                <c:pt idx="136">
                  <c:v>44397</c:v>
                </c:pt>
                <c:pt idx="137">
                  <c:v>44398</c:v>
                </c:pt>
                <c:pt idx="138">
                  <c:v>44399</c:v>
                </c:pt>
                <c:pt idx="139">
                  <c:v>44400</c:v>
                </c:pt>
                <c:pt idx="140">
                  <c:v>44403</c:v>
                </c:pt>
                <c:pt idx="141">
                  <c:v>44404</c:v>
                </c:pt>
                <c:pt idx="142">
                  <c:v>44405</c:v>
                </c:pt>
                <c:pt idx="143">
                  <c:v>44406</c:v>
                </c:pt>
                <c:pt idx="144">
                  <c:v>44407</c:v>
                </c:pt>
                <c:pt idx="145">
                  <c:v>44410</c:v>
                </c:pt>
                <c:pt idx="146">
                  <c:v>44411</c:v>
                </c:pt>
                <c:pt idx="147">
                  <c:v>44412</c:v>
                </c:pt>
                <c:pt idx="148">
                  <c:v>44413</c:v>
                </c:pt>
                <c:pt idx="149">
                  <c:v>44414</c:v>
                </c:pt>
                <c:pt idx="150">
                  <c:v>44417</c:v>
                </c:pt>
                <c:pt idx="151">
                  <c:v>44418</c:v>
                </c:pt>
                <c:pt idx="152">
                  <c:v>44419</c:v>
                </c:pt>
                <c:pt idx="153">
                  <c:v>44420</c:v>
                </c:pt>
                <c:pt idx="154">
                  <c:v>44421</c:v>
                </c:pt>
                <c:pt idx="155">
                  <c:v>44425</c:v>
                </c:pt>
                <c:pt idx="156">
                  <c:v>44426</c:v>
                </c:pt>
                <c:pt idx="157">
                  <c:v>44427</c:v>
                </c:pt>
                <c:pt idx="158">
                  <c:v>44428</c:v>
                </c:pt>
                <c:pt idx="159">
                  <c:v>44431</c:v>
                </c:pt>
                <c:pt idx="160">
                  <c:v>44432</c:v>
                </c:pt>
                <c:pt idx="161">
                  <c:v>44433</c:v>
                </c:pt>
                <c:pt idx="162">
                  <c:v>44434</c:v>
                </c:pt>
                <c:pt idx="163">
                  <c:v>44435</c:v>
                </c:pt>
                <c:pt idx="164">
                  <c:v>44438</c:v>
                </c:pt>
                <c:pt idx="165">
                  <c:v>44439</c:v>
                </c:pt>
                <c:pt idx="166">
                  <c:v>44440</c:v>
                </c:pt>
                <c:pt idx="167">
                  <c:v>44441</c:v>
                </c:pt>
                <c:pt idx="168">
                  <c:v>44442</c:v>
                </c:pt>
                <c:pt idx="169">
                  <c:v>44445</c:v>
                </c:pt>
                <c:pt idx="170">
                  <c:v>44446</c:v>
                </c:pt>
                <c:pt idx="171">
                  <c:v>44447</c:v>
                </c:pt>
                <c:pt idx="172">
                  <c:v>44448</c:v>
                </c:pt>
                <c:pt idx="173">
                  <c:v>44449</c:v>
                </c:pt>
                <c:pt idx="174">
                  <c:v>44452</c:v>
                </c:pt>
                <c:pt idx="175">
                  <c:v>44453</c:v>
                </c:pt>
                <c:pt idx="176">
                  <c:v>44454</c:v>
                </c:pt>
                <c:pt idx="177">
                  <c:v>44455</c:v>
                </c:pt>
                <c:pt idx="178">
                  <c:v>44456</c:v>
                </c:pt>
                <c:pt idx="179">
                  <c:v>44462</c:v>
                </c:pt>
                <c:pt idx="180">
                  <c:v>44463</c:v>
                </c:pt>
                <c:pt idx="181">
                  <c:v>44466</c:v>
                </c:pt>
                <c:pt idx="182">
                  <c:v>44467</c:v>
                </c:pt>
                <c:pt idx="183">
                  <c:v>44468</c:v>
                </c:pt>
                <c:pt idx="184">
                  <c:v>44469</c:v>
                </c:pt>
                <c:pt idx="185">
                  <c:v>44470</c:v>
                </c:pt>
                <c:pt idx="186">
                  <c:v>44474</c:v>
                </c:pt>
                <c:pt idx="187">
                  <c:v>44475</c:v>
                </c:pt>
                <c:pt idx="188">
                  <c:v>44476</c:v>
                </c:pt>
                <c:pt idx="189">
                  <c:v>44477</c:v>
                </c:pt>
                <c:pt idx="190">
                  <c:v>44481</c:v>
                </c:pt>
                <c:pt idx="191">
                  <c:v>44482</c:v>
                </c:pt>
                <c:pt idx="192">
                  <c:v>44483</c:v>
                </c:pt>
                <c:pt idx="193">
                  <c:v>44484</c:v>
                </c:pt>
                <c:pt idx="194">
                  <c:v>44487</c:v>
                </c:pt>
                <c:pt idx="195">
                  <c:v>44488</c:v>
                </c:pt>
                <c:pt idx="196">
                  <c:v>44489</c:v>
                </c:pt>
                <c:pt idx="197">
                  <c:v>44490</c:v>
                </c:pt>
                <c:pt idx="198">
                  <c:v>44491</c:v>
                </c:pt>
                <c:pt idx="199">
                  <c:v>44494</c:v>
                </c:pt>
                <c:pt idx="200">
                  <c:v>44495</c:v>
                </c:pt>
                <c:pt idx="201">
                  <c:v>44496</c:v>
                </c:pt>
                <c:pt idx="202">
                  <c:v>44497</c:v>
                </c:pt>
                <c:pt idx="203">
                  <c:v>44498</c:v>
                </c:pt>
                <c:pt idx="204">
                  <c:v>44501</c:v>
                </c:pt>
                <c:pt idx="205">
                  <c:v>44502</c:v>
                </c:pt>
                <c:pt idx="206">
                  <c:v>44503</c:v>
                </c:pt>
                <c:pt idx="207">
                  <c:v>44504</c:v>
                </c:pt>
                <c:pt idx="208">
                  <c:v>44505</c:v>
                </c:pt>
                <c:pt idx="209">
                  <c:v>44508</c:v>
                </c:pt>
                <c:pt idx="210">
                  <c:v>44509</c:v>
                </c:pt>
                <c:pt idx="211">
                  <c:v>44510</c:v>
                </c:pt>
                <c:pt idx="212">
                  <c:v>44511</c:v>
                </c:pt>
                <c:pt idx="213">
                  <c:v>44512</c:v>
                </c:pt>
                <c:pt idx="214">
                  <c:v>44515</c:v>
                </c:pt>
                <c:pt idx="215">
                  <c:v>44516</c:v>
                </c:pt>
                <c:pt idx="216">
                  <c:v>44517</c:v>
                </c:pt>
                <c:pt idx="217">
                  <c:v>44518</c:v>
                </c:pt>
                <c:pt idx="218">
                  <c:v>44519</c:v>
                </c:pt>
                <c:pt idx="219">
                  <c:v>44522</c:v>
                </c:pt>
                <c:pt idx="220">
                  <c:v>44523</c:v>
                </c:pt>
                <c:pt idx="221">
                  <c:v>44524</c:v>
                </c:pt>
                <c:pt idx="222">
                  <c:v>44525</c:v>
                </c:pt>
                <c:pt idx="223">
                  <c:v>44526</c:v>
                </c:pt>
                <c:pt idx="224">
                  <c:v>44529</c:v>
                </c:pt>
                <c:pt idx="225">
                  <c:v>44530</c:v>
                </c:pt>
                <c:pt idx="226">
                  <c:v>44531</c:v>
                </c:pt>
                <c:pt idx="227">
                  <c:v>44532</c:v>
                </c:pt>
                <c:pt idx="228">
                  <c:v>44533</c:v>
                </c:pt>
                <c:pt idx="229">
                  <c:v>44536</c:v>
                </c:pt>
                <c:pt idx="230">
                  <c:v>44537</c:v>
                </c:pt>
                <c:pt idx="231">
                  <c:v>44538</c:v>
                </c:pt>
                <c:pt idx="232">
                  <c:v>44539</c:v>
                </c:pt>
                <c:pt idx="233">
                  <c:v>44540</c:v>
                </c:pt>
                <c:pt idx="234">
                  <c:v>44543</c:v>
                </c:pt>
                <c:pt idx="235">
                  <c:v>44544</c:v>
                </c:pt>
                <c:pt idx="236">
                  <c:v>44545</c:v>
                </c:pt>
                <c:pt idx="237">
                  <c:v>44546</c:v>
                </c:pt>
                <c:pt idx="238">
                  <c:v>44547</c:v>
                </c:pt>
                <c:pt idx="239">
                  <c:v>44550</c:v>
                </c:pt>
                <c:pt idx="240">
                  <c:v>44551</c:v>
                </c:pt>
                <c:pt idx="241">
                  <c:v>44552</c:v>
                </c:pt>
                <c:pt idx="242">
                  <c:v>44553</c:v>
                </c:pt>
                <c:pt idx="243">
                  <c:v>44554</c:v>
                </c:pt>
                <c:pt idx="244">
                  <c:v>44557</c:v>
                </c:pt>
                <c:pt idx="245">
                  <c:v>44558</c:v>
                </c:pt>
                <c:pt idx="246">
                  <c:v>44559</c:v>
                </c:pt>
                <c:pt idx="247">
                  <c:v>44560</c:v>
                </c:pt>
                <c:pt idx="248">
                  <c:v>44561</c:v>
                </c:pt>
                <c:pt idx="249">
                  <c:v>44564</c:v>
                </c:pt>
                <c:pt idx="250">
                  <c:v>44565</c:v>
                </c:pt>
                <c:pt idx="251">
                  <c:v>44566</c:v>
                </c:pt>
                <c:pt idx="252">
                  <c:v>44567</c:v>
                </c:pt>
                <c:pt idx="253">
                  <c:v>44568</c:v>
                </c:pt>
                <c:pt idx="254">
                  <c:v>44571</c:v>
                </c:pt>
                <c:pt idx="255">
                  <c:v>44572</c:v>
                </c:pt>
                <c:pt idx="256">
                  <c:v>44573</c:v>
                </c:pt>
                <c:pt idx="257">
                  <c:v>44574</c:v>
                </c:pt>
                <c:pt idx="258">
                  <c:v>44575</c:v>
                </c:pt>
                <c:pt idx="259">
                  <c:v>44578</c:v>
                </c:pt>
                <c:pt idx="260">
                  <c:v>44579</c:v>
                </c:pt>
                <c:pt idx="261">
                  <c:v>44580</c:v>
                </c:pt>
                <c:pt idx="262">
                  <c:v>44581</c:v>
                </c:pt>
                <c:pt idx="263">
                  <c:v>44582</c:v>
                </c:pt>
                <c:pt idx="264">
                  <c:v>44585</c:v>
                </c:pt>
                <c:pt idx="265">
                  <c:v>44586</c:v>
                </c:pt>
                <c:pt idx="266">
                  <c:v>44587</c:v>
                </c:pt>
                <c:pt idx="267">
                  <c:v>44588</c:v>
                </c:pt>
                <c:pt idx="268">
                  <c:v>44589</c:v>
                </c:pt>
                <c:pt idx="269">
                  <c:v>44595</c:v>
                </c:pt>
                <c:pt idx="270">
                  <c:v>44596</c:v>
                </c:pt>
                <c:pt idx="271">
                  <c:v>44599</c:v>
                </c:pt>
                <c:pt idx="272">
                  <c:v>44600</c:v>
                </c:pt>
                <c:pt idx="273">
                  <c:v>44601</c:v>
                </c:pt>
                <c:pt idx="274">
                  <c:v>44602</c:v>
                </c:pt>
                <c:pt idx="275">
                  <c:v>44603</c:v>
                </c:pt>
                <c:pt idx="276">
                  <c:v>44606</c:v>
                </c:pt>
                <c:pt idx="277">
                  <c:v>44607</c:v>
                </c:pt>
                <c:pt idx="278">
                  <c:v>44608</c:v>
                </c:pt>
                <c:pt idx="279">
                  <c:v>44609</c:v>
                </c:pt>
                <c:pt idx="280">
                  <c:v>44610</c:v>
                </c:pt>
                <c:pt idx="281">
                  <c:v>44613</c:v>
                </c:pt>
                <c:pt idx="282">
                  <c:v>44614</c:v>
                </c:pt>
                <c:pt idx="283">
                  <c:v>44615</c:v>
                </c:pt>
                <c:pt idx="284">
                  <c:v>44616</c:v>
                </c:pt>
                <c:pt idx="285">
                  <c:v>44617</c:v>
                </c:pt>
                <c:pt idx="286">
                  <c:v>44620</c:v>
                </c:pt>
                <c:pt idx="287">
                  <c:v>44622</c:v>
                </c:pt>
                <c:pt idx="288">
                  <c:v>44623</c:v>
                </c:pt>
                <c:pt idx="289">
                  <c:v>44624</c:v>
                </c:pt>
                <c:pt idx="290">
                  <c:v>44627</c:v>
                </c:pt>
                <c:pt idx="291">
                  <c:v>44628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44666</c:v>
                </c:pt>
                <c:pt idx="319">
                  <c:v>44669</c:v>
                </c:pt>
                <c:pt idx="320">
                  <c:v>44670</c:v>
                </c:pt>
                <c:pt idx="321">
                  <c:v>44671</c:v>
                </c:pt>
                <c:pt idx="322">
                  <c:v>44672</c:v>
                </c:pt>
                <c:pt idx="323">
                  <c:v>44673</c:v>
                </c:pt>
                <c:pt idx="324">
                  <c:v>44676</c:v>
                </c:pt>
                <c:pt idx="325">
                  <c:v>44677</c:v>
                </c:pt>
                <c:pt idx="326">
                  <c:v>44678</c:v>
                </c:pt>
                <c:pt idx="327">
                  <c:v>44679</c:v>
                </c:pt>
                <c:pt idx="328">
                  <c:v>44680</c:v>
                </c:pt>
                <c:pt idx="329">
                  <c:v>44683</c:v>
                </c:pt>
                <c:pt idx="330">
                  <c:v>44684</c:v>
                </c:pt>
                <c:pt idx="331">
                  <c:v>44685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44704</c:v>
                </c:pt>
                <c:pt idx="344">
                  <c:v>44705</c:v>
                </c:pt>
                <c:pt idx="345">
                  <c:v>44706</c:v>
                </c:pt>
                <c:pt idx="346">
                  <c:v>44707</c:v>
                </c:pt>
                <c:pt idx="347">
                  <c:v>44708</c:v>
                </c:pt>
                <c:pt idx="348">
                  <c:v>44711</c:v>
                </c:pt>
                <c:pt idx="349">
                  <c:v>44712</c:v>
                </c:pt>
                <c:pt idx="350">
                  <c:v>44714</c:v>
                </c:pt>
                <c:pt idx="351">
                  <c:v>44715</c:v>
                </c:pt>
                <c:pt idx="352">
                  <c:v>44719</c:v>
                </c:pt>
                <c:pt idx="353">
                  <c:v>44720</c:v>
                </c:pt>
                <c:pt idx="354">
                  <c:v>44721</c:v>
                </c:pt>
                <c:pt idx="355">
                  <c:v>44722</c:v>
                </c:pt>
                <c:pt idx="356">
                  <c:v>44725</c:v>
                </c:pt>
                <c:pt idx="357">
                  <c:v>44726</c:v>
                </c:pt>
                <c:pt idx="358">
                  <c:v>44727</c:v>
                </c:pt>
                <c:pt idx="359">
                  <c:v>44728</c:v>
                </c:pt>
                <c:pt idx="360">
                  <c:v>44729</c:v>
                </c:pt>
                <c:pt idx="361">
                  <c:v>44732</c:v>
                </c:pt>
                <c:pt idx="362">
                  <c:v>44733</c:v>
                </c:pt>
                <c:pt idx="363">
                  <c:v>44734</c:v>
                </c:pt>
                <c:pt idx="364">
                  <c:v>44735</c:v>
                </c:pt>
                <c:pt idx="365">
                  <c:v>44736</c:v>
                </c:pt>
                <c:pt idx="366">
                  <c:v>44739</c:v>
                </c:pt>
                <c:pt idx="367">
                  <c:v>44740</c:v>
                </c:pt>
                <c:pt idx="368">
                  <c:v>44741</c:v>
                </c:pt>
                <c:pt idx="369">
                  <c:v>44742</c:v>
                </c:pt>
                <c:pt idx="370">
                  <c:v>44743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44774</c:v>
                </c:pt>
                <c:pt idx="392">
                  <c:v>44775</c:v>
                </c:pt>
                <c:pt idx="393">
                  <c:v>44776</c:v>
                </c:pt>
                <c:pt idx="394">
                  <c:v>44777</c:v>
                </c:pt>
                <c:pt idx="395">
                  <c:v>44778</c:v>
                </c:pt>
                <c:pt idx="396">
                  <c:v>44781</c:v>
                </c:pt>
                <c:pt idx="397">
                  <c:v>44782</c:v>
                </c:pt>
                <c:pt idx="398">
                  <c:v>44783</c:v>
                </c:pt>
                <c:pt idx="399">
                  <c:v>44784</c:v>
                </c:pt>
                <c:pt idx="400">
                  <c:v>44785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44809</c:v>
                </c:pt>
                <c:pt idx="416">
                  <c:v>44810</c:v>
                </c:pt>
                <c:pt idx="417">
                  <c:v>44811</c:v>
                </c:pt>
                <c:pt idx="418">
                  <c:v>44812</c:v>
                </c:pt>
                <c:pt idx="419">
                  <c:v>44817</c:v>
                </c:pt>
                <c:pt idx="420">
                  <c:v>44818</c:v>
                </c:pt>
                <c:pt idx="421">
                  <c:v>44819</c:v>
                </c:pt>
                <c:pt idx="422">
                  <c:v>44820</c:v>
                </c:pt>
                <c:pt idx="423">
                  <c:v>44823</c:v>
                </c:pt>
                <c:pt idx="424">
                  <c:v>44824</c:v>
                </c:pt>
                <c:pt idx="425">
                  <c:v>44825</c:v>
                </c:pt>
                <c:pt idx="426">
                  <c:v>44826</c:v>
                </c:pt>
                <c:pt idx="427">
                  <c:v>44827</c:v>
                </c:pt>
                <c:pt idx="428">
                  <c:v>44830</c:v>
                </c:pt>
                <c:pt idx="429">
                  <c:v>44831</c:v>
                </c:pt>
                <c:pt idx="430">
                  <c:v>44832</c:v>
                </c:pt>
                <c:pt idx="431">
                  <c:v>44833</c:v>
                </c:pt>
                <c:pt idx="432">
                  <c:v>44834</c:v>
                </c:pt>
                <c:pt idx="433">
                  <c:v>44838</c:v>
                </c:pt>
                <c:pt idx="434">
                  <c:v>44839</c:v>
                </c:pt>
                <c:pt idx="435">
                  <c:v>44840</c:v>
                </c:pt>
                <c:pt idx="436">
                  <c:v>44841</c:v>
                </c:pt>
                <c:pt idx="437">
                  <c:v>44845</c:v>
                </c:pt>
                <c:pt idx="438">
                  <c:v>44846</c:v>
                </c:pt>
                <c:pt idx="439">
                  <c:v>44847</c:v>
                </c:pt>
                <c:pt idx="440">
                  <c:v>44848</c:v>
                </c:pt>
                <c:pt idx="441">
                  <c:v>44851</c:v>
                </c:pt>
                <c:pt idx="442">
                  <c:v>44852</c:v>
                </c:pt>
                <c:pt idx="443">
                  <c:v>44853</c:v>
                </c:pt>
                <c:pt idx="444">
                  <c:v>44854</c:v>
                </c:pt>
                <c:pt idx="445">
                  <c:v>44855</c:v>
                </c:pt>
                <c:pt idx="446">
                  <c:v>44858</c:v>
                </c:pt>
                <c:pt idx="447">
                  <c:v>44859</c:v>
                </c:pt>
                <c:pt idx="448">
                  <c:v>44860</c:v>
                </c:pt>
                <c:pt idx="449">
                  <c:v>44861</c:v>
                </c:pt>
                <c:pt idx="450">
                  <c:v>44862</c:v>
                </c:pt>
                <c:pt idx="451">
                  <c:v>44865</c:v>
                </c:pt>
                <c:pt idx="452">
                  <c:v>44866</c:v>
                </c:pt>
                <c:pt idx="453">
                  <c:v>44867</c:v>
                </c:pt>
                <c:pt idx="454">
                  <c:v>44868</c:v>
                </c:pt>
                <c:pt idx="455">
                  <c:v>44869</c:v>
                </c:pt>
                <c:pt idx="456">
                  <c:v>44872</c:v>
                </c:pt>
                <c:pt idx="457">
                  <c:v>44873</c:v>
                </c:pt>
                <c:pt idx="458">
                  <c:v>44874</c:v>
                </c:pt>
                <c:pt idx="459">
                  <c:v>44875</c:v>
                </c:pt>
                <c:pt idx="460">
                  <c:v>44876</c:v>
                </c:pt>
                <c:pt idx="461">
                  <c:v>44879</c:v>
                </c:pt>
                <c:pt idx="462">
                  <c:v>44880</c:v>
                </c:pt>
                <c:pt idx="463">
                  <c:v>44881</c:v>
                </c:pt>
                <c:pt idx="464">
                  <c:v>44882</c:v>
                </c:pt>
                <c:pt idx="465">
                  <c:v>44883</c:v>
                </c:pt>
                <c:pt idx="466">
                  <c:v>44886</c:v>
                </c:pt>
                <c:pt idx="467">
                  <c:v>44887</c:v>
                </c:pt>
                <c:pt idx="468">
                  <c:v>44888</c:v>
                </c:pt>
                <c:pt idx="469">
                  <c:v>44889</c:v>
                </c:pt>
                <c:pt idx="470">
                  <c:v>44890</c:v>
                </c:pt>
                <c:pt idx="471">
                  <c:v>44893</c:v>
                </c:pt>
                <c:pt idx="472">
                  <c:v>44894</c:v>
                </c:pt>
                <c:pt idx="473">
                  <c:v>44895</c:v>
                </c:pt>
                <c:pt idx="474">
                  <c:v>44896</c:v>
                </c:pt>
                <c:pt idx="475">
                  <c:v>44897</c:v>
                </c:pt>
                <c:pt idx="476">
                  <c:v>44900</c:v>
                </c:pt>
                <c:pt idx="477">
                  <c:v>44901</c:v>
                </c:pt>
                <c:pt idx="478">
                  <c:v>44902</c:v>
                </c:pt>
                <c:pt idx="479">
                  <c:v>44903</c:v>
                </c:pt>
                <c:pt idx="480">
                  <c:v>44904</c:v>
                </c:pt>
                <c:pt idx="481">
                  <c:v>44907</c:v>
                </c:pt>
                <c:pt idx="482">
                  <c:v>44908</c:v>
                </c:pt>
                <c:pt idx="483">
                  <c:v>44909</c:v>
                </c:pt>
                <c:pt idx="484">
                  <c:v>44910</c:v>
                </c:pt>
                <c:pt idx="485">
                  <c:v>44911</c:v>
                </c:pt>
                <c:pt idx="486">
                  <c:v>44914</c:v>
                </c:pt>
                <c:pt idx="487">
                  <c:v>44915</c:v>
                </c:pt>
                <c:pt idx="488">
                  <c:v>44916</c:v>
                </c:pt>
                <c:pt idx="489">
                  <c:v>44917</c:v>
                </c:pt>
                <c:pt idx="490">
                  <c:v>44918</c:v>
                </c:pt>
                <c:pt idx="491">
                  <c:v>44921</c:v>
                </c:pt>
                <c:pt idx="492">
                  <c:v>44922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44928</c:v>
                </c:pt>
                <c:pt idx="497">
                  <c:v>44929</c:v>
                </c:pt>
                <c:pt idx="498">
                  <c:v>44930</c:v>
                </c:pt>
                <c:pt idx="499">
                  <c:v>44931</c:v>
                </c:pt>
                <c:pt idx="500">
                  <c:v>44932</c:v>
                </c:pt>
                <c:pt idx="501">
                  <c:v>44935</c:v>
                </c:pt>
                <c:pt idx="502">
                  <c:v>44936</c:v>
                </c:pt>
                <c:pt idx="503">
                  <c:v>44937</c:v>
                </c:pt>
                <c:pt idx="504">
                  <c:v>44938</c:v>
                </c:pt>
                <c:pt idx="505">
                  <c:v>44939</c:v>
                </c:pt>
                <c:pt idx="506">
                  <c:v>44942</c:v>
                </c:pt>
                <c:pt idx="507">
                  <c:v>44943</c:v>
                </c:pt>
                <c:pt idx="508">
                  <c:v>44944</c:v>
                </c:pt>
                <c:pt idx="509">
                  <c:v>44945</c:v>
                </c:pt>
                <c:pt idx="510">
                  <c:v>44946</c:v>
                </c:pt>
                <c:pt idx="511">
                  <c:v>44951</c:v>
                </c:pt>
                <c:pt idx="512">
                  <c:v>44952</c:v>
                </c:pt>
                <c:pt idx="513">
                  <c:v>44953</c:v>
                </c:pt>
                <c:pt idx="514">
                  <c:v>44956</c:v>
                </c:pt>
                <c:pt idx="515">
                  <c:v>44957</c:v>
                </c:pt>
                <c:pt idx="516">
                  <c:v>44958</c:v>
                </c:pt>
                <c:pt idx="517">
                  <c:v>44959</c:v>
                </c:pt>
                <c:pt idx="518">
                  <c:v>44960</c:v>
                </c:pt>
                <c:pt idx="519">
                  <c:v>44963</c:v>
                </c:pt>
                <c:pt idx="520">
                  <c:v>44964</c:v>
                </c:pt>
                <c:pt idx="521">
                  <c:v>44965</c:v>
                </c:pt>
                <c:pt idx="522">
                  <c:v>44966</c:v>
                </c:pt>
                <c:pt idx="523">
                  <c:v>44967</c:v>
                </c:pt>
                <c:pt idx="524">
                  <c:v>44970</c:v>
                </c:pt>
                <c:pt idx="525">
                  <c:v>44971</c:v>
                </c:pt>
                <c:pt idx="526">
                  <c:v>44972</c:v>
                </c:pt>
                <c:pt idx="527">
                  <c:v>44973</c:v>
                </c:pt>
                <c:pt idx="528">
                  <c:v>44974</c:v>
                </c:pt>
                <c:pt idx="529">
                  <c:v>44977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44987</c:v>
                </c:pt>
                <c:pt idx="537">
                  <c:v>44988</c:v>
                </c:pt>
                <c:pt idx="538">
                  <c:v>44991</c:v>
                </c:pt>
                <c:pt idx="539">
                  <c:v>44992</c:v>
                </c:pt>
                <c:pt idx="540">
                  <c:v>44993</c:v>
                </c:pt>
                <c:pt idx="541">
                  <c:v>44994</c:v>
                </c:pt>
                <c:pt idx="542">
                  <c:v>44995</c:v>
                </c:pt>
                <c:pt idx="543">
                  <c:v>44998</c:v>
                </c:pt>
                <c:pt idx="544">
                  <c:v>44999</c:v>
                </c:pt>
                <c:pt idx="545">
                  <c:v>45000</c:v>
                </c:pt>
                <c:pt idx="546">
                  <c:v>45001</c:v>
                </c:pt>
                <c:pt idx="547">
                  <c:v>45002</c:v>
                </c:pt>
                <c:pt idx="548">
                  <c:v>45005</c:v>
                </c:pt>
                <c:pt idx="549">
                  <c:v>45006</c:v>
                </c:pt>
                <c:pt idx="550">
                  <c:v>45007</c:v>
                </c:pt>
                <c:pt idx="551">
                  <c:v>45008</c:v>
                </c:pt>
                <c:pt idx="552">
                  <c:v>45009</c:v>
                </c:pt>
                <c:pt idx="553">
                  <c:v>45012</c:v>
                </c:pt>
                <c:pt idx="554">
                  <c:v>45013</c:v>
                </c:pt>
                <c:pt idx="555">
                  <c:v>45014</c:v>
                </c:pt>
                <c:pt idx="556">
                  <c:v>45015</c:v>
                </c:pt>
                <c:pt idx="557">
                  <c:v>45016</c:v>
                </c:pt>
                <c:pt idx="558">
                  <c:v>45019</c:v>
                </c:pt>
                <c:pt idx="559">
                  <c:v>45020</c:v>
                </c:pt>
                <c:pt idx="560">
                  <c:v>45021</c:v>
                </c:pt>
                <c:pt idx="561">
                  <c:v>45022</c:v>
                </c:pt>
                <c:pt idx="562">
                  <c:v>45023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45048</c:v>
                </c:pt>
                <c:pt idx="579">
                  <c:v>45049</c:v>
                </c:pt>
                <c:pt idx="580">
                  <c:v>45050</c:v>
                </c:pt>
                <c:pt idx="581">
                  <c:v>45054</c:v>
                </c:pt>
                <c:pt idx="582">
                  <c:v>45055</c:v>
                </c:pt>
                <c:pt idx="583">
                  <c:v>45056</c:v>
                </c:pt>
                <c:pt idx="584">
                  <c:v>45057</c:v>
                </c:pt>
                <c:pt idx="585">
                  <c:v>45058</c:v>
                </c:pt>
                <c:pt idx="586">
                  <c:v>45061</c:v>
                </c:pt>
                <c:pt idx="587">
                  <c:v>45062</c:v>
                </c:pt>
                <c:pt idx="588">
                  <c:v>45063</c:v>
                </c:pt>
                <c:pt idx="589">
                  <c:v>45064</c:v>
                </c:pt>
                <c:pt idx="590">
                  <c:v>45065</c:v>
                </c:pt>
                <c:pt idx="591">
                  <c:v>45068</c:v>
                </c:pt>
                <c:pt idx="592">
                  <c:v>45069</c:v>
                </c:pt>
                <c:pt idx="593">
                  <c:v>45070</c:v>
                </c:pt>
                <c:pt idx="594">
                  <c:v>45071</c:v>
                </c:pt>
                <c:pt idx="595">
                  <c:v>45072</c:v>
                </c:pt>
                <c:pt idx="596">
                  <c:v>45076</c:v>
                </c:pt>
                <c:pt idx="597">
                  <c:v>45077</c:v>
                </c:pt>
                <c:pt idx="598">
                  <c:v>45078</c:v>
                </c:pt>
                <c:pt idx="599">
                  <c:v>45079</c:v>
                </c:pt>
                <c:pt idx="600">
                  <c:v>45082</c:v>
                </c:pt>
                <c:pt idx="601">
                  <c:v>45084</c:v>
                </c:pt>
                <c:pt idx="602">
                  <c:v>45085</c:v>
                </c:pt>
                <c:pt idx="603">
                  <c:v>45086</c:v>
                </c:pt>
                <c:pt idx="604">
                  <c:v>45089</c:v>
                </c:pt>
                <c:pt idx="605">
                  <c:v>45090</c:v>
                </c:pt>
                <c:pt idx="606">
                  <c:v>45091</c:v>
                </c:pt>
                <c:pt idx="607">
                  <c:v>45092</c:v>
                </c:pt>
                <c:pt idx="608">
                  <c:v>45093</c:v>
                </c:pt>
                <c:pt idx="609">
                  <c:v>45096</c:v>
                </c:pt>
                <c:pt idx="610">
                  <c:v>45097</c:v>
                </c:pt>
                <c:pt idx="611">
                  <c:v>45098</c:v>
                </c:pt>
                <c:pt idx="612">
                  <c:v>45099</c:v>
                </c:pt>
                <c:pt idx="613">
                  <c:v>45100</c:v>
                </c:pt>
                <c:pt idx="614">
                  <c:v>45103</c:v>
                </c:pt>
                <c:pt idx="615">
                  <c:v>45104</c:v>
                </c:pt>
                <c:pt idx="616">
                  <c:v>45105</c:v>
                </c:pt>
                <c:pt idx="617">
                  <c:v>45106</c:v>
                </c:pt>
                <c:pt idx="618">
                  <c:v>45107</c:v>
                </c:pt>
                <c:pt idx="619">
                  <c:v>45110</c:v>
                </c:pt>
                <c:pt idx="620">
                  <c:v>45111</c:v>
                </c:pt>
                <c:pt idx="621">
                  <c:v>45112</c:v>
                </c:pt>
                <c:pt idx="622">
                  <c:v>45113</c:v>
                </c:pt>
                <c:pt idx="623">
                  <c:v>45114</c:v>
                </c:pt>
                <c:pt idx="624">
                  <c:v>45117</c:v>
                </c:pt>
                <c:pt idx="625">
                  <c:v>45118</c:v>
                </c:pt>
                <c:pt idx="626">
                  <c:v>45119</c:v>
                </c:pt>
                <c:pt idx="627">
                  <c:v>45120</c:v>
                </c:pt>
                <c:pt idx="628">
                  <c:v>45121</c:v>
                </c:pt>
                <c:pt idx="629">
                  <c:v>45124</c:v>
                </c:pt>
                <c:pt idx="630">
                  <c:v>45125</c:v>
                </c:pt>
                <c:pt idx="631">
                  <c:v>45126</c:v>
                </c:pt>
                <c:pt idx="632">
                  <c:v>45127</c:v>
                </c:pt>
                <c:pt idx="633">
                  <c:v>45128</c:v>
                </c:pt>
                <c:pt idx="634">
                  <c:v>45131</c:v>
                </c:pt>
                <c:pt idx="635">
                  <c:v>45132</c:v>
                </c:pt>
                <c:pt idx="636">
                  <c:v>45133</c:v>
                </c:pt>
                <c:pt idx="637">
                  <c:v>45134</c:v>
                </c:pt>
                <c:pt idx="638">
                  <c:v>45135</c:v>
                </c:pt>
                <c:pt idx="639">
                  <c:v>45138</c:v>
                </c:pt>
                <c:pt idx="640">
                  <c:v>45139</c:v>
                </c:pt>
                <c:pt idx="641">
                  <c:v>45140</c:v>
                </c:pt>
                <c:pt idx="642">
                  <c:v>45141</c:v>
                </c:pt>
                <c:pt idx="643">
                  <c:v>45142</c:v>
                </c:pt>
                <c:pt idx="644">
                  <c:v>45145</c:v>
                </c:pt>
                <c:pt idx="645">
                  <c:v>45146</c:v>
                </c:pt>
                <c:pt idx="646">
                  <c:v>45147</c:v>
                </c:pt>
                <c:pt idx="647">
                  <c:v>45148</c:v>
                </c:pt>
                <c:pt idx="648">
                  <c:v>45149</c:v>
                </c:pt>
                <c:pt idx="649">
                  <c:v>45152</c:v>
                </c:pt>
                <c:pt idx="650">
                  <c:v>45154</c:v>
                </c:pt>
                <c:pt idx="651">
                  <c:v>45155</c:v>
                </c:pt>
                <c:pt idx="652">
                  <c:v>45156</c:v>
                </c:pt>
                <c:pt idx="653">
                  <c:v>45159</c:v>
                </c:pt>
                <c:pt idx="654">
                  <c:v>45160</c:v>
                </c:pt>
                <c:pt idx="655">
                  <c:v>45161</c:v>
                </c:pt>
                <c:pt idx="656">
                  <c:v>45162</c:v>
                </c:pt>
                <c:pt idx="657">
                  <c:v>45163</c:v>
                </c:pt>
                <c:pt idx="658">
                  <c:v>45166</c:v>
                </c:pt>
                <c:pt idx="659">
                  <c:v>45167</c:v>
                </c:pt>
                <c:pt idx="660">
                  <c:v>45168</c:v>
                </c:pt>
                <c:pt idx="661">
                  <c:v>45169</c:v>
                </c:pt>
                <c:pt idx="662">
                  <c:v>45170</c:v>
                </c:pt>
                <c:pt idx="663">
                  <c:v>45173</c:v>
                </c:pt>
                <c:pt idx="664">
                  <c:v>45174</c:v>
                </c:pt>
                <c:pt idx="665">
                  <c:v>45175</c:v>
                </c:pt>
                <c:pt idx="666">
                  <c:v>45176</c:v>
                </c:pt>
                <c:pt idx="667">
                  <c:v>45177</c:v>
                </c:pt>
                <c:pt idx="668">
                  <c:v>45180</c:v>
                </c:pt>
                <c:pt idx="669">
                  <c:v>45181</c:v>
                </c:pt>
                <c:pt idx="670">
                  <c:v>45182</c:v>
                </c:pt>
                <c:pt idx="671">
                  <c:v>45183</c:v>
                </c:pt>
                <c:pt idx="672">
                  <c:v>45184</c:v>
                </c:pt>
                <c:pt idx="673">
                  <c:v>45187</c:v>
                </c:pt>
                <c:pt idx="674">
                  <c:v>45188</c:v>
                </c:pt>
                <c:pt idx="675">
                  <c:v>45189</c:v>
                </c:pt>
                <c:pt idx="676">
                  <c:v>45190</c:v>
                </c:pt>
                <c:pt idx="677">
                  <c:v>45191</c:v>
                </c:pt>
                <c:pt idx="678">
                  <c:v>45194</c:v>
                </c:pt>
                <c:pt idx="679">
                  <c:v>45195</c:v>
                </c:pt>
                <c:pt idx="680">
                  <c:v>45196</c:v>
                </c:pt>
                <c:pt idx="681">
                  <c:v>45203</c:v>
                </c:pt>
                <c:pt idx="682">
                  <c:v>45204</c:v>
                </c:pt>
                <c:pt idx="683">
                  <c:v>45205</c:v>
                </c:pt>
                <c:pt idx="684">
                  <c:v>45209</c:v>
                </c:pt>
                <c:pt idx="685">
                  <c:v>45210</c:v>
                </c:pt>
                <c:pt idx="686">
                  <c:v>45211</c:v>
                </c:pt>
                <c:pt idx="687">
                  <c:v>45212</c:v>
                </c:pt>
                <c:pt idx="688">
                  <c:v>45215</c:v>
                </c:pt>
                <c:pt idx="689">
                  <c:v>45216</c:v>
                </c:pt>
                <c:pt idx="690">
                  <c:v>45217</c:v>
                </c:pt>
                <c:pt idx="691">
                  <c:v>45218</c:v>
                </c:pt>
                <c:pt idx="692">
                  <c:v>45219</c:v>
                </c:pt>
                <c:pt idx="693">
                  <c:v>45222</c:v>
                </c:pt>
                <c:pt idx="694">
                  <c:v>45223</c:v>
                </c:pt>
                <c:pt idx="695">
                  <c:v>45224</c:v>
                </c:pt>
                <c:pt idx="696">
                  <c:v>45225</c:v>
                </c:pt>
                <c:pt idx="697">
                  <c:v>45226</c:v>
                </c:pt>
                <c:pt idx="698">
                  <c:v>45229</c:v>
                </c:pt>
                <c:pt idx="699">
                  <c:v>45230</c:v>
                </c:pt>
                <c:pt idx="700">
                  <c:v>45231</c:v>
                </c:pt>
                <c:pt idx="701">
                  <c:v>45232</c:v>
                </c:pt>
                <c:pt idx="702">
                  <c:v>45233</c:v>
                </c:pt>
                <c:pt idx="703">
                  <c:v>45236</c:v>
                </c:pt>
                <c:pt idx="704">
                  <c:v>45237</c:v>
                </c:pt>
                <c:pt idx="705">
                  <c:v>45238</c:v>
                </c:pt>
                <c:pt idx="706">
                  <c:v>45239</c:v>
                </c:pt>
                <c:pt idx="707">
                  <c:v>45240</c:v>
                </c:pt>
                <c:pt idx="708">
                  <c:v>45243</c:v>
                </c:pt>
                <c:pt idx="709">
                  <c:v>45244</c:v>
                </c:pt>
                <c:pt idx="710">
                  <c:v>45245</c:v>
                </c:pt>
                <c:pt idx="711">
                  <c:v>45246</c:v>
                </c:pt>
                <c:pt idx="712">
                  <c:v>45247</c:v>
                </c:pt>
                <c:pt idx="713">
                  <c:v>45250</c:v>
                </c:pt>
                <c:pt idx="714">
                  <c:v>45251</c:v>
                </c:pt>
                <c:pt idx="715">
                  <c:v>45252</c:v>
                </c:pt>
                <c:pt idx="716">
                  <c:v>45253</c:v>
                </c:pt>
                <c:pt idx="717">
                  <c:v>45254</c:v>
                </c:pt>
                <c:pt idx="718">
                  <c:v>45257</c:v>
                </c:pt>
                <c:pt idx="719">
                  <c:v>45258</c:v>
                </c:pt>
                <c:pt idx="720">
                  <c:v>45259</c:v>
                </c:pt>
                <c:pt idx="721">
                  <c:v>45260</c:v>
                </c:pt>
                <c:pt idx="722">
                  <c:v>45261</c:v>
                </c:pt>
                <c:pt idx="723">
                  <c:v>45264</c:v>
                </c:pt>
                <c:pt idx="724">
                  <c:v>45265</c:v>
                </c:pt>
                <c:pt idx="725">
                  <c:v>45266</c:v>
                </c:pt>
                <c:pt idx="726">
                  <c:v>45267</c:v>
                </c:pt>
                <c:pt idx="727">
                  <c:v>45268</c:v>
                </c:pt>
                <c:pt idx="728">
                  <c:v>45271</c:v>
                </c:pt>
                <c:pt idx="729">
                  <c:v>45272</c:v>
                </c:pt>
                <c:pt idx="730">
                  <c:v>45273</c:v>
                </c:pt>
                <c:pt idx="731">
                  <c:v>45274</c:v>
                </c:pt>
                <c:pt idx="732">
                  <c:v>45275</c:v>
                </c:pt>
                <c:pt idx="733">
                  <c:v>45278</c:v>
                </c:pt>
                <c:pt idx="734">
                  <c:v>45279</c:v>
                </c:pt>
                <c:pt idx="735">
                  <c:v>45280</c:v>
                </c:pt>
                <c:pt idx="736">
                  <c:v>45281</c:v>
                </c:pt>
                <c:pt idx="737">
                  <c:v>45282</c:v>
                </c:pt>
                <c:pt idx="738">
                  <c:v>45286</c:v>
                </c:pt>
                <c:pt idx="739">
                  <c:v>45287</c:v>
                </c:pt>
                <c:pt idx="740">
                  <c:v>45288</c:v>
                </c:pt>
                <c:pt idx="741">
                  <c:v>45289</c:v>
                </c:pt>
                <c:pt idx="742">
                  <c:v>45293</c:v>
                </c:pt>
                <c:pt idx="743">
                  <c:v>45294</c:v>
                </c:pt>
                <c:pt idx="744">
                  <c:v>45295</c:v>
                </c:pt>
                <c:pt idx="745">
                  <c:v>45296</c:v>
                </c:pt>
                <c:pt idx="746">
                  <c:v>45299</c:v>
                </c:pt>
                <c:pt idx="747">
                  <c:v>45300</c:v>
                </c:pt>
                <c:pt idx="748">
                  <c:v>45301</c:v>
                </c:pt>
                <c:pt idx="749">
                  <c:v>45302</c:v>
                </c:pt>
                <c:pt idx="750">
                  <c:v>45303</c:v>
                </c:pt>
                <c:pt idx="751">
                  <c:v>45306</c:v>
                </c:pt>
                <c:pt idx="752">
                  <c:v>45307</c:v>
                </c:pt>
                <c:pt idx="753">
                  <c:v>45308</c:v>
                </c:pt>
                <c:pt idx="754">
                  <c:v>45309</c:v>
                </c:pt>
                <c:pt idx="755">
                  <c:v>45310</c:v>
                </c:pt>
                <c:pt idx="756">
                  <c:v>45313</c:v>
                </c:pt>
                <c:pt idx="757">
                  <c:v>45314</c:v>
                </c:pt>
                <c:pt idx="758">
                  <c:v>45315</c:v>
                </c:pt>
                <c:pt idx="759">
                  <c:v>45316</c:v>
                </c:pt>
                <c:pt idx="760">
                  <c:v>45317</c:v>
                </c:pt>
                <c:pt idx="761">
                  <c:v>45320</c:v>
                </c:pt>
                <c:pt idx="762">
                  <c:v>45321</c:v>
                </c:pt>
                <c:pt idx="763">
                  <c:v>45322</c:v>
                </c:pt>
                <c:pt idx="764">
                  <c:v>45323</c:v>
                </c:pt>
                <c:pt idx="765">
                  <c:v>45324</c:v>
                </c:pt>
                <c:pt idx="766">
                  <c:v>45327</c:v>
                </c:pt>
                <c:pt idx="767">
                  <c:v>45328</c:v>
                </c:pt>
                <c:pt idx="768">
                  <c:v>45329</c:v>
                </c:pt>
                <c:pt idx="769">
                  <c:v>45330</c:v>
                </c:pt>
                <c:pt idx="770">
                  <c:v>45335</c:v>
                </c:pt>
                <c:pt idx="771">
                  <c:v>45336</c:v>
                </c:pt>
                <c:pt idx="772">
                  <c:v>45337</c:v>
                </c:pt>
                <c:pt idx="773">
                  <c:v>45338</c:v>
                </c:pt>
                <c:pt idx="774">
                  <c:v>45341</c:v>
                </c:pt>
                <c:pt idx="775">
                  <c:v>45342</c:v>
                </c:pt>
                <c:pt idx="776">
                  <c:v>45343</c:v>
                </c:pt>
                <c:pt idx="777">
                  <c:v>45344</c:v>
                </c:pt>
                <c:pt idx="778">
                  <c:v>45345</c:v>
                </c:pt>
                <c:pt idx="779">
                  <c:v>45348</c:v>
                </c:pt>
                <c:pt idx="780">
                  <c:v>45349</c:v>
                </c:pt>
                <c:pt idx="781">
                  <c:v>45350</c:v>
                </c:pt>
                <c:pt idx="782">
                  <c:v>45351</c:v>
                </c:pt>
                <c:pt idx="783">
                  <c:v>45355</c:v>
                </c:pt>
                <c:pt idx="784">
                  <c:v>45356</c:v>
                </c:pt>
                <c:pt idx="785">
                  <c:v>45357</c:v>
                </c:pt>
                <c:pt idx="786">
                  <c:v>45358</c:v>
                </c:pt>
                <c:pt idx="787">
                  <c:v>45359</c:v>
                </c:pt>
                <c:pt idx="788">
                  <c:v>45362</c:v>
                </c:pt>
                <c:pt idx="789">
                  <c:v>45363</c:v>
                </c:pt>
                <c:pt idx="790">
                  <c:v>45364</c:v>
                </c:pt>
                <c:pt idx="791">
                  <c:v>45365</c:v>
                </c:pt>
                <c:pt idx="792">
                  <c:v>45366</c:v>
                </c:pt>
                <c:pt idx="793">
                  <c:v>45369</c:v>
                </c:pt>
                <c:pt idx="794">
                  <c:v>45370</c:v>
                </c:pt>
                <c:pt idx="795">
                  <c:v>45371</c:v>
                </c:pt>
                <c:pt idx="796">
                  <c:v>45372</c:v>
                </c:pt>
                <c:pt idx="797">
                  <c:v>45373</c:v>
                </c:pt>
                <c:pt idx="798">
                  <c:v>45376</c:v>
                </c:pt>
                <c:pt idx="799">
                  <c:v>45377</c:v>
                </c:pt>
                <c:pt idx="800">
                  <c:v>45378</c:v>
                </c:pt>
                <c:pt idx="801">
                  <c:v>45379</c:v>
                </c:pt>
                <c:pt idx="802">
                  <c:v>45380</c:v>
                </c:pt>
                <c:pt idx="803">
                  <c:v>45383</c:v>
                </c:pt>
                <c:pt idx="804">
                  <c:v>45384</c:v>
                </c:pt>
                <c:pt idx="805">
                  <c:v>45385</c:v>
                </c:pt>
                <c:pt idx="806">
                  <c:v>45386</c:v>
                </c:pt>
                <c:pt idx="807">
                  <c:v>45387</c:v>
                </c:pt>
                <c:pt idx="808">
                  <c:v>45390</c:v>
                </c:pt>
                <c:pt idx="809">
                  <c:v>45391</c:v>
                </c:pt>
                <c:pt idx="810">
                  <c:v>45393</c:v>
                </c:pt>
                <c:pt idx="811">
                  <c:v>45394</c:v>
                </c:pt>
                <c:pt idx="812">
                  <c:v>45397</c:v>
                </c:pt>
                <c:pt idx="813">
                  <c:v>45398</c:v>
                </c:pt>
                <c:pt idx="814">
                  <c:v>45399</c:v>
                </c:pt>
                <c:pt idx="815">
                  <c:v>45400</c:v>
                </c:pt>
                <c:pt idx="816">
                  <c:v>45401</c:v>
                </c:pt>
                <c:pt idx="817">
                  <c:v>45404</c:v>
                </c:pt>
                <c:pt idx="818">
                  <c:v>45405</c:v>
                </c:pt>
                <c:pt idx="819">
                  <c:v>45406</c:v>
                </c:pt>
                <c:pt idx="820">
                  <c:v>45407</c:v>
                </c:pt>
                <c:pt idx="821">
                  <c:v>45408</c:v>
                </c:pt>
                <c:pt idx="822">
                  <c:v>45411</c:v>
                </c:pt>
                <c:pt idx="823">
                  <c:v>45412</c:v>
                </c:pt>
                <c:pt idx="824">
                  <c:v>45414</c:v>
                </c:pt>
                <c:pt idx="825">
                  <c:v>45415</c:v>
                </c:pt>
                <c:pt idx="826">
                  <c:v>45419</c:v>
                </c:pt>
                <c:pt idx="827">
                  <c:v>45420</c:v>
                </c:pt>
                <c:pt idx="828">
                  <c:v>45421</c:v>
                </c:pt>
                <c:pt idx="829">
                  <c:v>45422</c:v>
                </c:pt>
                <c:pt idx="830">
                  <c:v>45425</c:v>
                </c:pt>
                <c:pt idx="831">
                  <c:v>45426</c:v>
                </c:pt>
                <c:pt idx="832">
                  <c:v>45428</c:v>
                </c:pt>
                <c:pt idx="833">
                  <c:v>45429</c:v>
                </c:pt>
                <c:pt idx="834">
                  <c:v>45432</c:v>
                </c:pt>
                <c:pt idx="835">
                  <c:v>45433</c:v>
                </c:pt>
                <c:pt idx="836">
                  <c:v>45434</c:v>
                </c:pt>
                <c:pt idx="837">
                  <c:v>45435</c:v>
                </c:pt>
                <c:pt idx="838">
                  <c:v>45436</c:v>
                </c:pt>
                <c:pt idx="839">
                  <c:v>45439</c:v>
                </c:pt>
                <c:pt idx="840">
                  <c:v>45440</c:v>
                </c:pt>
                <c:pt idx="841">
                  <c:v>45441</c:v>
                </c:pt>
                <c:pt idx="842">
                  <c:v>45442</c:v>
                </c:pt>
                <c:pt idx="843">
                  <c:v>45443</c:v>
                </c:pt>
                <c:pt idx="844">
                  <c:v>45446</c:v>
                </c:pt>
                <c:pt idx="845">
                  <c:v>45447</c:v>
                </c:pt>
                <c:pt idx="846">
                  <c:v>45448</c:v>
                </c:pt>
                <c:pt idx="847">
                  <c:v>45450</c:v>
                </c:pt>
                <c:pt idx="848">
                  <c:v>45453</c:v>
                </c:pt>
                <c:pt idx="849">
                  <c:v>45454</c:v>
                </c:pt>
                <c:pt idx="850">
                  <c:v>45455</c:v>
                </c:pt>
                <c:pt idx="851">
                  <c:v>45456</c:v>
                </c:pt>
                <c:pt idx="852">
                  <c:v>45457</c:v>
                </c:pt>
                <c:pt idx="853">
                  <c:v>45460</c:v>
                </c:pt>
                <c:pt idx="854">
                  <c:v>45461</c:v>
                </c:pt>
                <c:pt idx="855">
                  <c:v>45462</c:v>
                </c:pt>
                <c:pt idx="856">
                  <c:v>45463</c:v>
                </c:pt>
                <c:pt idx="857">
                  <c:v>45464</c:v>
                </c:pt>
                <c:pt idx="858">
                  <c:v>45467</c:v>
                </c:pt>
                <c:pt idx="859">
                  <c:v>45468</c:v>
                </c:pt>
                <c:pt idx="860">
                  <c:v>45469</c:v>
                </c:pt>
                <c:pt idx="861">
                  <c:v>45470</c:v>
                </c:pt>
                <c:pt idx="862">
                  <c:v>45471</c:v>
                </c:pt>
                <c:pt idx="863">
                  <c:v>45474</c:v>
                </c:pt>
                <c:pt idx="864">
                  <c:v>45475</c:v>
                </c:pt>
                <c:pt idx="865">
                  <c:v>45476</c:v>
                </c:pt>
                <c:pt idx="866">
                  <c:v>45477</c:v>
                </c:pt>
                <c:pt idx="867">
                  <c:v>45478</c:v>
                </c:pt>
                <c:pt idx="868">
                  <c:v>45481</c:v>
                </c:pt>
                <c:pt idx="869">
                  <c:v>45482</c:v>
                </c:pt>
                <c:pt idx="870">
                  <c:v>45483</c:v>
                </c:pt>
                <c:pt idx="871">
                  <c:v>45484</c:v>
                </c:pt>
                <c:pt idx="872">
                  <c:v>45485</c:v>
                </c:pt>
                <c:pt idx="873">
                  <c:v>45488</c:v>
                </c:pt>
                <c:pt idx="874">
                  <c:v>45489</c:v>
                </c:pt>
                <c:pt idx="875">
                  <c:v>45490</c:v>
                </c:pt>
                <c:pt idx="876">
                  <c:v>45491</c:v>
                </c:pt>
                <c:pt idx="877">
                  <c:v>45492</c:v>
                </c:pt>
                <c:pt idx="878">
                  <c:v>45495</c:v>
                </c:pt>
                <c:pt idx="879">
                  <c:v>45496</c:v>
                </c:pt>
                <c:pt idx="880">
                  <c:v>45497</c:v>
                </c:pt>
                <c:pt idx="881">
                  <c:v>45498</c:v>
                </c:pt>
                <c:pt idx="882">
                  <c:v>45499</c:v>
                </c:pt>
                <c:pt idx="883">
                  <c:v>45502</c:v>
                </c:pt>
                <c:pt idx="884">
                  <c:v>45503</c:v>
                </c:pt>
                <c:pt idx="885">
                  <c:v>45504</c:v>
                </c:pt>
                <c:pt idx="886">
                  <c:v>45505</c:v>
                </c:pt>
                <c:pt idx="887">
                  <c:v>45506</c:v>
                </c:pt>
                <c:pt idx="888">
                  <c:v>45509</c:v>
                </c:pt>
                <c:pt idx="889">
                  <c:v>45510</c:v>
                </c:pt>
                <c:pt idx="890">
                  <c:v>45511</c:v>
                </c:pt>
                <c:pt idx="891">
                  <c:v>45512</c:v>
                </c:pt>
                <c:pt idx="892">
                  <c:v>45513</c:v>
                </c:pt>
                <c:pt idx="893">
                  <c:v>45516</c:v>
                </c:pt>
                <c:pt idx="894">
                  <c:v>45517</c:v>
                </c:pt>
                <c:pt idx="895">
                  <c:v>45518</c:v>
                </c:pt>
                <c:pt idx="896">
                  <c:v>45520</c:v>
                </c:pt>
                <c:pt idx="897">
                  <c:v>45523</c:v>
                </c:pt>
                <c:pt idx="898">
                  <c:v>45524</c:v>
                </c:pt>
                <c:pt idx="899">
                  <c:v>45525</c:v>
                </c:pt>
                <c:pt idx="900">
                  <c:v>45526</c:v>
                </c:pt>
                <c:pt idx="901">
                  <c:v>45527</c:v>
                </c:pt>
                <c:pt idx="902">
                  <c:v>45530</c:v>
                </c:pt>
                <c:pt idx="903">
                  <c:v>45531</c:v>
                </c:pt>
                <c:pt idx="904">
                  <c:v>45532</c:v>
                </c:pt>
                <c:pt idx="905">
                  <c:v>45533</c:v>
                </c:pt>
                <c:pt idx="906">
                  <c:v>45534</c:v>
                </c:pt>
                <c:pt idx="907">
                  <c:v>45537</c:v>
                </c:pt>
                <c:pt idx="908">
                  <c:v>45538</c:v>
                </c:pt>
                <c:pt idx="909">
                  <c:v>45539</c:v>
                </c:pt>
                <c:pt idx="910">
                  <c:v>45540</c:v>
                </c:pt>
                <c:pt idx="911">
                  <c:v>45541</c:v>
                </c:pt>
                <c:pt idx="912">
                  <c:v>45544</c:v>
                </c:pt>
                <c:pt idx="913">
                  <c:v>45545</c:v>
                </c:pt>
                <c:pt idx="914">
                  <c:v>45546</c:v>
                </c:pt>
                <c:pt idx="915">
                  <c:v>45547</c:v>
                </c:pt>
                <c:pt idx="916">
                  <c:v>45548</c:v>
                </c:pt>
                <c:pt idx="917">
                  <c:v>45554</c:v>
                </c:pt>
                <c:pt idx="918">
                  <c:v>45555</c:v>
                </c:pt>
                <c:pt idx="919">
                  <c:v>45558</c:v>
                </c:pt>
                <c:pt idx="920">
                  <c:v>45559</c:v>
                </c:pt>
                <c:pt idx="921">
                  <c:v>45560</c:v>
                </c:pt>
                <c:pt idx="922">
                  <c:v>45561</c:v>
                </c:pt>
                <c:pt idx="923">
                  <c:v>45562</c:v>
                </c:pt>
                <c:pt idx="924">
                  <c:v>45565</c:v>
                </c:pt>
                <c:pt idx="925">
                  <c:v>45567</c:v>
                </c:pt>
                <c:pt idx="926">
                  <c:v>45569</c:v>
                </c:pt>
                <c:pt idx="927">
                  <c:v>45572</c:v>
                </c:pt>
                <c:pt idx="928">
                  <c:v>45573</c:v>
                </c:pt>
                <c:pt idx="929">
                  <c:v>45575</c:v>
                </c:pt>
                <c:pt idx="930">
                  <c:v>45576</c:v>
                </c:pt>
                <c:pt idx="931">
                  <c:v>45579</c:v>
                </c:pt>
                <c:pt idx="932">
                  <c:v>45580</c:v>
                </c:pt>
                <c:pt idx="933">
                  <c:v>45581</c:v>
                </c:pt>
                <c:pt idx="934">
                  <c:v>45582</c:v>
                </c:pt>
                <c:pt idx="935">
                  <c:v>45583</c:v>
                </c:pt>
                <c:pt idx="936">
                  <c:v>45586</c:v>
                </c:pt>
                <c:pt idx="937">
                  <c:v>45587</c:v>
                </c:pt>
                <c:pt idx="938">
                  <c:v>45588</c:v>
                </c:pt>
                <c:pt idx="939">
                  <c:v>45589</c:v>
                </c:pt>
                <c:pt idx="940">
                  <c:v>45590</c:v>
                </c:pt>
                <c:pt idx="941">
                  <c:v>45593</c:v>
                </c:pt>
                <c:pt idx="942">
                  <c:v>45594</c:v>
                </c:pt>
                <c:pt idx="943">
                  <c:v>45595</c:v>
                </c:pt>
                <c:pt idx="944">
                  <c:v>45596</c:v>
                </c:pt>
                <c:pt idx="945">
                  <c:v>45597</c:v>
                </c:pt>
                <c:pt idx="946">
                  <c:v>45600</c:v>
                </c:pt>
                <c:pt idx="947">
                  <c:v>45601</c:v>
                </c:pt>
                <c:pt idx="948">
                  <c:v>45602</c:v>
                </c:pt>
                <c:pt idx="949">
                  <c:v>45603</c:v>
                </c:pt>
                <c:pt idx="950">
                  <c:v>45604</c:v>
                </c:pt>
                <c:pt idx="951">
                  <c:v>45607</c:v>
                </c:pt>
                <c:pt idx="952">
                  <c:v>45608</c:v>
                </c:pt>
                <c:pt idx="953">
                  <c:v>45609</c:v>
                </c:pt>
                <c:pt idx="954">
                  <c:v>45610</c:v>
                </c:pt>
                <c:pt idx="955">
                  <c:v>45611</c:v>
                </c:pt>
                <c:pt idx="956">
                  <c:v>45614</c:v>
                </c:pt>
                <c:pt idx="957">
                  <c:v>45615</c:v>
                </c:pt>
                <c:pt idx="958">
                  <c:v>45616</c:v>
                </c:pt>
                <c:pt idx="959">
                  <c:v>45617</c:v>
                </c:pt>
                <c:pt idx="960">
                  <c:v>45618</c:v>
                </c:pt>
                <c:pt idx="961">
                  <c:v>45621</c:v>
                </c:pt>
                <c:pt idx="962">
                  <c:v>45622</c:v>
                </c:pt>
                <c:pt idx="963">
                  <c:v>45623</c:v>
                </c:pt>
                <c:pt idx="964">
                  <c:v>45624</c:v>
                </c:pt>
                <c:pt idx="965">
                  <c:v>45625</c:v>
                </c:pt>
                <c:pt idx="966">
                  <c:v>45628</c:v>
                </c:pt>
                <c:pt idx="967">
                  <c:v>45629</c:v>
                </c:pt>
                <c:pt idx="968">
                  <c:v>45630</c:v>
                </c:pt>
                <c:pt idx="969">
                  <c:v>45631</c:v>
                </c:pt>
                <c:pt idx="970">
                  <c:v>45632</c:v>
                </c:pt>
                <c:pt idx="971">
                  <c:v>45635</c:v>
                </c:pt>
                <c:pt idx="972">
                  <c:v>45636</c:v>
                </c:pt>
                <c:pt idx="973">
                  <c:v>45637</c:v>
                </c:pt>
                <c:pt idx="974">
                  <c:v>45638</c:v>
                </c:pt>
                <c:pt idx="975">
                  <c:v>45639</c:v>
                </c:pt>
                <c:pt idx="976">
                  <c:v>45642</c:v>
                </c:pt>
                <c:pt idx="977">
                  <c:v>45643</c:v>
                </c:pt>
                <c:pt idx="978">
                  <c:v>45644</c:v>
                </c:pt>
                <c:pt idx="979">
                  <c:v>45645</c:v>
                </c:pt>
                <c:pt idx="980">
                  <c:v>45646</c:v>
                </c:pt>
                <c:pt idx="981">
                  <c:v>45649</c:v>
                </c:pt>
                <c:pt idx="982">
                  <c:v>45650</c:v>
                </c:pt>
                <c:pt idx="983">
                  <c:v>45652</c:v>
                </c:pt>
                <c:pt idx="984">
                  <c:v>45653</c:v>
                </c:pt>
                <c:pt idx="985">
                  <c:v>45656</c:v>
                </c:pt>
                <c:pt idx="986">
                  <c:v>45657</c:v>
                </c:pt>
                <c:pt idx="987">
                  <c:v>45659</c:v>
                </c:pt>
                <c:pt idx="988">
                  <c:v>45660</c:v>
                </c:pt>
                <c:pt idx="989">
                  <c:v>45663</c:v>
                </c:pt>
                <c:pt idx="990">
                  <c:v>45664</c:v>
                </c:pt>
                <c:pt idx="991">
                  <c:v>45665</c:v>
                </c:pt>
                <c:pt idx="992">
                  <c:v>45666</c:v>
                </c:pt>
                <c:pt idx="993">
                  <c:v>45667</c:v>
                </c:pt>
                <c:pt idx="994">
                  <c:v>45670</c:v>
                </c:pt>
                <c:pt idx="995">
                  <c:v>45671</c:v>
                </c:pt>
                <c:pt idx="996">
                  <c:v>45672</c:v>
                </c:pt>
                <c:pt idx="997">
                  <c:v>45673</c:v>
                </c:pt>
                <c:pt idx="998">
                  <c:v>45674</c:v>
                </c:pt>
                <c:pt idx="999">
                  <c:v>45677</c:v>
                </c:pt>
                <c:pt idx="1000">
                  <c:v>45678</c:v>
                </c:pt>
                <c:pt idx="1001">
                  <c:v>45679</c:v>
                </c:pt>
                <c:pt idx="1002">
                  <c:v>45680</c:v>
                </c:pt>
                <c:pt idx="1003">
                  <c:v>45681</c:v>
                </c:pt>
                <c:pt idx="1004">
                  <c:v>45688</c:v>
                </c:pt>
                <c:pt idx="1005">
                  <c:v>45691</c:v>
                </c:pt>
                <c:pt idx="1006">
                  <c:v>45692</c:v>
                </c:pt>
                <c:pt idx="1007">
                  <c:v>45693</c:v>
                </c:pt>
                <c:pt idx="1008">
                  <c:v>45694</c:v>
                </c:pt>
                <c:pt idx="1009">
                  <c:v>45695</c:v>
                </c:pt>
                <c:pt idx="1010">
                  <c:v>45698</c:v>
                </c:pt>
                <c:pt idx="1011">
                  <c:v>45699</c:v>
                </c:pt>
                <c:pt idx="1012">
                  <c:v>45700</c:v>
                </c:pt>
                <c:pt idx="1013">
                  <c:v>45701</c:v>
                </c:pt>
                <c:pt idx="1014">
                  <c:v>45702</c:v>
                </c:pt>
                <c:pt idx="1015">
                  <c:v>45705</c:v>
                </c:pt>
                <c:pt idx="1016">
                  <c:v>45706</c:v>
                </c:pt>
                <c:pt idx="1017">
                  <c:v>45707</c:v>
                </c:pt>
                <c:pt idx="1018">
                  <c:v>45708</c:v>
                </c:pt>
                <c:pt idx="1019">
                  <c:v>45709</c:v>
                </c:pt>
                <c:pt idx="1020">
                  <c:v>45712</c:v>
                </c:pt>
                <c:pt idx="1021">
                  <c:v>45713</c:v>
                </c:pt>
                <c:pt idx="1022">
                  <c:v>45714</c:v>
                </c:pt>
                <c:pt idx="1023">
                  <c:v>45715</c:v>
                </c:pt>
                <c:pt idx="1024">
                  <c:v>45716</c:v>
                </c:pt>
                <c:pt idx="1025">
                  <c:v>45720</c:v>
                </c:pt>
                <c:pt idx="1026">
                  <c:v>45721</c:v>
                </c:pt>
                <c:pt idx="1027">
                  <c:v>45722</c:v>
                </c:pt>
                <c:pt idx="1028">
                  <c:v>45723</c:v>
                </c:pt>
                <c:pt idx="1029">
                  <c:v>45726</c:v>
                </c:pt>
                <c:pt idx="1030">
                  <c:v>45727</c:v>
                </c:pt>
                <c:pt idx="1031">
                  <c:v>45728</c:v>
                </c:pt>
                <c:pt idx="1032">
                  <c:v>45729</c:v>
                </c:pt>
                <c:pt idx="1033">
                  <c:v>45730</c:v>
                </c:pt>
                <c:pt idx="1034">
                  <c:v>45733</c:v>
                </c:pt>
                <c:pt idx="1035">
                  <c:v>45734</c:v>
                </c:pt>
                <c:pt idx="1036">
                  <c:v>45735</c:v>
                </c:pt>
                <c:pt idx="1037">
                  <c:v>45736</c:v>
                </c:pt>
                <c:pt idx="1038">
                  <c:v>45737</c:v>
                </c:pt>
                <c:pt idx="1039">
                  <c:v>45740</c:v>
                </c:pt>
                <c:pt idx="1040">
                  <c:v>45741</c:v>
                </c:pt>
                <c:pt idx="1041">
                  <c:v>45742</c:v>
                </c:pt>
                <c:pt idx="1042">
                  <c:v>45743</c:v>
                </c:pt>
                <c:pt idx="1043">
                  <c:v>45744</c:v>
                </c:pt>
                <c:pt idx="1044">
                  <c:v>45747</c:v>
                </c:pt>
                <c:pt idx="1045">
                  <c:v>45748</c:v>
                </c:pt>
                <c:pt idx="1046">
                  <c:v>45749</c:v>
                </c:pt>
                <c:pt idx="1047">
                  <c:v>45750</c:v>
                </c:pt>
                <c:pt idx="1048">
                  <c:v>45751</c:v>
                </c:pt>
                <c:pt idx="1049">
                  <c:v>45754</c:v>
                </c:pt>
                <c:pt idx="1050">
                  <c:v>45755</c:v>
                </c:pt>
                <c:pt idx="1051">
                  <c:v>45756</c:v>
                </c:pt>
                <c:pt idx="1052">
                  <c:v>45757</c:v>
                </c:pt>
                <c:pt idx="1053">
                  <c:v>45758</c:v>
                </c:pt>
                <c:pt idx="1054">
                  <c:v>45761</c:v>
                </c:pt>
                <c:pt idx="1055">
                  <c:v>45762</c:v>
                </c:pt>
                <c:pt idx="1056">
                  <c:v>45763</c:v>
                </c:pt>
                <c:pt idx="1057">
                  <c:v>45764</c:v>
                </c:pt>
                <c:pt idx="1058">
                  <c:v>45765</c:v>
                </c:pt>
                <c:pt idx="1059">
                  <c:v>45768</c:v>
                </c:pt>
                <c:pt idx="1060">
                  <c:v>45769</c:v>
                </c:pt>
                <c:pt idx="1061">
                  <c:v>45770</c:v>
                </c:pt>
                <c:pt idx="1062">
                  <c:v>45771</c:v>
                </c:pt>
                <c:pt idx="1063">
                  <c:v>45772</c:v>
                </c:pt>
                <c:pt idx="1064">
                  <c:v>45775</c:v>
                </c:pt>
                <c:pt idx="1065">
                  <c:v>45776</c:v>
                </c:pt>
                <c:pt idx="1066">
                  <c:v>45777</c:v>
                </c:pt>
                <c:pt idx="1067">
                  <c:v>45779</c:v>
                </c:pt>
                <c:pt idx="1068">
                  <c:v>45784</c:v>
                </c:pt>
                <c:pt idx="1069">
                  <c:v>45785</c:v>
                </c:pt>
                <c:pt idx="1070">
                  <c:v>45786</c:v>
                </c:pt>
                <c:pt idx="1071">
                  <c:v>45789</c:v>
                </c:pt>
                <c:pt idx="1072">
                  <c:v>45790</c:v>
                </c:pt>
                <c:pt idx="1073">
                  <c:v>45791</c:v>
                </c:pt>
                <c:pt idx="1074">
                  <c:v>45792</c:v>
                </c:pt>
                <c:pt idx="1075">
                  <c:v>45793</c:v>
                </c:pt>
                <c:pt idx="1076">
                  <c:v>45796</c:v>
                </c:pt>
                <c:pt idx="1077">
                  <c:v>45797</c:v>
                </c:pt>
                <c:pt idx="1078">
                  <c:v>45798</c:v>
                </c:pt>
                <c:pt idx="1079">
                  <c:v>45799</c:v>
                </c:pt>
                <c:pt idx="1080">
                  <c:v>45800</c:v>
                </c:pt>
                <c:pt idx="1081">
                  <c:v>45803</c:v>
                </c:pt>
                <c:pt idx="1082">
                  <c:v>45804</c:v>
                </c:pt>
                <c:pt idx="1083">
                  <c:v>45805</c:v>
                </c:pt>
                <c:pt idx="1084">
                  <c:v>45806</c:v>
                </c:pt>
                <c:pt idx="1085">
                  <c:v>45807</c:v>
                </c:pt>
                <c:pt idx="1086">
                  <c:v>45810</c:v>
                </c:pt>
                <c:pt idx="1087">
                  <c:v>45812</c:v>
                </c:pt>
                <c:pt idx="1088">
                  <c:v>45813</c:v>
                </c:pt>
                <c:pt idx="1089">
                  <c:v>45817</c:v>
                </c:pt>
                <c:pt idx="1090">
                  <c:v>45818</c:v>
                </c:pt>
                <c:pt idx="1091">
                  <c:v>45819</c:v>
                </c:pt>
                <c:pt idx="1092">
                  <c:v>45820</c:v>
                </c:pt>
                <c:pt idx="1093">
                  <c:v>45821</c:v>
                </c:pt>
                <c:pt idx="1094">
                  <c:v>45824</c:v>
                </c:pt>
                <c:pt idx="1095">
                  <c:v>45825</c:v>
                </c:pt>
                <c:pt idx="1096">
                  <c:v>45826</c:v>
                </c:pt>
                <c:pt idx="1097">
                  <c:v>45827</c:v>
                </c:pt>
                <c:pt idx="1098">
                  <c:v>45828</c:v>
                </c:pt>
                <c:pt idx="1099">
                  <c:v>45831</c:v>
                </c:pt>
                <c:pt idx="1100">
                  <c:v>45832</c:v>
                </c:pt>
                <c:pt idx="1101">
                  <c:v>45833</c:v>
                </c:pt>
                <c:pt idx="1102">
                  <c:v>45834</c:v>
                </c:pt>
                <c:pt idx="1103">
                  <c:v>45835</c:v>
                </c:pt>
                <c:pt idx="1104">
                  <c:v>45838</c:v>
                </c:pt>
                <c:pt idx="1105">
                  <c:v>45839</c:v>
                </c:pt>
                <c:pt idx="1106">
                  <c:v>45840</c:v>
                </c:pt>
                <c:pt idx="1107">
                  <c:v>45841</c:v>
                </c:pt>
                <c:pt idx="1108">
                  <c:v>45842</c:v>
                </c:pt>
                <c:pt idx="1109">
                  <c:v>45845</c:v>
                </c:pt>
                <c:pt idx="1110">
                  <c:v>45846</c:v>
                </c:pt>
                <c:pt idx="1111">
                  <c:v>45847</c:v>
                </c:pt>
                <c:pt idx="1112">
                  <c:v>45848</c:v>
                </c:pt>
                <c:pt idx="1113">
                  <c:v>45849</c:v>
                </c:pt>
                <c:pt idx="1114">
                  <c:v>45852</c:v>
                </c:pt>
                <c:pt idx="1115">
                  <c:v>45853</c:v>
                </c:pt>
                <c:pt idx="1116">
                  <c:v>45854</c:v>
                </c:pt>
                <c:pt idx="1117">
                  <c:v>45855</c:v>
                </c:pt>
                <c:pt idx="1118">
                  <c:v>45856</c:v>
                </c:pt>
                <c:pt idx="1119">
                  <c:v>45859</c:v>
                </c:pt>
                <c:pt idx="1120">
                  <c:v>45860</c:v>
                </c:pt>
                <c:pt idx="1121">
                  <c:v>45861</c:v>
                </c:pt>
                <c:pt idx="1122">
                  <c:v>45862</c:v>
                </c:pt>
                <c:pt idx="1123">
                  <c:v>45863</c:v>
                </c:pt>
                <c:pt idx="1124">
                  <c:v>45866</c:v>
                </c:pt>
                <c:pt idx="1125">
                  <c:v>45867</c:v>
                </c:pt>
                <c:pt idx="1126">
                  <c:v>45868</c:v>
                </c:pt>
                <c:pt idx="1127">
                  <c:v>45869</c:v>
                </c:pt>
                <c:pt idx="1128">
                  <c:v>45870</c:v>
                </c:pt>
                <c:pt idx="1129">
                  <c:v>45873</c:v>
                </c:pt>
                <c:pt idx="1130">
                  <c:v>45874</c:v>
                </c:pt>
                <c:pt idx="1131">
                  <c:v>45875</c:v>
                </c:pt>
                <c:pt idx="1132">
                  <c:v>45876</c:v>
                </c:pt>
                <c:pt idx="1133">
                  <c:v>45877</c:v>
                </c:pt>
                <c:pt idx="1134">
                  <c:v>45878</c:v>
                </c:pt>
                <c:pt idx="1135">
                  <c:v>45879</c:v>
                </c:pt>
                <c:pt idx="1136">
                  <c:v>45880</c:v>
                </c:pt>
                <c:pt idx="1137">
                  <c:v>45881</c:v>
                </c:pt>
                <c:pt idx="1138">
                  <c:v>45882</c:v>
                </c:pt>
                <c:pt idx="1139">
                  <c:v>45883</c:v>
                </c:pt>
                <c:pt idx="1140">
                  <c:v>45884</c:v>
                </c:pt>
                <c:pt idx="1141">
                  <c:v>45885</c:v>
                </c:pt>
                <c:pt idx="1142">
                  <c:v>45886</c:v>
                </c:pt>
                <c:pt idx="1143">
                  <c:v>45887</c:v>
                </c:pt>
                <c:pt idx="1144">
                  <c:v>45888</c:v>
                </c:pt>
                <c:pt idx="1145">
                  <c:v>45889</c:v>
                </c:pt>
                <c:pt idx="1146">
                  <c:v>45890</c:v>
                </c:pt>
                <c:pt idx="1147">
                  <c:v>45891</c:v>
                </c:pt>
                <c:pt idx="1148">
                  <c:v>45892</c:v>
                </c:pt>
                <c:pt idx="1149">
                  <c:v>45893</c:v>
                </c:pt>
                <c:pt idx="1150">
                  <c:v>45894</c:v>
                </c:pt>
                <c:pt idx="1151">
                  <c:v>45895</c:v>
                </c:pt>
                <c:pt idx="1152">
                  <c:v>45896</c:v>
                </c:pt>
                <c:pt idx="1153">
                  <c:v>45897</c:v>
                </c:pt>
                <c:pt idx="1154">
                  <c:v>45898</c:v>
                </c:pt>
                <c:pt idx="1155">
                  <c:v>45899</c:v>
                </c:pt>
                <c:pt idx="1156">
                  <c:v>45900</c:v>
                </c:pt>
                <c:pt idx="1157">
                  <c:v>45901</c:v>
                </c:pt>
                <c:pt idx="1158">
                  <c:v>45902</c:v>
                </c:pt>
                <c:pt idx="1159">
                  <c:v>45903</c:v>
                </c:pt>
                <c:pt idx="1160">
                  <c:v>45904</c:v>
                </c:pt>
                <c:pt idx="1161">
                  <c:v>45905</c:v>
                </c:pt>
                <c:pt idx="1162">
                  <c:v>45906</c:v>
                </c:pt>
                <c:pt idx="1163">
                  <c:v>45907</c:v>
                </c:pt>
                <c:pt idx="1164">
                  <c:v>45908</c:v>
                </c:pt>
                <c:pt idx="1165">
                  <c:v>45909</c:v>
                </c:pt>
                <c:pt idx="1166">
                  <c:v>45910</c:v>
                </c:pt>
                <c:pt idx="1167">
                  <c:v>45911</c:v>
                </c:pt>
                <c:pt idx="1168">
                  <c:v>45912</c:v>
                </c:pt>
                <c:pt idx="1169">
                  <c:v>45913</c:v>
                </c:pt>
                <c:pt idx="1170">
                  <c:v>45914</c:v>
                </c:pt>
                <c:pt idx="1171">
                  <c:v>45915</c:v>
                </c:pt>
                <c:pt idx="1172">
                  <c:v>45916</c:v>
                </c:pt>
                <c:pt idx="1173">
                  <c:v>45917</c:v>
                </c:pt>
                <c:pt idx="1174">
                  <c:v>45918</c:v>
                </c:pt>
                <c:pt idx="1175">
                  <c:v>45919</c:v>
                </c:pt>
                <c:pt idx="1176">
                  <c:v>45920</c:v>
                </c:pt>
                <c:pt idx="1177">
                  <c:v>45921</c:v>
                </c:pt>
                <c:pt idx="1178">
                  <c:v>45922</c:v>
                </c:pt>
                <c:pt idx="1179">
                  <c:v>45923</c:v>
                </c:pt>
                <c:pt idx="1180">
                  <c:v>45924</c:v>
                </c:pt>
                <c:pt idx="1181">
                  <c:v>45925</c:v>
                </c:pt>
                <c:pt idx="1182">
                  <c:v>45926</c:v>
                </c:pt>
                <c:pt idx="1183">
                  <c:v>45927</c:v>
                </c:pt>
                <c:pt idx="1184">
                  <c:v>45928</c:v>
                </c:pt>
                <c:pt idx="1185">
                  <c:v>45929</c:v>
                </c:pt>
                <c:pt idx="1186">
                  <c:v>45930</c:v>
                </c:pt>
                <c:pt idx="1187">
                  <c:v>45931</c:v>
                </c:pt>
                <c:pt idx="1188">
                  <c:v>45932</c:v>
                </c:pt>
                <c:pt idx="1189">
                  <c:v>45933</c:v>
                </c:pt>
                <c:pt idx="1190">
                  <c:v>45934</c:v>
                </c:pt>
                <c:pt idx="1191">
                  <c:v>45935</c:v>
                </c:pt>
                <c:pt idx="1192">
                  <c:v>45936</c:v>
                </c:pt>
                <c:pt idx="1193">
                  <c:v>45937</c:v>
                </c:pt>
                <c:pt idx="1194">
                  <c:v>45938</c:v>
                </c:pt>
                <c:pt idx="1195">
                  <c:v>45939</c:v>
                </c:pt>
                <c:pt idx="1196">
                  <c:v>45940</c:v>
                </c:pt>
                <c:pt idx="1197">
                  <c:v>45941</c:v>
                </c:pt>
                <c:pt idx="1198">
                  <c:v>45942</c:v>
                </c:pt>
                <c:pt idx="1199">
                  <c:v>45943</c:v>
                </c:pt>
                <c:pt idx="1200">
                  <c:v>45944</c:v>
                </c:pt>
                <c:pt idx="1201">
                  <c:v>45945</c:v>
                </c:pt>
                <c:pt idx="1202">
                  <c:v>45946</c:v>
                </c:pt>
                <c:pt idx="1203">
                  <c:v>45947</c:v>
                </c:pt>
                <c:pt idx="1204">
                  <c:v>45948</c:v>
                </c:pt>
                <c:pt idx="1205">
                  <c:v>45949</c:v>
                </c:pt>
                <c:pt idx="1206">
                  <c:v>45950</c:v>
                </c:pt>
                <c:pt idx="1207">
                  <c:v>45951</c:v>
                </c:pt>
                <c:pt idx="1208">
                  <c:v>45952</c:v>
                </c:pt>
                <c:pt idx="1209">
                  <c:v>45953</c:v>
                </c:pt>
                <c:pt idx="1210">
                  <c:v>45954</c:v>
                </c:pt>
                <c:pt idx="1211">
                  <c:v>45955</c:v>
                </c:pt>
                <c:pt idx="1212">
                  <c:v>45956</c:v>
                </c:pt>
                <c:pt idx="1213">
                  <c:v>45957</c:v>
                </c:pt>
                <c:pt idx="1214">
                  <c:v>45958</c:v>
                </c:pt>
                <c:pt idx="1215">
                  <c:v>45959</c:v>
                </c:pt>
                <c:pt idx="1216">
                  <c:v>45960</c:v>
                </c:pt>
                <c:pt idx="1217">
                  <c:v>45961</c:v>
                </c:pt>
                <c:pt idx="1218">
                  <c:v>45962</c:v>
                </c:pt>
                <c:pt idx="1219">
                  <c:v>45963</c:v>
                </c:pt>
                <c:pt idx="1220">
                  <c:v>45964</c:v>
                </c:pt>
                <c:pt idx="1221">
                  <c:v>45965</c:v>
                </c:pt>
                <c:pt idx="1222">
                  <c:v>45966</c:v>
                </c:pt>
                <c:pt idx="1223">
                  <c:v>45967</c:v>
                </c:pt>
                <c:pt idx="1224">
                  <c:v>45968</c:v>
                </c:pt>
                <c:pt idx="1225">
                  <c:v>45969</c:v>
                </c:pt>
                <c:pt idx="1226">
                  <c:v>45970</c:v>
                </c:pt>
                <c:pt idx="1227">
                  <c:v>45971</c:v>
                </c:pt>
                <c:pt idx="1228">
                  <c:v>45972</c:v>
                </c:pt>
                <c:pt idx="1229">
                  <c:v>45973</c:v>
                </c:pt>
                <c:pt idx="1230">
                  <c:v>45974</c:v>
                </c:pt>
                <c:pt idx="1231">
                  <c:v>45975</c:v>
                </c:pt>
                <c:pt idx="1232">
                  <c:v>45976</c:v>
                </c:pt>
                <c:pt idx="1233">
                  <c:v>45977</c:v>
                </c:pt>
                <c:pt idx="1234">
                  <c:v>45978</c:v>
                </c:pt>
                <c:pt idx="1235">
                  <c:v>45979</c:v>
                </c:pt>
                <c:pt idx="1236">
                  <c:v>45980</c:v>
                </c:pt>
                <c:pt idx="1237">
                  <c:v>45981</c:v>
                </c:pt>
                <c:pt idx="1238">
                  <c:v>45982</c:v>
                </c:pt>
                <c:pt idx="1239">
                  <c:v>45983</c:v>
                </c:pt>
                <c:pt idx="1240">
                  <c:v>45984</c:v>
                </c:pt>
                <c:pt idx="1241">
                  <c:v>45985</c:v>
                </c:pt>
                <c:pt idx="1242">
                  <c:v>45986</c:v>
                </c:pt>
                <c:pt idx="1243">
                  <c:v>45987</c:v>
                </c:pt>
                <c:pt idx="1244">
                  <c:v>45988</c:v>
                </c:pt>
                <c:pt idx="1245">
                  <c:v>45989</c:v>
                </c:pt>
                <c:pt idx="1246">
                  <c:v>45990</c:v>
                </c:pt>
                <c:pt idx="1247">
                  <c:v>45991</c:v>
                </c:pt>
                <c:pt idx="1248">
                  <c:v>45992</c:v>
                </c:pt>
                <c:pt idx="1249">
                  <c:v>45993</c:v>
                </c:pt>
                <c:pt idx="1250">
                  <c:v>45994</c:v>
                </c:pt>
                <c:pt idx="1251">
                  <c:v>45995</c:v>
                </c:pt>
                <c:pt idx="1252">
                  <c:v>45996</c:v>
                </c:pt>
                <c:pt idx="1253">
                  <c:v>45997</c:v>
                </c:pt>
                <c:pt idx="1254">
                  <c:v>45998</c:v>
                </c:pt>
                <c:pt idx="1255">
                  <c:v>45999</c:v>
                </c:pt>
                <c:pt idx="1256">
                  <c:v>46000</c:v>
                </c:pt>
                <c:pt idx="1257">
                  <c:v>46001</c:v>
                </c:pt>
                <c:pt idx="1258">
                  <c:v>46002</c:v>
                </c:pt>
                <c:pt idx="1259">
                  <c:v>46003</c:v>
                </c:pt>
                <c:pt idx="1260">
                  <c:v>46004</c:v>
                </c:pt>
                <c:pt idx="1261">
                  <c:v>46005</c:v>
                </c:pt>
                <c:pt idx="1262">
                  <c:v>46006</c:v>
                </c:pt>
                <c:pt idx="1263">
                  <c:v>46007</c:v>
                </c:pt>
                <c:pt idx="1264">
                  <c:v>46008</c:v>
                </c:pt>
                <c:pt idx="1265">
                  <c:v>46009</c:v>
                </c:pt>
                <c:pt idx="1266">
                  <c:v>46010</c:v>
                </c:pt>
                <c:pt idx="1267">
                  <c:v>46011</c:v>
                </c:pt>
                <c:pt idx="1268">
                  <c:v>46012</c:v>
                </c:pt>
                <c:pt idx="1269">
                  <c:v>46013</c:v>
                </c:pt>
                <c:pt idx="1270">
                  <c:v>46014</c:v>
                </c:pt>
                <c:pt idx="1271">
                  <c:v>46015</c:v>
                </c:pt>
                <c:pt idx="1272">
                  <c:v>46016</c:v>
                </c:pt>
                <c:pt idx="1273">
                  <c:v>46017</c:v>
                </c:pt>
                <c:pt idx="1274">
                  <c:v>46018</c:v>
                </c:pt>
                <c:pt idx="1275">
                  <c:v>46019</c:v>
                </c:pt>
                <c:pt idx="1276">
                  <c:v>46020</c:v>
                </c:pt>
                <c:pt idx="1277">
                  <c:v>46021</c:v>
                </c:pt>
                <c:pt idx="1278">
                  <c:v>46022</c:v>
                </c:pt>
                <c:pt idx="1279">
                  <c:v>46023</c:v>
                </c:pt>
                <c:pt idx="1280">
                  <c:v>46024</c:v>
                </c:pt>
                <c:pt idx="1281">
                  <c:v>46025</c:v>
                </c:pt>
                <c:pt idx="1282">
                  <c:v>46026</c:v>
                </c:pt>
                <c:pt idx="1283">
                  <c:v>46027</c:v>
                </c:pt>
                <c:pt idx="1284">
                  <c:v>46028</c:v>
                </c:pt>
                <c:pt idx="1285">
                  <c:v>46029</c:v>
                </c:pt>
                <c:pt idx="1286">
                  <c:v>46030</c:v>
                </c:pt>
                <c:pt idx="1287">
                  <c:v>46031</c:v>
                </c:pt>
                <c:pt idx="1288">
                  <c:v>46032</c:v>
                </c:pt>
                <c:pt idx="1289">
                  <c:v>46033</c:v>
                </c:pt>
                <c:pt idx="1290">
                  <c:v>46034</c:v>
                </c:pt>
                <c:pt idx="1291">
                  <c:v>46035</c:v>
                </c:pt>
                <c:pt idx="1292">
                  <c:v>46036</c:v>
                </c:pt>
                <c:pt idx="1293">
                  <c:v>46037</c:v>
                </c:pt>
                <c:pt idx="1294">
                  <c:v>46038</c:v>
                </c:pt>
                <c:pt idx="1295">
                  <c:v>46039</c:v>
                </c:pt>
                <c:pt idx="1296">
                  <c:v>46040</c:v>
                </c:pt>
                <c:pt idx="1297">
                  <c:v>46041</c:v>
                </c:pt>
                <c:pt idx="1298">
                  <c:v>46042</c:v>
                </c:pt>
                <c:pt idx="1299">
                  <c:v>46043</c:v>
                </c:pt>
                <c:pt idx="1300">
                  <c:v>46044</c:v>
                </c:pt>
                <c:pt idx="1301">
                  <c:v>46045</c:v>
                </c:pt>
                <c:pt idx="1302">
                  <c:v>46046</c:v>
                </c:pt>
                <c:pt idx="1303">
                  <c:v>46047</c:v>
                </c:pt>
                <c:pt idx="1304">
                  <c:v>46048</c:v>
                </c:pt>
                <c:pt idx="1305">
                  <c:v>46049</c:v>
                </c:pt>
                <c:pt idx="1306">
                  <c:v>46050</c:v>
                </c:pt>
                <c:pt idx="1307">
                  <c:v>46051</c:v>
                </c:pt>
                <c:pt idx="1308">
                  <c:v>46052</c:v>
                </c:pt>
                <c:pt idx="1309">
                  <c:v>46053</c:v>
                </c:pt>
                <c:pt idx="1310">
                  <c:v>46054</c:v>
                </c:pt>
                <c:pt idx="1311">
                  <c:v>46055</c:v>
                </c:pt>
                <c:pt idx="1312">
                  <c:v>46056</c:v>
                </c:pt>
                <c:pt idx="1313">
                  <c:v>46057</c:v>
                </c:pt>
                <c:pt idx="1314">
                  <c:v>46058</c:v>
                </c:pt>
                <c:pt idx="1315">
                  <c:v>46059</c:v>
                </c:pt>
                <c:pt idx="1316">
                  <c:v>46060</c:v>
                </c:pt>
                <c:pt idx="1317">
                  <c:v>46061</c:v>
                </c:pt>
                <c:pt idx="1318">
                  <c:v>46062</c:v>
                </c:pt>
                <c:pt idx="1319">
                  <c:v>46063</c:v>
                </c:pt>
                <c:pt idx="1320">
                  <c:v>46064</c:v>
                </c:pt>
                <c:pt idx="1321">
                  <c:v>46065</c:v>
                </c:pt>
                <c:pt idx="1322">
                  <c:v>46066</c:v>
                </c:pt>
                <c:pt idx="1323">
                  <c:v>46067</c:v>
                </c:pt>
                <c:pt idx="1324">
                  <c:v>46068</c:v>
                </c:pt>
                <c:pt idx="1325">
                  <c:v>46069</c:v>
                </c:pt>
                <c:pt idx="1326">
                  <c:v>46070</c:v>
                </c:pt>
                <c:pt idx="1327">
                  <c:v>46071</c:v>
                </c:pt>
                <c:pt idx="1328">
                  <c:v>46072</c:v>
                </c:pt>
                <c:pt idx="1329">
                  <c:v>46073</c:v>
                </c:pt>
                <c:pt idx="1330">
                  <c:v>46074</c:v>
                </c:pt>
                <c:pt idx="1331">
                  <c:v>46075</c:v>
                </c:pt>
                <c:pt idx="1332">
                  <c:v>46076</c:v>
                </c:pt>
                <c:pt idx="1333">
                  <c:v>46077</c:v>
                </c:pt>
                <c:pt idx="1334">
                  <c:v>46078</c:v>
                </c:pt>
                <c:pt idx="1335">
                  <c:v>46079</c:v>
                </c:pt>
                <c:pt idx="1336">
                  <c:v>46080</c:v>
                </c:pt>
                <c:pt idx="1337">
                  <c:v>46081</c:v>
                </c:pt>
                <c:pt idx="1338">
                  <c:v>46082</c:v>
                </c:pt>
                <c:pt idx="1339">
                  <c:v>46083</c:v>
                </c:pt>
                <c:pt idx="1340">
                  <c:v>46084</c:v>
                </c:pt>
                <c:pt idx="1341">
                  <c:v>46085</c:v>
                </c:pt>
                <c:pt idx="1342">
                  <c:v>46086</c:v>
                </c:pt>
                <c:pt idx="1343">
                  <c:v>46087</c:v>
                </c:pt>
                <c:pt idx="1344">
                  <c:v>46088</c:v>
                </c:pt>
                <c:pt idx="1345">
                  <c:v>46089</c:v>
                </c:pt>
                <c:pt idx="1346">
                  <c:v>46090</c:v>
                </c:pt>
                <c:pt idx="1347">
                  <c:v>46091</c:v>
                </c:pt>
                <c:pt idx="1348">
                  <c:v>46092</c:v>
                </c:pt>
                <c:pt idx="1349">
                  <c:v>46093</c:v>
                </c:pt>
                <c:pt idx="1350">
                  <c:v>46094</c:v>
                </c:pt>
                <c:pt idx="1351">
                  <c:v>46095</c:v>
                </c:pt>
                <c:pt idx="1352">
                  <c:v>46096</c:v>
                </c:pt>
                <c:pt idx="1353">
                  <c:v>46097</c:v>
                </c:pt>
                <c:pt idx="1354">
                  <c:v>46098</c:v>
                </c:pt>
                <c:pt idx="1355">
                  <c:v>46099</c:v>
                </c:pt>
                <c:pt idx="1356">
                  <c:v>46100</c:v>
                </c:pt>
                <c:pt idx="1357">
                  <c:v>46101</c:v>
                </c:pt>
                <c:pt idx="1358">
                  <c:v>46102</c:v>
                </c:pt>
                <c:pt idx="1359">
                  <c:v>46103</c:v>
                </c:pt>
                <c:pt idx="1360">
                  <c:v>46104</c:v>
                </c:pt>
                <c:pt idx="1361">
                  <c:v>46105</c:v>
                </c:pt>
                <c:pt idx="1362">
                  <c:v>46106</c:v>
                </c:pt>
                <c:pt idx="1363">
                  <c:v>46107</c:v>
                </c:pt>
                <c:pt idx="1364">
                  <c:v>46108</c:v>
                </c:pt>
                <c:pt idx="1365">
                  <c:v>46109</c:v>
                </c:pt>
                <c:pt idx="1366">
                  <c:v>46110</c:v>
                </c:pt>
                <c:pt idx="1367">
                  <c:v>46111</c:v>
                </c:pt>
                <c:pt idx="1368">
                  <c:v>46112</c:v>
                </c:pt>
                <c:pt idx="1369">
                  <c:v>46113</c:v>
                </c:pt>
                <c:pt idx="1370">
                  <c:v>46114</c:v>
                </c:pt>
                <c:pt idx="1371">
                  <c:v>46115</c:v>
                </c:pt>
                <c:pt idx="1372">
                  <c:v>46116</c:v>
                </c:pt>
                <c:pt idx="1373">
                  <c:v>46117</c:v>
                </c:pt>
                <c:pt idx="1374">
                  <c:v>46118</c:v>
                </c:pt>
                <c:pt idx="1375">
                  <c:v>46119</c:v>
                </c:pt>
                <c:pt idx="1376">
                  <c:v>46120</c:v>
                </c:pt>
                <c:pt idx="1377">
                  <c:v>46121</c:v>
                </c:pt>
                <c:pt idx="1378">
                  <c:v>46122</c:v>
                </c:pt>
                <c:pt idx="1379">
                  <c:v>46123</c:v>
                </c:pt>
                <c:pt idx="1380">
                  <c:v>46124</c:v>
                </c:pt>
                <c:pt idx="1381">
                  <c:v>46125</c:v>
                </c:pt>
                <c:pt idx="1382">
                  <c:v>46126</c:v>
                </c:pt>
                <c:pt idx="1383">
                  <c:v>46127</c:v>
                </c:pt>
                <c:pt idx="1384">
                  <c:v>46128</c:v>
                </c:pt>
                <c:pt idx="1385">
                  <c:v>46129</c:v>
                </c:pt>
                <c:pt idx="1386">
                  <c:v>46130</c:v>
                </c:pt>
                <c:pt idx="1387">
                  <c:v>46131</c:v>
                </c:pt>
                <c:pt idx="1388">
                  <c:v>46132</c:v>
                </c:pt>
                <c:pt idx="1389">
                  <c:v>46133</c:v>
                </c:pt>
                <c:pt idx="1390">
                  <c:v>46134</c:v>
                </c:pt>
                <c:pt idx="1391">
                  <c:v>46135</c:v>
                </c:pt>
                <c:pt idx="1392">
                  <c:v>46136</c:v>
                </c:pt>
                <c:pt idx="1393">
                  <c:v>46137</c:v>
                </c:pt>
                <c:pt idx="1394">
                  <c:v>46138</c:v>
                </c:pt>
                <c:pt idx="1395">
                  <c:v>46139</c:v>
                </c:pt>
                <c:pt idx="1396">
                  <c:v>46140</c:v>
                </c:pt>
                <c:pt idx="1397">
                  <c:v>46141</c:v>
                </c:pt>
                <c:pt idx="1398">
                  <c:v>46142</c:v>
                </c:pt>
                <c:pt idx="1399">
                  <c:v>46143</c:v>
                </c:pt>
                <c:pt idx="1400">
                  <c:v>46144</c:v>
                </c:pt>
                <c:pt idx="1401">
                  <c:v>46145</c:v>
                </c:pt>
                <c:pt idx="1402">
                  <c:v>46146</c:v>
                </c:pt>
                <c:pt idx="1403">
                  <c:v>46147</c:v>
                </c:pt>
                <c:pt idx="1404">
                  <c:v>46148</c:v>
                </c:pt>
                <c:pt idx="1405">
                  <c:v>46149</c:v>
                </c:pt>
                <c:pt idx="1406">
                  <c:v>46150</c:v>
                </c:pt>
                <c:pt idx="1407">
                  <c:v>46151</c:v>
                </c:pt>
                <c:pt idx="1408">
                  <c:v>46152</c:v>
                </c:pt>
                <c:pt idx="1409">
                  <c:v>46153</c:v>
                </c:pt>
                <c:pt idx="1410">
                  <c:v>46154</c:v>
                </c:pt>
                <c:pt idx="1411">
                  <c:v>46155</c:v>
                </c:pt>
                <c:pt idx="1412">
                  <c:v>46156</c:v>
                </c:pt>
                <c:pt idx="1413">
                  <c:v>46157</c:v>
                </c:pt>
                <c:pt idx="1414">
                  <c:v>46158</c:v>
                </c:pt>
                <c:pt idx="1415">
                  <c:v>46159</c:v>
                </c:pt>
                <c:pt idx="1416">
                  <c:v>46160</c:v>
                </c:pt>
                <c:pt idx="1417">
                  <c:v>46161</c:v>
                </c:pt>
                <c:pt idx="1418">
                  <c:v>46162</c:v>
                </c:pt>
                <c:pt idx="1419">
                  <c:v>46163</c:v>
                </c:pt>
                <c:pt idx="1420">
                  <c:v>46164</c:v>
                </c:pt>
                <c:pt idx="1421">
                  <c:v>46165</c:v>
                </c:pt>
                <c:pt idx="1422">
                  <c:v>46166</c:v>
                </c:pt>
                <c:pt idx="1423">
                  <c:v>46167</c:v>
                </c:pt>
                <c:pt idx="1424">
                  <c:v>46168</c:v>
                </c:pt>
                <c:pt idx="1425">
                  <c:v>46169</c:v>
                </c:pt>
                <c:pt idx="1426">
                  <c:v>46170</c:v>
                </c:pt>
                <c:pt idx="1427">
                  <c:v>46171</c:v>
                </c:pt>
                <c:pt idx="1428">
                  <c:v>46172</c:v>
                </c:pt>
                <c:pt idx="1429">
                  <c:v>46173</c:v>
                </c:pt>
                <c:pt idx="1430">
                  <c:v>46174</c:v>
                </c:pt>
                <c:pt idx="1431">
                  <c:v>46175</c:v>
                </c:pt>
                <c:pt idx="1432">
                  <c:v>46176</c:v>
                </c:pt>
                <c:pt idx="1433">
                  <c:v>46177</c:v>
                </c:pt>
                <c:pt idx="1434">
                  <c:v>46178</c:v>
                </c:pt>
                <c:pt idx="1435">
                  <c:v>46179</c:v>
                </c:pt>
                <c:pt idx="1436">
                  <c:v>46180</c:v>
                </c:pt>
                <c:pt idx="1437">
                  <c:v>46181</c:v>
                </c:pt>
                <c:pt idx="1438">
                  <c:v>46182</c:v>
                </c:pt>
                <c:pt idx="1439">
                  <c:v>46183</c:v>
                </c:pt>
                <c:pt idx="1440">
                  <c:v>46184</c:v>
                </c:pt>
                <c:pt idx="1441">
                  <c:v>46185</c:v>
                </c:pt>
                <c:pt idx="1442">
                  <c:v>46186</c:v>
                </c:pt>
                <c:pt idx="1443">
                  <c:v>46187</c:v>
                </c:pt>
                <c:pt idx="1444">
                  <c:v>46188</c:v>
                </c:pt>
                <c:pt idx="1445">
                  <c:v>46189</c:v>
                </c:pt>
                <c:pt idx="1446">
                  <c:v>46190</c:v>
                </c:pt>
                <c:pt idx="1447">
                  <c:v>46191</c:v>
                </c:pt>
                <c:pt idx="1448">
                  <c:v>46192</c:v>
                </c:pt>
                <c:pt idx="1449">
                  <c:v>46193</c:v>
                </c:pt>
                <c:pt idx="1450">
                  <c:v>46194</c:v>
                </c:pt>
                <c:pt idx="1451">
                  <c:v>46195</c:v>
                </c:pt>
                <c:pt idx="1452">
                  <c:v>46196</c:v>
                </c:pt>
                <c:pt idx="1453">
                  <c:v>46197</c:v>
                </c:pt>
                <c:pt idx="1454">
                  <c:v>46198</c:v>
                </c:pt>
                <c:pt idx="1455">
                  <c:v>46199</c:v>
                </c:pt>
                <c:pt idx="1456">
                  <c:v>46200</c:v>
                </c:pt>
                <c:pt idx="1457">
                  <c:v>46201</c:v>
                </c:pt>
                <c:pt idx="1458">
                  <c:v>46202</c:v>
                </c:pt>
                <c:pt idx="1459">
                  <c:v>46203</c:v>
                </c:pt>
                <c:pt idx="1460">
                  <c:v>46204</c:v>
                </c:pt>
                <c:pt idx="1461">
                  <c:v>46205</c:v>
                </c:pt>
                <c:pt idx="1462">
                  <c:v>46206</c:v>
                </c:pt>
                <c:pt idx="1463">
                  <c:v>46207</c:v>
                </c:pt>
                <c:pt idx="1464">
                  <c:v>46208</c:v>
                </c:pt>
                <c:pt idx="1465">
                  <c:v>46209</c:v>
                </c:pt>
                <c:pt idx="1466">
                  <c:v>46210</c:v>
                </c:pt>
                <c:pt idx="1467">
                  <c:v>46211</c:v>
                </c:pt>
                <c:pt idx="1468">
                  <c:v>46212</c:v>
                </c:pt>
                <c:pt idx="1469">
                  <c:v>46213</c:v>
                </c:pt>
                <c:pt idx="1470">
                  <c:v>46214</c:v>
                </c:pt>
                <c:pt idx="1471">
                  <c:v>46215</c:v>
                </c:pt>
                <c:pt idx="1472">
                  <c:v>46216</c:v>
                </c:pt>
                <c:pt idx="1473">
                  <c:v>46217</c:v>
                </c:pt>
                <c:pt idx="1474">
                  <c:v>46218</c:v>
                </c:pt>
                <c:pt idx="1475">
                  <c:v>46219</c:v>
                </c:pt>
                <c:pt idx="1476">
                  <c:v>46220</c:v>
                </c:pt>
                <c:pt idx="1477">
                  <c:v>46221</c:v>
                </c:pt>
                <c:pt idx="1478">
                  <c:v>46222</c:v>
                </c:pt>
                <c:pt idx="1479">
                  <c:v>46223</c:v>
                </c:pt>
                <c:pt idx="1480">
                  <c:v>46224</c:v>
                </c:pt>
                <c:pt idx="1481">
                  <c:v>46225</c:v>
                </c:pt>
                <c:pt idx="1482">
                  <c:v>46226</c:v>
                </c:pt>
                <c:pt idx="1483">
                  <c:v>46227</c:v>
                </c:pt>
                <c:pt idx="1484">
                  <c:v>46228</c:v>
                </c:pt>
                <c:pt idx="1485">
                  <c:v>46229</c:v>
                </c:pt>
                <c:pt idx="1486">
                  <c:v>46230</c:v>
                </c:pt>
                <c:pt idx="1487">
                  <c:v>46231</c:v>
                </c:pt>
                <c:pt idx="1488">
                  <c:v>46232</c:v>
                </c:pt>
                <c:pt idx="1489">
                  <c:v>46233</c:v>
                </c:pt>
                <c:pt idx="1490">
                  <c:v>46234</c:v>
                </c:pt>
                <c:pt idx="1491">
                  <c:v>46235</c:v>
                </c:pt>
                <c:pt idx="1492">
                  <c:v>46236</c:v>
                </c:pt>
                <c:pt idx="1493">
                  <c:v>46237</c:v>
                </c:pt>
                <c:pt idx="1494">
                  <c:v>46238</c:v>
                </c:pt>
                <c:pt idx="1495">
                  <c:v>46239</c:v>
                </c:pt>
                <c:pt idx="1496">
                  <c:v>46240</c:v>
                </c:pt>
                <c:pt idx="1497">
                  <c:v>46241</c:v>
                </c:pt>
                <c:pt idx="1498">
                  <c:v>46242</c:v>
                </c:pt>
                <c:pt idx="1499">
                  <c:v>46243</c:v>
                </c:pt>
                <c:pt idx="1500">
                  <c:v>46244</c:v>
                </c:pt>
                <c:pt idx="1501">
                  <c:v>46245</c:v>
                </c:pt>
                <c:pt idx="1502">
                  <c:v>46246</c:v>
                </c:pt>
                <c:pt idx="1503">
                  <c:v>46247</c:v>
                </c:pt>
                <c:pt idx="1504">
                  <c:v>46248</c:v>
                </c:pt>
                <c:pt idx="1505">
                  <c:v>46249</c:v>
                </c:pt>
                <c:pt idx="1506">
                  <c:v>46250</c:v>
                </c:pt>
                <c:pt idx="1507">
                  <c:v>46251</c:v>
                </c:pt>
                <c:pt idx="1508">
                  <c:v>46252</c:v>
                </c:pt>
                <c:pt idx="1509">
                  <c:v>46253</c:v>
                </c:pt>
                <c:pt idx="1510">
                  <c:v>46254</c:v>
                </c:pt>
                <c:pt idx="1511">
                  <c:v>46255</c:v>
                </c:pt>
                <c:pt idx="1512">
                  <c:v>46256</c:v>
                </c:pt>
                <c:pt idx="1513">
                  <c:v>46257</c:v>
                </c:pt>
                <c:pt idx="1514">
                  <c:v>46258</c:v>
                </c:pt>
                <c:pt idx="1515">
                  <c:v>46259</c:v>
                </c:pt>
                <c:pt idx="1516">
                  <c:v>46260</c:v>
                </c:pt>
                <c:pt idx="1517">
                  <c:v>46261</c:v>
                </c:pt>
                <c:pt idx="1518">
                  <c:v>46262</c:v>
                </c:pt>
                <c:pt idx="1519">
                  <c:v>46263</c:v>
                </c:pt>
                <c:pt idx="1520">
                  <c:v>46264</c:v>
                </c:pt>
                <c:pt idx="1521">
                  <c:v>46265</c:v>
                </c:pt>
                <c:pt idx="1522">
                  <c:v>46266</c:v>
                </c:pt>
                <c:pt idx="1523">
                  <c:v>46267</c:v>
                </c:pt>
                <c:pt idx="1524">
                  <c:v>46268</c:v>
                </c:pt>
                <c:pt idx="1525">
                  <c:v>46269</c:v>
                </c:pt>
                <c:pt idx="1526">
                  <c:v>46270</c:v>
                </c:pt>
                <c:pt idx="1527">
                  <c:v>46271</c:v>
                </c:pt>
                <c:pt idx="1528">
                  <c:v>46272</c:v>
                </c:pt>
                <c:pt idx="1529">
                  <c:v>46273</c:v>
                </c:pt>
                <c:pt idx="1530">
                  <c:v>46274</c:v>
                </c:pt>
                <c:pt idx="1531">
                  <c:v>46275</c:v>
                </c:pt>
                <c:pt idx="1532">
                  <c:v>46276</c:v>
                </c:pt>
                <c:pt idx="1533">
                  <c:v>46277</c:v>
                </c:pt>
                <c:pt idx="1534">
                  <c:v>46278</c:v>
                </c:pt>
                <c:pt idx="1535">
                  <c:v>46279</c:v>
                </c:pt>
                <c:pt idx="1536">
                  <c:v>46280</c:v>
                </c:pt>
                <c:pt idx="1537">
                  <c:v>46281</c:v>
                </c:pt>
                <c:pt idx="1538">
                  <c:v>46282</c:v>
                </c:pt>
                <c:pt idx="1539">
                  <c:v>46283</c:v>
                </c:pt>
                <c:pt idx="1540">
                  <c:v>46284</c:v>
                </c:pt>
                <c:pt idx="1541">
                  <c:v>46285</c:v>
                </c:pt>
                <c:pt idx="1542">
                  <c:v>46286</c:v>
                </c:pt>
                <c:pt idx="1543">
                  <c:v>46287</c:v>
                </c:pt>
                <c:pt idx="1544">
                  <c:v>46288</c:v>
                </c:pt>
                <c:pt idx="1545">
                  <c:v>46289</c:v>
                </c:pt>
                <c:pt idx="1546">
                  <c:v>46290</c:v>
                </c:pt>
                <c:pt idx="1547">
                  <c:v>46291</c:v>
                </c:pt>
                <c:pt idx="1548">
                  <c:v>46292</c:v>
                </c:pt>
                <c:pt idx="1549">
                  <c:v>46293</c:v>
                </c:pt>
                <c:pt idx="1550">
                  <c:v>46294</c:v>
                </c:pt>
                <c:pt idx="1551">
                  <c:v>46295</c:v>
                </c:pt>
                <c:pt idx="1552">
                  <c:v>46296</c:v>
                </c:pt>
                <c:pt idx="1553">
                  <c:v>46297</c:v>
                </c:pt>
                <c:pt idx="1554">
                  <c:v>46298</c:v>
                </c:pt>
                <c:pt idx="1555">
                  <c:v>46299</c:v>
                </c:pt>
                <c:pt idx="1556">
                  <c:v>46300</c:v>
                </c:pt>
                <c:pt idx="1557">
                  <c:v>46301</c:v>
                </c:pt>
                <c:pt idx="1558">
                  <c:v>46302</c:v>
                </c:pt>
                <c:pt idx="1559">
                  <c:v>46303</c:v>
                </c:pt>
                <c:pt idx="1560">
                  <c:v>46304</c:v>
                </c:pt>
                <c:pt idx="1561">
                  <c:v>46305</c:v>
                </c:pt>
                <c:pt idx="1562">
                  <c:v>46306</c:v>
                </c:pt>
                <c:pt idx="1563">
                  <c:v>46307</c:v>
                </c:pt>
                <c:pt idx="1564">
                  <c:v>46308</c:v>
                </c:pt>
                <c:pt idx="1565">
                  <c:v>46309</c:v>
                </c:pt>
                <c:pt idx="1566">
                  <c:v>46310</c:v>
                </c:pt>
                <c:pt idx="1567">
                  <c:v>46311</c:v>
                </c:pt>
                <c:pt idx="1568">
                  <c:v>46312</c:v>
                </c:pt>
                <c:pt idx="1569">
                  <c:v>46313</c:v>
                </c:pt>
                <c:pt idx="1570">
                  <c:v>46314</c:v>
                </c:pt>
                <c:pt idx="1571">
                  <c:v>46315</c:v>
                </c:pt>
                <c:pt idx="1572">
                  <c:v>46316</c:v>
                </c:pt>
                <c:pt idx="1573">
                  <c:v>46317</c:v>
                </c:pt>
                <c:pt idx="1574">
                  <c:v>46318</c:v>
                </c:pt>
                <c:pt idx="1575">
                  <c:v>46319</c:v>
                </c:pt>
                <c:pt idx="1576">
                  <c:v>46320</c:v>
                </c:pt>
                <c:pt idx="1577">
                  <c:v>46321</c:v>
                </c:pt>
                <c:pt idx="1578">
                  <c:v>46322</c:v>
                </c:pt>
                <c:pt idx="1579">
                  <c:v>46323</c:v>
                </c:pt>
                <c:pt idx="1580">
                  <c:v>46324</c:v>
                </c:pt>
                <c:pt idx="1581">
                  <c:v>46325</c:v>
                </c:pt>
                <c:pt idx="1582">
                  <c:v>46326</c:v>
                </c:pt>
                <c:pt idx="1583">
                  <c:v>46327</c:v>
                </c:pt>
                <c:pt idx="1584">
                  <c:v>46328</c:v>
                </c:pt>
                <c:pt idx="1585">
                  <c:v>46329</c:v>
                </c:pt>
                <c:pt idx="1586">
                  <c:v>46330</c:v>
                </c:pt>
                <c:pt idx="1587">
                  <c:v>46331</c:v>
                </c:pt>
                <c:pt idx="1588">
                  <c:v>46332</c:v>
                </c:pt>
                <c:pt idx="1589">
                  <c:v>46333</c:v>
                </c:pt>
                <c:pt idx="1590">
                  <c:v>46334</c:v>
                </c:pt>
                <c:pt idx="1591">
                  <c:v>46335</c:v>
                </c:pt>
                <c:pt idx="1592">
                  <c:v>46336</c:v>
                </c:pt>
                <c:pt idx="1593">
                  <c:v>46337</c:v>
                </c:pt>
                <c:pt idx="1594">
                  <c:v>46338</c:v>
                </c:pt>
                <c:pt idx="1595">
                  <c:v>46339</c:v>
                </c:pt>
                <c:pt idx="1596">
                  <c:v>46340</c:v>
                </c:pt>
                <c:pt idx="1597">
                  <c:v>46341</c:v>
                </c:pt>
                <c:pt idx="1598">
                  <c:v>46342</c:v>
                </c:pt>
                <c:pt idx="1599">
                  <c:v>46343</c:v>
                </c:pt>
                <c:pt idx="1600">
                  <c:v>46344</c:v>
                </c:pt>
                <c:pt idx="1601">
                  <c:v>46345</c:v>
                </c:pt>
                <c:pt idx="1602">
                  <c:v>46346</c:v>
                </c:pt>
                <c:pt idx="1603">
                  <c:v>46347</c:v>
                </c:pt>
                <c:pt idx="1604">
                  <c:v>46348</c:v>
                </c:pt>
                <c:pt idx="1605">
                  <c:v>46349</c:v>
                </c:pt>
                <c:pt idx="1606">
                  <c:v>46350</c:v>
                </c:pt>
                <c:pt idx="1607">
                  <c:v>46351</c:v>
                </c:pt>
                <c:pt idx="1608">
                  <c:v>46352</c:v>
                </c:pt>
                <c:pt idx="1609">
                  <c:v>46353</c:v>
                </c:pt>
                <c:pt idx="1610">
                  <c:v>46354</c:v>
                </c:pt>
                <c:pt idx="1611">
                  <c:v>46355</c:v>
                </c:pt>
                <c:pt idx="1612">
                  <c:v>46356</c:v>
                </c:pt>
                <c:pt idx="1613">
                  <c:v>46357</c:v>
                </c:pt>
                <c:pt idx="1614">
                  <c:v>46358</c:v>
                </c:pt>
                <c:pt idx="1615">
                  <c:v>46359</c:v>
                </c:pt>
                <c:pt idx="1616">
                  <c:v>46360</c:v>
                </c:pt>
                <c:pt idx="1617">
                  <c:v>46361</c:v>
                </c:pt>
                <c:pt idx="1618">
                  <c:v>46362</c:v>
                </c:pt>
                <c:pt idx="1619">
                  <c:v>46363</c:v>
                </c:pt>
                <c:pt idx="1620">
                  <c:v>46364</c:v>
                </c:pt>
                <c:pt idx="1621">
                  <c:v>46365</c:v>
                </c:pt>
                <c:pt idx="1622">
                  <c:v>46366</c:v>
                </c:pt>
                <c:pt idx="1623">
                  <c:v>46367</c:v>
                </c:pt>
                <c:pt idx="1624">
                  <c:v>46368</c:v>
                </c:pt>
                <c:pt idx="1625">
                  <c:v>46369</c:v>
                </c:pt>
                <c:pt idx="1626">
                  <c:v>46370</c:v>
                </c:pt>
                <c:pt idx="1627">
                  <c:v>46371</c:v>
                </c:pt>
                <c:pt idx="1628">
                  <c:v>46372</c:v>
                </c:pt>
                <c:pt idx="1629">
                  <c:v>46373</c:v>
                </c:pt>
                <c:pt idx="1630">
                  <c:v>46374</c:v>
                </c:pt>
                <c:pt idx="1631">
                  <c:v>46375</c:v>
                </c:pt>
                <c:pt idx="1632">
                  <c:v>46376</c:v>
                </c:pt>
                <c:pt idx="1633">
                  <c:v>46377</c:v>
                </c:pt>
                <c:pt idx="1634">
                  <c:v>46378</c:v>
                </c:pt>
                <c:pt idx="1635">
                  <c:v>46379</c:v>
                </c:pt>
                <c:pt idx="1636">
                  <c:v>46380</c:v>
                </c:pt>
                <c:pt idx="1637">
                  <c:v>46381</c:v>
                </c:pt>
                <c:pt idx="1638">
                  <c:v>46382</c:v>
                </c:pt>
                <c:pt idx="1639">
                  <c:v>46383</c:v>
                </c:pt>
                <c:pt idx="1640">
                  <c:v>46384</c:v>
                </c:pt>
                <c:pt idx="1641">
                  <c:v>46385</c:v>
                </c:pt>
                <c:pt idx="1642">
                  <c:v>46386</c:v>
                </c:pt>
                <c:pt idx="1643">
                  <c:v>46387</c:v>
                </c:pt>
                <c:pt idx="1644">
                  <c:v>46388</c:v>
                </c:pt>
                <c:pt idx="1645">
                  <c:v>46389</c:v>
                </c:pt>
                <c:pt idx="1646">
                  <c:v>46390</c:v>
                </c:pt>
                <c:pt idx="1647">
                  <c:v>46391</c:v>
                </c:pt>
                <c:pt idx="1648">
                  <c:v>46392</c:v>
                </c:pt>
                <c:pt idx="1649">
                  <c:v>46393</c:v>
                </c:pt>
                <c:pt idx="1650">
                  <c:v>46394</c:v>
                </c:pt>
                <c:pt idx="1651">
                  <c:v>46395</c:v>
                </c:pt>
                <c:pt idx="1652">
                  <c:v>46396</c:v>
                </c:pt>
                <c:pt idx="1653">
                  <c:v>46397</c:v>
                </c:pt>
                <c:pt idx="1654">
                  <c:v>46398</c:v>
                </c:pt>
                <c:pt idx="1655">
                  <c:v>46399</c:v>
                </c:pt>
                <c:pt idx="1656">
                  <c:v>46400</c:v>
                </c:pt>
                <c:pt idx="1657">
                  <c:v>46401</c:v>
                </c:pt>
                <c:pt idx="1658">
                  <c:v>46402</c:v>
                </c:pt>
                <c:pt idx="1659">
                  <c:v>46403</c:v>
                </c:pt>
                <c:pt idx="1660">
                  <c:v>46404</c:v>
                </c:pt>
                <c:pt idx="1661">
                  <c:v>46405</c:v>
                </c:pt>
                <c:pt idx="1662">
                  <c:v>46406</c:v>
                </c:pt>
                <c:pt idx="1663">
                  <c:v>46407</c:v>
                </c:pt>
                <c:pt idx="1664">
                  <c:v>46408</c:v>
                </c:pt>
                <c:pt idx="1665">
                  <c:v>46409</c:v>
                </c:pt>
                <c:pt idx="1666">
                  <c:v>46410</c:v>
                </c:pt>
                <c:pt idx="1667">
                  <c:v>46411</c:v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/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/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/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  <c:pt idx="7942">
                  <c:v/>
                </c:pt>
                <c:pt idx="7943">
                  <c:v/>
                </c:pt>
                <c:pt idx="7944">
                  <c:v/>
                </c:pt>
                <c:pt idx="7945">
                  <c:v/>
                </c:pt>
                <c:pt idx="7946">
                  <c:v/>
                </c:pt>
                <c:pt idx="7947">
                  <c:v/>
                </c:pt>
                <c:pt idx="7948">
                  <c:v/>
                </c:pt>
                <c:pt idx="7949">
                  <c:v/>
                </c:pt>
                <c:pt idx="7950">
                  <c:v/>
                </c:pt>
                <c:pt idx="7951">
                  <c:v/>
                </c:pt>
                <c:pt idx="7952">
                  <c:v/>
                </c:pt>
                <c:pt idx="7953">
                  <c:v/>
                </c:pt>
                <c:pt idx="7954">
                  <c:v/>
                </c:pt>
                <c:pt idx="7955">
                  <c:v/>
                </c:pt>
                <c:pt idx="7956">
                  <c:v/>
                </c:pt>
                <c:pt idx="7957">
                  <c:v/>
                </c:pt>
                <c:pt idx="7958">
                  <c:v/>
                </c:pt>
                <c:pt idx="7959">
                  <c:v/>
                </c:pt>
                <c:pt idx="7960">
                  <c:v/>
                </c:pt>
                <c:pt idx="7961">
                  <c:v/>
                </c:pt>
                <c:pt idx="7962">
                  <c:v/>
                </c:pt>
                <c:pt idx="7963">
                  <c:v/>
                </c:pt>
                <c:pt idx="7964">
                  <c:v/>
                </c:pt>
                <c:pt idx="7965">
                  <c:v/>
                </c:pt>
                <c:pt idx="7966">
                  <c:v/>
                </c:pt>
                <c:pt idx="7967">
                  <c:v/>
                </c:pt>
                <c:pt idx="7968">
                  <c:v/>
                </c:pt>
                <c:pt idx="7969">
                  <c:v/>
                </c:pt>
                <c:pt idx="7970">
                  <c:v/>
                </c:pt>
                <c:pt idx="7971">
                  <c:v/>
                </c:pt>
                <c:pt idx="7972">
                  <c:v/>
                </c:pt>
                <c:pt idx="7973">
                  <c:v/>
                </c:pt>
                <c:pt idx="7974">
                  <c:v/>
                </c:pt>
                <c:pt idx="7975">
                  <c:v/>
                </c:pt>
                <c:pt idx="7976">
                  <c:v/>
                </c:pt>
                <c:pt idx="7977">
                  <c:v/>
                </c:pt>
                <c:pt idx="7978">
                  <c:v/>
                </c:pt>
                <c:pt idx="7979">
                  <c:v/>
                </c:pt>
                <c:pt idx="7980">
                  <c:v/>
                </c:pt>
                <c:pt idx="7981">
                  <c:v/>
                </c:pt>
                <c:pt idx="7982">
                  <c:v/>
                </c:pt>
                <c:pt idx="7983">
                  <c:v/>
                </c:pt>
                <c:pt idx="7984">
                  <c:v/>
                </c:pt>
                <c:pt idx="7985">
                  <c:v/>
                </c:pt>
                <c:pt idx="7986">
                  <c:v/>
                </c:pt>
                <c:pt idx="7987">
                  <c:v/>
                </c:pt>
                <c:pt idx="7988">
                  <c:v/>
                </c:pt>
                <c:pt idx="7989">
                  <c:v/>
                </c:pt>
                <c:pt idx="7990">
                  <c:v/>
                </c:pt>
                <c:pt idx="7991">
                  <c:v/>
                </c:pt>
                <c:pt idx="7992">
                  <c:v/>
                </c:pt>
                <c:pt idx="7993">
                  <c:v/>
                </c:pt>
                <c:pt idx="7994">
                  <c:v/>
                </c:pt>
                <c:pt idx="7995">
                  <c:v/>
                </c:pt>
                <c:pt idx="7996">
                  <c:v/>
                </c:pt>
                <c:pt idx="7997">
                  <c:v/>
                </c:pt>
                <c:pt idx="7998">
                  <c:v/>
                </c:pt>
                <c:pt idx="7999">
                  <c:v/>
                </c:pt>
                <c:pt idx="8000">
                  <c:v/>
                </c:pt>
                <c:pt idx="8001">
                  <c:v/>
                </c:pt>
                <c:pt idx="8002">
                  <c:v/>
                </c:pt>
                <c:pt idx="8003">
                  <c:v/>
                </c:pt>
                <c:pt idx="8004">
                  <c:v/>
                </c:pt>
                <c:pt idx="8005">
                  <c:v/>
                </c:pt>
                <c:pt idx="8006">
                  <c:v/>
                </c:pt>
                <c:pt idx="8007">
                  <c:v/>
                </c:pt>
                <c:pt idx="8008">
                  <c:v/>
                </c:pt>
                <c:pt idx="8009">
                  <c:v/>
                </c:pt>
                <c:pt idx="8010">
                  <c:v/>
                </c:pt>
                <c:pt idx="8011">
                  <c:v/>
                </c:pt>
                <c:pt idx="8012">
                  <c:v/>
                </c:pt>
                <c:pt idx="8013">
                  <c:v/>
                </c:pt>
                <c:pt idx="8014">
                  <c:v/>
                </c:pt>
                <c:pt idx="8015">
                  <c:v/>
                </c:pt>
                <c:pt idx="8016">
                  <c:v/>
                </c:pt>
                <c:pt idx="8017">
                  <c:v/>
                </c:pt>
                <c:pt idx="8018">
                  <c:v/>
                </c:pt>
                <c:pt idx="8019">
                  <c:v/>
                </c:pt>
                <c:pt idx="8020">
                  <c:v/>
                </c:pt>
                <c:pt idx="8021">
                  <c:v/>
                </c:pt>
                <c:pt idx="8022">
                  <c:v/>
                </c:pt>
                <c:pt idx="8023">
                  <c:v/>
                </c:pt>
                <c:pt idx="8024">
                  <c:v/>
                </c:pt>
                <c:pt idx="8025">
                  <c:v/>
                </c:pt>
                <c:pt idx="8026">
                  <c:v/>
                </c:pt>
                <c:pt idx="8027">
                  <c:v/>
                </c:pt>
                <c:pt idx="8028">
                  <c:v/>
                </c:pt>
                <c:pt idx="8029">
                  <c:v/>
                </c:pt>
                <c:pt idx="8030">
                  <c:v/>
                </c:pt>
                <c:pt idx="8031">
                  <c:v/>
                </c:pt>
                <c:pt idx="8032">
                  <c:v/>
                </c:pt>
                <c:pt idx="8033">
                  <c:v/>
                </c:pt>
                <c:pt idx="8034">
                  <c:v/>
                </c:pt>
                <c:pt idx="8035">
                  <c:v/>
                </c:pt>
                <c:pt idx="8036">
                  <c:v/>
                </c:pt>
                <c:pt idx="8037">
                  <c:v/>
                </c:pt>
                <c:pt idx="8038">
                  <c:v/>
                </c:pt>
                <c:pt idx="8039">
                  <c:v/>
                </c:pt>
                <c:pt idx="8040">
                  <c:v/>
                </c:pt>
                <c:pt idx="8041">
                  <c:v/>
                </c:pt>
                <c:pt idx="8042">
                  <c:v/>
                </c:pt>
                <c:pt idx="8043">
                  <c:v/>
                </c:pt>
                <c:pt idx="8044">
                  <c:v/>
                </c:pt>
                <c:pt idx="8045">
                  <c:v/>
                </c:pt>
                <c:pt idx="8046">
                  <c:v/>
                </c:pt>
                <c:pt idx="8047">
                  <c:v/>
                </c:pt>
                <c:pt idx="8048">
                  <c:v/>
                </c:pt>
                <c:pt idx="8049">
                  <c:v/>
                </c:pt>
                <c:pt idx="8050">
                  <c:v/>
                </c:pt>
                <c:pt idx="8051">
                  <c:v/>
                </c:pt>
                <c:pt idx="8052">
                  <c:v/>
                </c:pt>
                <c:pt idx="8053">
                  <c:v/>
                </c:pt>
                <c:pt idx="8054">
                  <c:v/>
                </c:pt>
                <c:pt idx="8055">
                  <c:v/>
                </c:pt>
                <c:pt idx="8056">
                  <c:v/>
                </c:pt>
                <c:pt idx="8057">
                  <c:v/>
                </c:pt>
                <c:pt idx="8058">
                  <c:v/>
                </c:pt>
                <c:pt idx="8059">
                  <c:v/>
                </c:pt>
                <c:pt idx="8060">
                  <c:v/>
                </c:pt>
                <c:pt idx="8061">
                  <c:v/>
                </c:pt>
                <c:pt idx="8062">
                  <c:v/>
                </c:pt>
                <c:pt idx="8063">
                  <c:v/>
                </c:pt>
                <c:pt idx="8064">
                  <c:v/>
                </c:pt>
                <c:pt idx="8065">
                  <c:v/>
                </c:pt>
                <c:pt idx="8066">
                  <c:v/>
                </c:pt>
                <c:pt idx="8067">
                  <c:v/>
                </c:pt>
                <c:pt idx="8068">
                  <c:v/>
                </c:pt>
                <c:pt idx="8069">
                  <c:v/>
                </c:pt>
                <c:pt idx="8070">
                  <c:v/>
                </c:pt>
                <c:pt idx="8071">
                  <c:v/>
                </c:pt>
                <c:pt idx="8072">
                  <c:v/>
                </c:pt>
                <c:pt idx="8073">
                  <c:v/>
                </c:pt>
                <c:pt idx="8074">
                  <c:v/>
                </c:pt>
                <c:pt idx="8075">
                  <c:v/>
                </c:pt>
                <c:pt idx="8076">
                  <c:v/>
                </c:pt>
                <c:pt idx="8077">
                  <c:v/>
                </c:pt>
                <c:pt idx="8078">
                  <c:v/>
                </c:pt>
                <c:pt idx="8079">
                  <c:v/>
                </c:pt>
                <c:pt idx="8080">
                  <c:v/>
                </c:pt>
                <c:pt idx="8081">
                  <c:v/>
                </c:pt>
                <c:pt idx="8082">
                  <c:v/>
                </c:pt>
                <c:pt idx="8083">
                  <c:v/>
                </c:pt>
                <c:pt idx="8084">
                  <c:v/>
                </c:pt>
                <c:pt idx="8085">
                  <c:v/>
                </c:pt>
                <c:pt idx="8086">
                  <c:v/>
                </c:pt>
                <c:pt idx="8087">
                  <c:v/>
                </c:pt>
                <c:pt idx="8088">
                  <c:v/>
                </c:pt>
                <c:pt idx="8089">
                  <c:v/>
                </c:pt>
                <c:pt idx="8090">
                  <c:v/>
                </c:pt>
                <c:pt idx="8091">
                  <c:v/>
                </c:pt>
                <c:pt idx="8092">
                  <c:v/>
                </c:pt>
                <c:pt idx="8093">
                  <c:v/>
                </c:pt>
                <c:pt idx="8094">
                  <c:v/>
                </c:pt>
                <c:pt idx="8095">
                  <c:v/>
                </c:pt>
                <c:pt idx="8096">
                  <c:v/>
                </c:pt>
                <c:pt idx="8097">
                  <c:v/>
                </c:pt>
                <c:pt idx="8098">
                  <c:v/>
                </c:pt>
                <c:pt idx="8099">
                  <c:v/>
                </c:pt>
                <c:pt idx="8100">
                  <c:v/>
                </c:pt>
                <c:pt idx="8101">
                  <c:v/>
                </c:pt>
                <c:pt idx="8102">
                  <c:v/>
                </c:pt>
                <c:pt idx="8103">
                  <c:v/>
                </c:pt>
                <c:pt idx="8104">
                  <c:v/>
                </c:pt>
                <c:pt idx="8105">
                  <c:v/>
                </c:pt>
                <c:pt idx="8106">
                  <c:v/>
                </c:pt>
                <c:pt idx="8107">
                  <c:v/>
                </c:pt>
                <c:pt idx="8108">
                  <c:v/>
                </c:pt>
                <c:pt idx="8109">
                  <c:v/>
                </c:pt>
                <c:pt idx="8110">
                  <c:v/>
                </c:pt>
                <c:pt idx="8111">
                  <c:v/>
                </c:pt>
                <c:pt idx="8112">
                  <c:v/>
                </c:pt>
                <c:pt idx="8113">
                  <c:v/>
                </c:pt>
                <c:pt idx="8114">
                  <c:v/>
                </c:pt>
                <c:pt idx="8115">
                  <c:v/>
                </c:pt>
                <c:pt idx="8116">
                  <c:v/>
                </c:pt>
                <c:pt idx="8117">
                  <c:v/>
                </c:pt>
                <c:pt idx="8118">
                  <c:v/>
                </c:pt>
                <c:pt idx="8119">
                  <c:v/>
                </c:pt>
                <c:pt idx="8120">
                  <c:v/>
                </c:pt>
                <c:pt idx="8121">
                  <c:v/>
                </c:pt>
                <c:pt idx="8122">
                  <c:v/>
                </c:pt>
                <c:pt idx="8123">
                  <c:v/>
                </c:pt>
                <c:pt idx="8124">
                  <c:v/>
                </c:pt>
                <c:pt idx="8125">
                  <c:v/>
                </c:pt>
                <c:pt idx="8126">
                  <c:v/>
                </c:pt>
                <c:pt idx="8127">
                  <c:v/>
                </c:pt>
                <c:pt idx="8128">
                  <c:v/>
                </c:pt>
                <c:pt idx="8129">
                  <c:v/>
                </c:pt>
                <c:pt idx="8130">
                  <c:v/>
                </c:pt>
                <c:pt idx="8131">
                  <c:v/>
                </c:pt>
                <c:pt idx="8132">
                  <c:v/>
                </c:pt>
                <c:pt idx="8133">
                  <c:v/>
                </c:pt>
                <c:pt idx="8134">
                  <c:v/>
                </c:pt>
                <c:pt idx="8135">
                  <c:v/>
                </c:pt>
                <c:pt idx="8136">
                  <c:v/>
                </c:pt>
                <c:pt idx="8137">
                  <c:v/>
                </c:pt>
                <c:pt idx="8138">
                  <c:v/>
                </c:pt>
                <c:pt idx="8139">
                  <c:v/>
                </c:pt>
                <c:pt idx="8140">
                  <c:v/>
                </c:pt>
                <c:pt idx="8141">
                  <c:v/>
                </c:pt>
                <c:pt idx="8142">
                  <c:v/>
                </c:pt>
                <c:pt idx="8143">
                  <c:v/>
                </c:pt>
                <c:pt idx="8144">
                  <c:v/>
                </c:pt>
                <c:pt idx="8145">
                  <c:v/>
                </c:pt>
                <c:pt idx="8146">
                  <c:v/>
                </c:pt>
                <c:pt idx="8147">
                  <c:v/>
                </c:pt>
                <c:pt idx="8148">
                  <c:v/>
                </c:pt>
                <c:pt idx="8149">
                  <c:v/>
                </c:pt>
                <c:pt idx="8150">
                  <c:v/>
                </c:pt>
                <c:pt idx="8151">
                  <c:v/>
                </c:pt>
                <c:pt idx="8152">
                  <c:v/>
                </c:pt>
                <c:pt idx="8153">
                  <c:v/>
                </c:pt>
                <c:pt idx="8154">
                  <c:v/>
                </c:pt>
                <c:pt idx="8155">
                  <c:v/>
                </c:pt>
                <c:pt idx="8156">
                  <c:v/>
                </c:pt>
                <c:pt idx="8157">
                  <c:v/>
                </c:pt>
                <c:pt idx="8158">
                  <c:v/>
                </c:pt>
                <c:pt idx="8159">
                  <c:v/>
                </c:pt>
                <c:pt idx="8160">
                  <c:v/>
                </c:pt>
                <c:pt idx="8161">
                  <c:v/>
                </c:pt>
                <c:pt idx="8162">
                  <c:v/>
                </c:pt>
                <c:pt idx="8163">
                  <c:v/>
                </c:pt>
                <c:pt idx="8164">
                  <c:v/>
                </c:pt>
                <c:pt idx="8165">
                  <c:v/>
                </c:pt>
                <c:pt idx="8166">
                  <c:v/>
                </c:pt>
                <c:pt idx="8167">
                  <c:v/>
                </c:pt>
                <c:pt idx="8168">
                  <c:v/>
                </c:pt>
                <c:pt idx="8169">
                  <c:v/>
                </c:pt>
                <c:pt idx="8170">
                  <c:v/>
                </c:pt>
                <c:pt idx="8171">
                  <c:v/>
                </c:pt>
                <c:pt idx="8172">
                  <c:v/>
                </c:pt>
                <c:pt idx="8173">
                  <c:v/>
                </c:pt>
                <c:pt idx="8174">
                  <c:v/>
                </c:pt>
                <c:pt idx="8175">
                  <c:v/>
                </c:pt>
                <c:pt idx="8176">
                  <c:v/>
                </c:pt>
                <c:pt idx="8177">
                  <c:v/>
                </c:pt>
                <c:pt idx="8178">
                  <c:v/>
                </c:pt>
                <c:pt idx="8179">
                  <c:v/>
                </c:pt>
                <c:pt idx="8180">
                  <c:v/>
                </c:pt>
                <c:pt idx="8181">
                  <c:v/>
                </c:pt>
                <c:pt idx="8182">
                  <c:v/>
                </c:pt>
                <c:pt idx="8183">
                  <c:v/>
                </c:pt>
                <c:pt idx="8184">
                  <c:v/>
                </c:pt>
                <c:pt idx="8185">
                  <c:v/>
                </c:pt>
                <c:pt idx="8186">
                  <c:v/>
                </c:pt>
                <c:pt idx="8187">
                  <c:v/>
                </c:pt>
                <c:pt idx="8188">
                  <c:v/>
                </c:pt>
                <c:pt idx="8189">
                  <c:v/>
                </c:pt>
                <c:pt idx="8190">
                  <c:v/>
                </c:pt>
                <c:pt idx="8191">
                  <c:v/>
                </c:pt>
                <c:pt idx="8192">
                  <c:v/>
                </c:pt>
                <c:pt idx="8193">
                  <c:v/>
                </c:pt>
                <c:pt idx="8194">
                  <c:v/>
                </c:pt>
                <c:pt idx="8195">
                  <c:v/>
                </c:pt>
                <c:pt idx="8196">
                  <c:v/>
                </c:pt>
                <c:pt idx="8197">
                  <c:v/>
                </c:pt>
                <c:pt idx="8198">
                  <c:v/>
                </c:pt>
                <c:pt idx="8199">
                  <c:v/>
                </c:pt>
                <c:pt idx="8200">
                  <c:v/>
                </c:pt>
                <c:pt idx="8201">
                  <c:v/>
                </c:pt>
                <c:pt idx="8202">
                  <c:v/>
                </c:pt>
                <c:pt idx="8203">
                  <c:v/>
                </c:pt>
                <c:pt idx="8204">
                  <c:v/>
                </c:pt>
                <c:pt idx="8205">
                  <c:v/>
                </c:pt>
                <c:pt idx="8206">
                  <c:v/>
                </c:pt>
                <c:pt idx="8207">
                  <c:v/>
                </c:pt>
                <c:pt idx="8208">
                  <c:v/>
                </c:pt>
                <c:pt idx="8209">
                  <c:v/>
                </c:pt>
                <c:pt idx="8210">
                  <c:v/>
                </c:pt>
                <c:pt idx="8211">
                  <c:v/>
                </c:pt>
                <c:pt idx="8212">
                  <c:v/>
                </c:pt>
                <c:pt idx="8213">
                  <c:v/>
                </c:pt>
                <c:pt idx="8214">
                  <c:v/>
                </c:pt>
                <c:pt idx="8215">
                  <c:v/>
                </c:pt>
                <c:pt idx="8216">
                  <c:v/>
                </c:pt>
                <c:pt idx="8217">
                  <c:v/>
                </c:pt>
                <c:pt idx="8218">
                  <c:v/>
                </c:pt>
                <c:pt idx="8219">
                  <c:v/>
                </c:pt>
                <c:pt idx="8220">
                  <c:v/>
                </c:pt>
                <c:pt idx="8221">
                  <c:v/>
                </c:pt>
                <c:pt idx="8222">
                  <c:v/>
                </c:pt>
                <c:pt idx="8223">
                  <c:v/>
                </c:pt>
                <c:pt idx="8224">
                  <c:v/>
                </c:pt>
                <c:pt idx="8225">
                  <c:v/>
                </c:pt>
                <c:pt idx="8226">
                  <c:v/>
                </c:pt>
                <c:pt idx="8227">
                  <c:v/>
                </c:pt>
                <c:pt idx="8228">
                  <c:v/>
                </c:pt>
                <c:pt idx="8229">
                  <c:v/>
                </c:pt>
                <c:pt idx="8230">
                  <c:v/>
                </c:pt>
                <c:pt idx="8231">
                  <c:v/>
                </c:pt>
                <c:pt idx="8232">
                  <c:v/>
                </c:pt>
                <c:pt idx="8233">
                  <c:v/>
                </c:pt>
                <c:pt idx="8234">
                  <c:v/>
                </c:pt>
                <c:pt idx="8235">
                  <c:v/>
                </c:pt>
                <c:pt idx="8236">
                  <c:v/>
                </c:pt>
                <c:pt idx="8237">
                  <c:v/>
                </c:pt>
                <c:pt idx="8238">
                  <c:v/>
                </c:pt>
                <c:pt idx="8239">
                  <c:v/>
                </c:pt>
                <c:pt idx="8240">
                  <c:v/>
                </c:pt>
                <c:pt idx="8241">
                  <c:v/>
                </c:pt>
                <c:pt idx="8242">
                  <c:v/>
                </c:pt>
                <c:pt idx="8243">
                  <c:v/>
                </c:pt>
                <c:pt idx="8244">
                  <c:v/>
                </c:pt>
                <c:pt idx="8245">
                  <c:v/>
                </c:pt>
                <c:pt idx="8246">
                  <c:v/>
                </c:pt>
                <c:pt idx="8247">
                  <c:v/>
                </c:pt>
                <c:pt idx="8248">
                  <c:v/>
                </c:pt>
                <c:pt idx="8249">
                  <c:v/>
                </c:pt>
                <c:pt idx="8250">
                  <c:v/>
                </c:pt>
                <c:pt idx="8251">
                  <c:v/>
                </c:pt>
                <c:pt idx="8252">
                  <c:v/>
                </c:pt>
                <c:pt idx="8253">
                  <c:v/>
                </c:pt>
                <c:pt idx="8254">
                  <c:v/>
                </c:pt>
                <c:pt idx="8255">
                  <c:v/>
                </c:pt>
                <c:pt idx="8256">
                  <c:v/>
                </c:pt>
                <c:pt idx="8257">
                  <c:v/>
                </c:pt>
                <c:pt idx="8258">
                  <c:v/>
                </c:pt>
                <c:pt idx="8259">
                  <c:v/>
                </c:pt>
                <c:pt idx="8260">
                  <c:v/>
                </c:pt>
                <c:pt idx="8261">
                  <c:v/>
                </c:pt>
                <c:pt idx="8262">
                  <c:v/>
                </c:pt>
                <c:pt idx="8263">
                  <c:v/>
                </c:pt>
                <c:pt idx="8264">
                  <c:v/>
                </c:pt>
                <c:pt idx="8265">
                  <c:v/>
                </c:pt>
                <c:pt idx="8266">
                  <c:v/>
                </c:pt>
                <c:pt idx="8267">
                  <c:v/>
                </c:pt>
                <c:pt idx="8268">
                  <c:v/>
                </c:pt>
                <c:pt idx="8269">
                  <c:v/>
                </c:pt>
                <c:pt idx="8270">
                  <c:v/>
                </c:pt>
                <c:pt idx="8271">
                  <c:v/>
                </c:pt>
                <c:pt idx="8272">
                  <c:v/>
                </c:pt>
                <c:pt idx="8273">
                  <c:v/>
                </c:pt>
                <c:pt idx="8274">
                  <c:v/>
                </c:pt>
                <c:pt idx="8275">
                  <c:v/>
                </c:pt>
                <c:pt idx="8276">
                  <c:v/>
                </c:pt>
                <c:pt idx="8277">
                  <c:v/>
                </c:pt>
                <c:pt idx="8278">
                  <c:v/>
                </c:pt>
                <c:pt idx="8279">
                  <c:v/>
                </c:pt>
                <c:pt idx="8280">
                  <c:v/>
                </c:pt>
                <c:pt idx="8281">
                  <c:v/>
                </c:pt>
                <c:pt idx="8282">
                  <c:v/>
                </c:pt>
                <c:pt idx="8283">
                  <c:v/>
                </c:pt>
                <c:pt idx="8284">
                  <c:v/>
                </c:pt>
                <c:pt idx="8285">
                  <c:v/>
                </c:pt>
                <c:pt idx="8286">
                  <c:v/>
                </c:pt>
                <c:pt idx="8287">
                  <c:v/>
                </c:pt>
                <c:pt idx="8288">
                  <c:v/>
                </c:pt>
                <c:pt idx="8289">
                  <c:v/>
                </c:pt>
                <c:pt idx="8290">
                  <c:v/>
                </c:pt>
                <c:pt idx="8291">
                  <c:v/>
                </c:pt>
                <c:pt idx="8292">
                  <c:v/>
                </c:pt>
                <c:pt idx="8293">
                  <c:v/>
                </c:pt>
                <c:pt idx="8294">
                  <c:v/>
                </c:pt>
                <c:pt idx="8295">
                  <c:v/>
                </c:pt>
                <c:pt idx="8296">
                  <c:v/>
                </c:pt>
                <c:pt idx="8297">
                  <c:v/>
                </c:pt>
                <c:pt idx="8298">
                  <c:v/>
                </c:pt>
                <c:pt idx="8299">
                  <c:v/>
                </c:pt>
                <c:pt idx="8300">
                  <c:v/>
                </c:pt>
                <c:pt idx="8301">
                  <c:v/>
                </c:pt>
                <c:pt idx="8302">
                  <c:v/>
                </c:pt>
                <c:pt idx="8303">
                  <c:v/>
                </c:pt>
                <c:pt idx="8304">
                  <c:v/>
                </c:pt>
                <c:pt idx="8305">
                  <c:v/>
                </c:pt>
                <c:pt idx="8306">
                  <c:v/>
                </c:pt>
                <c:pt idx="8307">
                  <c:v/>
                </c:pt>
                <c:pt idx="8308">
                  <c:v/>
                </c:pt>
                <c:pt idx="8309">
                  <c:v/>
                </c:pt>
                <c:pt idx="8310">
                  <c:v/>
                </c:pt>
                <c:pt idx="8311">
                  <c:v/>
                </c:pt>
                <c:pt idx="8312">
                  <c:v/>
                </c:pt>
                <c:pt idx="8313">
                  <c:v/>
                </c:pt>
                <c:pt idx="8314">
                  <c:v/>
                </c:pt>
                <c:pt idx="8315">
                  <c:v/>
                </c:pt>
                <c:pt idx="8316">
                  <c:v/>
                </c:pt>
                <c:pt idx="8317">
                  <c:v/>
                </c:pt>
                <c:pt idx="8318">
                  <c:v/>
                </c:pt>
                <c:pt idx="8319">
                  <c:v/>
                </c:pt>
                <c:pt idx="8320">
                  <c:v/>
                </c:pt>
                <c:pt idx="8321">
                  <c:v/>
                </c:pt>
                <c:pt idx="8322">
                  <c:v/>
                </c:pt>
                <c:pt idx="8323">
                  <c:v/>
                </c:pt>
                <c:pt idx="8324">
                  <c:v/>
                </c:pt>
                <c:pt idx="8325">
                  <c:v/>
                </c:pt>
                <c:pt idx="8326">
                  <c:v/>
                </c:pt>
                <c:pt idx="8327">
                  <c:v/>
                </c:pt>
                <c:pt idx="8328">
                  <c:v/>
                </c:pt>
                <c:pt idx="8329">
                  <c:v/>
                </c:pt>
                <c:pt idx="8330">
                  <c:v/>
                </c:pt>
                <c:pt idx="8331">
                  <c:v/>
                </c:pt>
                <c:pt idx="8332">
                  <c:v/>
                </c:pt>
                <c:pt idx="8333">
                  <c:v/>
                </c:pt>
                <c:pt idx="8334">
                  <c:v/>
                </c:pt>
                <c:pt idx="8335">
                  <c:v/>
                </c:pt>
                <c:pt idx="8336">
                  <c:v/>
                </c:pt>
                <c:pt idx="8337">
                  <c:v/>
                </c:pt>
                <c:pt idx="8338">
                  <c:v/>
                </c:pt>
                <c:pt idx="8339">
                  <c:v/>
                </c:pt>
                <c:pt idx="8340">
                  <c:v/>
                </c:pt>
                <c:pt idx="8341">
                  <c:v/>
                </c:pt>
                <c:pt idx="8342">
                  <c:v/>
                </c:pt>
                <c:pt idx="8343">
                  <c:v/>
                </c:pt>
                <c:pt idx="8344">
                  <c:v/>
                </c:pt>
                <c:pt idx="8345">
                  <c:v/>
                </c:pt>
                <c:pt idx="8346">
                  <c:v/>
                </c:pt>
                <c:pt idx="8347">
                  <c:v/>
                </c:pt>
                <c:pt idx="8348">
                  <c:v/>
                </c:pt>
                <c:pt idx="8349">
                  <c:v/>
                </c:pt>
                <c:pt idx="8350">
                  <c:v/>
                </c:pt>
                <c:pt idx="8351">
                  <c:v/>
                </c:pt>
                <c:pt idx="8352">
                  <c:v/>
                </c:pt>
                <c:pt idx="8353">
                  <c:v/>
                </c:pt>
                <c:pt idx="8354">
                  <c:v/>
                </c:pt>
                <c:pt idx="8355">
                  <c:v/>
                </c:pt>
                <c:pt idx="8356">
                  <c:v/>
                </c:pt>
                <c:pt idx="8357">
                  <c:v/>
                </c:pt>
                <c:pt idx="8358">
                  <c:v/>
                </c:pt>
                <c:pt idx="8359">
                  <c:v/>
                </c:pt>
                <c:pt idx="8360">
                  <c:v/>
                </c:pt>
                <c:pt idx="8361">
                  <c:v/>
                </c:pt>
                <c:pt idx="8362">
                  <c:v/>
                </c:pt>
                <c:pt idx="8363">
                  <c:v/>
                </c:pt>
                <c:pt idx="8364">
                  <c:v/>
                </c:pt>
                <c:pt idx="8365">
                  <c:v/>
                </c:pt>
                <c:pt idx="8366">
                  <c:v/>
                </c:pt>
                <c:pt idx="8367">
                  <c:v/>
                </c:pt>
                <c:pt idx="8368">
                  <c:v/>
                </c:pt>
                <c:pt idx="8369">
                  <c:v/>
                </c:pt>
                <c:pt idx="8370">
                  <c:v/>
                </c:pt>
                <c:pt idx="8371">
                  <c:v/>
                </c:pt>
                <c:pt idx="8372">
                  <c:v/>
                </c:pt>
                <c:pt idx="8373">
                  <c:v/>
                </c:pt>
                <c:pt idx="8374">
                  <c:v/>
                </c:pt>
                <c:pt idx="8375">
                  <c:v/>
                </c:pt>
                <c:pt idx="8376">
                  <c:v/>
                </c:pt>
                <c:pt idx="8377">
                  <c:v/>
                </c:pt>
                <c:pt idx="8378">
                  <c:v/>
                </c:pt>
                <c:pt idx="8379">
                  <c:v/>
                </c:pt>
                <c:pt idx="8380">
                  <c:v/>
                </c:pt>
                <c:pt idx="8381">
                  <c:v/>
                </c:pt>
                <c:pt idx="8382">
                  <c:v/>
                </c:pt>
                <c:pt idx="8383">
                  <c:v/>
                </c:pt>
                <c:pt idx="8384">
                  <c:v/>
                </c:pt>
                <c:pt idx="8385">
                  <c:v/>
                </c:pt>
                <c:pt idx="8386">
                  <c:v/>
                </c:pt>
                <c:pt idx="8387">
                  <c:v/>
                </c:pt>
                <c:pt idx="8388">
                  <c:v/>
                </c:pt>
                <c:pt idx="8389">
                  <c:v/>
                </c:pt>
                <c:pt idx="8390">
                  <c:v/>
                </c:pt>
                <c:pt idx="8391">
                  <c:v/>
                </c:pt>
                <c:pt idx="8392">
                  <c:v/>
                </c:pt>
                <c:pt idx="8393">
                  <c:v/>
                </c:pt>
                <c:pt idx="8394">
                  <c:v/>
                </c:pt>
                <c:pt idx="8395">
                  <c:v/>
                </c:pt>
                <c:pt idx="8396">
                  <c:v/>
                </c:pt>
                <c:pt idx="8397">
                  <c:v/>
                </c:pt>
                <c:pt idx="8398">
                  <c:v/>
                </c:pt>
                <c:pt idx="8399">
                  <c:v/>
                </c:pt>
                <c:pt idx="8400">
                  <c:v/>
                </c:pt>
                <c:pt idx="8401">
                  <c:v/>
                </c:pt>
                <c:pt idx="8402">
                  <c:v/>
                </c:pt>
                <c:pt idx="8403">
                  <c:v/>
                </c:pt>
                <c:pt idx="8404">
                  <c:v/>
                </c:pt>
                <c:pt idx="8405">
                  <c:v/>
                </c:pt>
                <c:pt idx="8406">
                  <c:v/>
                </c:pt>
                <c:pt idx="8407">
                  <c:v/>
                </c:pt>
                <c:pt idx="8408">
                  <c:v/>
                </c:pt>
                <c:pt idx="8409">
                  <c:v/>
                </c:pt>
                <c:pt idx="8410">
                  <c:v/>
                </c:pt>
                <c:pt idx="8411">
                  <c:v/>
                </c:pt>
                <c:pt idx="8412">
                  <c:v/>
                </c:pt>
                <c:pt idx="8413">
                  <c:v/>
                </c:pt>
                <c:pt idx="8414">
                  <c:v/>
                </c:pt>
                <c:pt idx="8415">
                  <c:v/>
                </c:pt>
                <c:pt idx="8416">
                  <c:v/>
                </c:pt>
                <c:pt idx="8417">
                  <c:v/>
                </c:pt>
                <c:pt idx="8418">
                  <c:v/>
                </c:pt>
                <c:pt idx="8419">
                  <c:v/>
                </c:pt>
                <c:pt idx="8420">
                  <c:v/>
                </c:pt>
                <c:pt idx="8421">
                  <c:v/>
                </c:pt>
                <c:pt idx="8422">
                  <c:v/>
                </c:pt>
                <c:pt idx="8423">
                  <c:v/>
                </c:pt>
                <c:pt idx="8424">
                  <c:v/>
                </c:pt>
                <c:pt idx="8425">
                  <c:v/>
                </c:pt>
                <c:pt idx="8426">
                  <c:v/>
                </c:pt>
                <c:pt idx="8427">
                  <c:v/>
                </c:pt>
                <c:pt idx="8428">
                  <c:v/>
                </c:pt>
                <c:pt idx="8429">
                  <c:v/>
                </c:pt>
                <c:pt idx="8430">
                  <c:v/>
                </c:pt>
                <c:pt idx="8431">
                  <c:v/>
                </c:pt>
                <c:pt idx="8432">
                  <c:v/>
                </c:pt>
                <c:pt idx="8433">
                  <c:v/>
                </c:pt>
                <c:pt idx="8434">
                  <c:v/>
                </c:pt>
                <c:pt idx="8435">
                  <c:v/>
                </c:pt>
                <c:pt idx="8436">
                  <c:v/>
                </c:pt>
                <c:pt idx="8437">
                  <c:v/>
                </c:pt>
                <c:pt idx="8438">
                  <c:v/>
                </c:pt>
                <c:pt idx="8439">
                  <c:v/>
                </c:pt>
                <c:pt idx="8440">
                  <c:v/>
                </c:pt>
                <c:pt idx="8441">
                  <c:v/>
                </c:pt>
                <c:pt idx="8442">
                  <c:v/>
                </c:pt>
                <c:pt idx="8443">
                  <c:v/>
                </c:pt>
                <c:pt idx="8444">
                  <c:v/>
                </c:pt>
                <c:pt idx="8445">
                  <c:v/>
                </c:pt>
                <c:pt idx="8446">
                  <c:v/>
                </c:pt>
                <c:pt idx="8447">
                  <c:v/>
                </c:pt>
                <c:pt idx="8448">
                  <c:v/>
                </c:pt>
                <c:pt idx="8449">
                  <c:v/>
                </c:pt>
                <c:pt idx="8450">
                  <c:v/>
                </c:pt>
                <c:pt idx="8451">
                  <c:v/>
                </c:pt>
                <c:pt idx="8452">
                  <c:v/>
                </c:pt>
                <c:pt idx="8453">
                  <c:v/>
                </c:pt>
                <c:pt idx="8454">
                  <c:v/>
                </c:pt>
                <c:pt idx="8455">
                  <c:v/>
                </c:pt>
                <c:pt idx="8456">
                  <c:v/>
                </c:pt>
                <c:pt idx="8457">
                  <c:v/>
                </c:pt>
                <c:pt idx="8458">
                  <c:v/>
                </c:pt>
                <c:pt idx="8459">
                  <c:v/>
                </c:pt>
                <c:pt idx="8460">
                  <c:v/>
                </c:pt>
                <c:pt idx="8461">
                  <c:v/>
                </c:pt>
                <c:pt idx="8462">
                  <c:v/>
                </c:pt>
                <c:pt idx="8463">
                  <c:v/>
                </c:pt>
                <c:pt idx="8464">
                  <c:v/>
                </c:pt>
                <c:pt idx="8465">
                  <c:v/>
                </c:pt>
                <c:pt idx="8466">
                  <c:v/>
                </c:pt>
                <c:pt idx="8467">
                  <c:v/>
                </c:pt>
                <c:pt idx="8468">
                  <c:v/>
                </c:pt>
                <c:pt idx="8469">
                  <c:v/>
                </c:pt>
                <c:pt idx="8470">
                  <c:v/>
                </c:pt>
                <c:pt idx="8471">
                  <c:v/>
                </c:pt>
                <c:pt idx="8472">
                  <c:v/>
                </c:pt>
                <c:pt idx="8473">
                  <c:v/>
                </c:pt>
                <c:pt idx="8474">
                  <c:v/>
                </c:pt>
                <c:pt idx="8475">
                  <c:v/>
                </c:pt>
                <c:pt idx="8476">
                  <c:v/>
                </c:pt>
                <c:pt idx="8477">
                  <c:v/>
                </c:pt>
                <c:pt idx="8478">
                  <c:v/>
                </c:pt>
                <c:pt idx="8479">
                  <c:v/>
                </c:pt>
                <c:pt idx="8480">
                  <c:v/>
                </c:pt>
                <c:pt idx="8481">
                  <c:v/>
                </c:pt>
                <c:pt idx="8482">
                  <c:v/>
                </c:pt>
                <c:pt idx="8483">
                  <c:v/>
                </c:pt>
                <c:pt idx="8484">
                  <c:v/>
                </c:pt>
                <c:pt idx="8485">
                  <c:v/>
                </c:pt>
                <c:pt idx="8486">
                  <c:v/>
                </c:pt>
                <c:pt idx="8487">
                  <c:v/>
                </c:pt>
                <c:pt idx="8488">
                  <c:v/>
                </c:pt>
                <c:pt idx="8489">
                  <c:v/>
                </c:pt>
                <c:pt idx="8490">
                  <c:v/>
                </c:pt>
                <c:pt idx="8491">
                  <c:v/>
                </c:pt>
                <c:pt idx="8492">
                  <c:v/>
                </c:pt>
                <c:pt idx="8493">
                  <c:v/>
                </c:pt>
                <c:pt idx="8494">
                  <c:v/>
                </c:pt>
                <c:pt idx="8495">
                  <c:v/>
                </c:pt>
                <c:pt idx="8496">
                  <c:v/>
                </c:pt>
                <c:pt idx="8497">
                  <c:v/>
                </c:pt>
                <c:pt idx="8498">
                  <c:v/>
                </c:pt>
                <c:pt idx="8499">
                  <c:v/>
                </c:pt>
                <c:pt idx="8500">
                  <c:v/>
                </c:pt>
                <c:pt idx="8501">
                  <c:v/>
                </c:pt>
                <c:pt idx="8502">
                  <c:v/>
                </c:pt>
                <c:pt idx="8503">
                  <c:v/>
                </c:pt>
                <c:pt idx="8504">
                  <c:v/>
                </c:pt>
                <c:pt idx="8505">
                  <c:v/>
                </c:pt>
                <c:pt idx="8506">
                  <c:v/>
                </c:pt>
                <c:pt idx="8507">
                  <c:v/>
                </c:pt>
                <c:pt idx="8508">
                  <c:v/>
                </c:pt>
                <c:pt idx="8509">
                  <c:v/>
                </c:pt>
                <c:pt idx="8510">
                  <c:v/>
                </c:pt>
                <c:pt idx="8511">
                  <c:v/>
                </c:pt>
                <c:pt idx="8512">
                  <c:v/>
                </c:pt>
                <c:pt idx="8513">
                  <c:v/>
                </c:pt>
                <c:pt idx="8514">
                  <c:v/>
                </c:pt>
                <c:pt idx="8515">
                  <c:v/>
                </c:pt>
                <c:pt idx="8516">
                  <c:v/>
                </c:pt>
                <c:pt idx="8517">
                  <c:v/>
                </c:pt>
                <c:pt idx="8518">
                  <c:v/>
                </c:pt>
                <c:pt idx="8519">
                  <c:v/>
                </c:pt>
                <c:pt idx="8520">
                  <c:v/>
                </c:pt>
                <c:pt idx="8521">
                  <c:v/>
                </c:pt>
                <c:pt idx="8522">
                  <c:v/>
                </c:pt>
                <c:pt idx="8523">
                  <c:v/>
                </c:pt>
                <c:pt idx="8524">
                  <c:v/>
                </c:pt>
                <c:pt idx="8525">
                  <c:v/>
                </c:pt>
                <c:pt idx="8526">
                  <c:v/>
                </c:pt>
                <c:pt idx="8527">
                  <c:v/>
                </c:pt>
                <c:pt idx="8528">
                  <c:v/>
                </c:pt>
                <c:pt idx="8529">
                  <c:v/>
                </c:pt>
                <c:pt idx="8530">
                  <c:v/>
                </c:pt>
                <c:pt idx="8531">
                  <c:v/>
                </c:pt>
                <c:pt idx="8532">
                  <c:v/>
                </c:pt>
                <c:pt idx="8533">
                  <c:v/>
                </c:pt>
                <c:pt idx="8534">
                  <c:v/>
                </c:pt>
                <c:pt idx="8535">
                  <c:v/>
                </c:pt>
                <c:pt idx="8536">
                  <c:v/>
                </c:pt>
                <c:pt idx="8537">
                  <c:v/>
                </c:pt>
                <c:pt idx="8538">
                  <c:v/>
                </c:pt>
                <c:pt idx="8539">
                  <c:v/>
                </c:pt>
                <c:pt idx="8540">
                  <c:v/>
                </c:pt>
                <c:pt idx="8541">
                  <c:v/>
                </c:pt>
                <c:pt idx="8542">
                  <c:v/>
                </c:pt>
                <c:pt idx="8543">
                  <c:v/>
                </c:pt>
                <c:pt idx="8544">
                  <c:v/>
                </c:pt>
                <c:pt idx="8545">
                  <c:v/>
                </c:pt>
                <c:pt idx="8546">
                  <c:v/>
                </c:pt>
                <c:pt idx="8547">
                  <c:v/>
                </c:pt>
                <c:pt idx="8548">
                  <c:v/>
                </c:pt>
                <c:pt idx="8549">
                  <c:v/>
                </c:pt>
                <c:pt idx="8550">
                  <c:v/>
                </c:pt>
                <c:pt idx="8551">
                  <c:v/>
                </c:pt>
                <c:pt idx="8552">
                  <c:v/>
                </c:pt>
                <c:pt idx="8553">
                  <c:v/>
                </c:pt>
                <c:pt idx="8554">
                  <c:v/>
                </c:pt>
                <c:pt idx="8555">
                  <c:v/>
                </c:pt>
                <c:pt idx="8556">
                  <c:v/>
                </c:pt>
                <c:pt idx="8557">
                  <c:v/>
                </c:pt>
                <c:pt idx="8558">
                  <c:v/>
                </c:pt>
                <c:pt idx="8559">
                  <c:v/>
                </c:pt>
                <c:pt idx="8560">
                  <c:v/>
                </c:pt>
                <c:pt idx="8561">
                  <c:v/>
                </c:pt>
                <c:pt idx="8562">
                  <c:v/>
                </c:pt>
                <c:pt idx="8563">
                  <c:v/>
                </c:pt>
                <c:pt idx="8564">
                  <c:v/>
                </c:pt>
                <c:pt idx="8565">
                  <c:v/>
                </c:pt>
                <c:pt idx="8566">
                  <c:v/>
                </c:pt>
                <c:pt idx="8567">
                  <c:v/>
                </c:pt>
                <c:pt idx="8568">
                  <c:v/>
                </c:pt>
                <c:pt idx="8569">
                  <c:v/>
                </c:pt>
                <c:pt idx="8570">
                  <c:v/>
                </c:pt>
                <c:pt idx="8571">
                  <c:v/>
                </c:pt>
                <c:pt idx="8572">
                  <c:v/>
                </c:pt>
                <c:pt idx="8573">
                  <c:v/>
                </c:pt>
                <c:pt idx="8574">
                  <c:v/>
                </c:pt>
                <c:pt idx="8575">
                  <c:v/>
                </c:pt>
                <c:pt idx="8576">
                  <c:v/>
                </c:pt>
                <c:pt idx="8577">
                  <c:v/>
                </c:pt>
                <c:pt idx="8578">
                  <c:v/>
                </c:pt>
                <c:pt idx="8579">
                  <c:v/>
                </c:pt>
                <c:pt idx="8580">
                  <c:v/>
                </c:pt>
                <c:pt idx="8581">
                  <c:v/>
                </c:pt>
                <c:pt idx="8582">
                  <c:v/>
                </c:pt>
                <c:pt idx="8583">
                  <c:v/>
                </c:pt>
                <c:pt idx="8584">
                  <c:v/>
                </c:pt>
                <c:pt idx="8585">
                  <c:v/>
                </c:pt>
                <c:pt idx="8586">
                  <c:v/>
                </c:pt>
                <c:pt idx="8587">
                  <c:v/>
                </c:pt>
                <c:pt idx="8588">
                  <c:v/>
                </c:pt>
                <c:pt idx="8589">
                  <c:v/>
                </c:pt>
                <c:pt idx="8590">
                  <c:v/>
                </c:pt>
                <c:pt idx="8591">
                  <c:v/>
                </c:pt>
                <c:pt idx="8592">
                  <c:v/>
                </c:pt>
                <c:pt idx="8593">
                  <c:v/>
                </c:pt>
                <c:pt idx="8594">
                  <c:v/>
                </c:pt>
                <c:pt idx="8595">
                  <c:v/>
                </c:pt>
                <c:pt idx="8596">
                  <c:v/>
                </c:pt>
                <c:pt idx="8597">
                  <c:v/>
                </c:pt>
                <c:pt idx="8598">
                  <c:v/>
                </c:pt>
                <c:pt idx="8599">
                  <c:v/>
                </c:pt>
                <c:pt idx="8600">
                  <c:v/>
                </c:pt>
                <c:pt idx="8601">
                  <c:v/>
                </c:pt>
                <c:pt idx="8602">
                  <c:v/>
                </c:pt>
                <c:pt idx="8603">
                  <c:v/>
                </c:pt>
                <c:pt idx="8604">
                  <c:v/>
                </c:pt>
                <c:pt idx="8605">
                  <c:v/>
                </c:pt>
                <c:pt idx="8606">
                  <c:v/>
                </c:pt>
                <c:pt idx="8607">
                  <c:v/>
                </c:pt>
                <c:pt idx="8608">
                  <c:v/>
                </c:pt>
                <c:pt idx="8609">
                  <c:v/>
                </c:pt>
                <c:pt idx="8610">
                  <c:v/>
                </c:pt>
                <c:pt idx="8611">
                  <c:v/>
                </c:pt>
                <c:pt idx="8612">
                  <c:v/>
                </c:pt>
                <c:pt idx="8613">
                  <c:v/>
                </c:pt>
                <c:pt idx="8614">
                  <c:v/>
                </c:pt>
                <c:pt idx="8615">
                  <c:v/>
                </c:pt>
                <c:pt idx="8616">
                  <c:v/>
                </c:pt>
                <c:pt idx="8617">
                  <c:v/>
                </c:pt>
                <c:pt idx="8618">
                  <c:v/>
                </c:pt>
                <c:pt idx="8619">
                  <c:v/>
                </c:pt>
                <c:pt idx="8620">
                  <c:v/>
                </c:pt>
                <c:pt idx="8621">
                  <c:v/>
                </c:pt>
                <c:pt idx="8622">
                  <c:v/>
                </c:pt>
                <c:pt idx="8623">
                  <c:v/>
                </c:pt>
                <c:pt idx="8624">
                  <c:v/>
                </c:pt>
                <c:pt idx="8625">
                  <c:v/>
                </c:pt>
                <c:pt idx="8626">
                  <c:v/>
                </c:pt>
                <c:pt idx="8627">
                  <c:v/>
                </c:pt>
                <c:pt idx="8628">
                  <c:v/>
                </c:pt>
                <c:pt idx="8629">
                  <c:v/>
                </c:pt>
                <c:pt idx="8630">
                  <c:v/>
                </c:pt>
                <c:pt idx="8631">
                  <c:v/>
                </c:pt>
                <c:pt idx="8632">
                  <c:v/>
                </c:pt>
                <c:pt idx="8633">
                  <c:v/>
                </c:pt>
                <c:pt idx="8634">
                  <c:v/>
                </c:pt>
                <c:pt idx="8635">
                  <c:v/>
                </c:pt>
                <c:pt idx="8636">
                  <c:v/>
                </c:pt>
                <c:pt idx="8637">
                  <c:v/>
                </c:pt>
                <c:pt idx="8638">
                  <c:v/>
                </c:pt>
                <c:pt idx="8639">
                  <c:v/>
                </c:pt>
                <c:pt idx="8640">
                  <c:v/>
                </c:pt>
                <c:pt idx="8641">
                  <c:v/>
                </c:pt>
                <c:pt idx="8642">
                  <c:v/>
                </c:pt>
                <c:pt idx="8643">
                  <c:v/>
                </c:pt>
                <c:pt idx="8644">
                  <c:v/>
                </c:pt>
                <c:pt idx="8645">
                  <c:v/>
                </c:pt>
                <c:pt idx="8646">
                  <c:v/>
                </c:pt>
                <c:pt idx="8647">
                  <c:v/>
                </c:pt>
                <c:pt idx="8648">
                  <c:v/>
                </c:pt>
                <c:pt idx="8649">
                  <c:v/>
                </c:pt>
                <c:pt idx="8650">
                  <c:v/>
                </c:pt>
                <c:pt idx="8651">
                  <c:v/>
                </c:pt>
                <c:pt idx="8652">
                  <c:v/>
                </c:pt>
                <c:pt idx="8653">
                  <c:v/>
                </c:pt>
                <c:pt idx="8654">
                  <c:v/>
                </c:pt>
                <c:pt idx="8655">
                  <c:v/>
                </c:pt>
                <c:pt idx="8656">
                  <c:v/>
                </c:pt>
                <c:pt idx="8657">
                  <c:v/>
                </c:pt>
                <c:pt idx="8658">
                  <c:v/>
                </c:pt>
                <c:pt idx="8659">
                  <c:v/>
                </c:pt>
                <c:pt idx="8660">
                  <c:v/>
                </c:pt>
                <c:pt idx="8661">
                  <c:v/>
                </c:pt>
                <c:pt idx="8662">
                  <c:v/>
                </c:pt>
                <c:pt idx="8663">
                  <c:v/>
                </c:pt>
                <c:pt idx="8664">
                  <c:v/>
                </c:pt>
                <c:pt idx="8665">
                  <c:v/>
                </c:pt>
                <c:pt idx="8666">
                  <c:v/>
                </c:pt>
                <c:pt idx="8667">
                  <c:v/>
                </c:pt>
                <c:pt idx="8668">
                  <c:v/>
                </c:pt>
                <c:pt idx="8669">
                  <c:v/>
                </c:pt>
                <c:pt idx="8670">
                  <c:v/>
                </c:pt>
                <c:pt idx="8671">
                  <c:v/>
                </c:pt>
                <c:pt idx="8672">
                  <c:v/>
                </c:pt>
                <c:pt idx="8673">
                  <c:v/>
                </c:pt>
                <c:pt idx="8674">
                  <c:v/>
                </c:pt>
                <c:pt idx="8675">
                  <c:v/>
                </c:pt>
                <c:pt idx="8676">
                  <c:v/>
                </c:pt>
                <c:pt idx="8677">
                  <c:v/>
                </c:pt>
                <c:pt idx="8678">
                  <c:v/>
                </c:pt>
                <c:pt idx="8679">
                  <c:v/>
                </c:pt>
                <c:pt idx="8680">
                  <c:v/>
                </c:pt>
                <c:pt idx="8681">
                  <c:v/>
                </c:pt>
                <c:pt idx="8682">
                  <c:v/>
                </c:pt>
                <c:pt idx="8683">
                  <c:v/>
                </c:pt>
                <c:pt idx="8684">
                  <c:v/>
                </c:pt>
                <c:pt idx="8685">
                  <c:v/>
                </c:pt>
                <c:pt idx="8686">
                  <c:v/>
                </c:pt>
                <c:pt idx="8687">
                  <c:v/>
                </c:pt>
                <c:pt idx="8688">
                  <c:v/>
                </c:pt>
                <c:pt idx="8689">
                  <c:v/>
                </c:pt>
                <c:pt idx="8690">
                  <c:v/>
                </c:pt>
                <c:pt idx="8691">
                  <c:v/>
                </c:pt>
                <c:pt idx="8692">
                  <c:v/>
                </c:pt>
                <c:pt idx="8693">
                  <c:v/>
                </c:pt>
                <c:pt idx="8694">
                  <c:v/>
                </c:pt>
                <c:pt idx="8695">
                  <c:v/>
                </c:pt>
                <c:pt idx="8696">
                  <c:v/>
                </c:pt>
                <c:pt idx="8697">
                  <c:v/>
                </c:pt>
                <c:pt idx="8698">
                  <c:v/>
                </c:pt>
                <c:pt idx="8699">
                  <c:v/>
                </c:pt>
                <c:pt idx="8700">
                  <c:v/>
                </c:pt>
                <c:pt idx="8701">
                  <c:v/>
                </c:pt>
                <c:pt idx="8702">
                  <c:v/>
                </c:pt>
                <c:pt idx="8703">
                  <c:v/>
                </c:pt>
                <c:pt idx="8704">
                  <c:v/>
                </c:pt>
                <c:pt idx="8705">
                  <c:v/>
                </c:pt>
                <c:pt idx="8706">
                  <c:v/>
                </c:pt>
                <c:pt idx="8707">
                  <c:v/>
                </c:pt>
                <c:pt idx="8708">
                  <c:v/>
                </c:pt>
                <c:pt idx="8709">
                  <c:v/>
                </c:pt>
                <c:pt idx="8710">
                  <c:v/>
                </c:pt>
                <c:pt idx="8711">
                  <c:v/>
                </c:pt>
                <c:pt idx="8712">
                  <c:v/>
                </c:pt>
                <c:pt idx="8713">
                  <c:v/>
                </c:pt>
                <c:pt idx="8714">
                  <c:v/>
                </c:pt>
                <c:pt idx="8715">
                  <c:v/>
                </c:pt>
                <c:pt idx="8716">
                  <c:v/>
                </c:pt>
                <c:pt idx="8717">
                  <c:v/>
                </c:pt>
                <c:pt idx="8718">
                  <c:v/>
                </c:pt>
                <c:pt idx="8719">
                  <c:v/>
                </c:pt>
                <c:pt idx="8720">
                  <c:v/>
                </c:pt>
                <c:pt idx="8721">
                  <c:v/>
                </c:pt>
                <c:pt idx="8722">
                  <c:v/>
                </c:pt>
                <c:pt idx="8723">
                  <c:v/>
                </c:pt>
                <c:pt idx="8724">
                  <c:v/>
                </c:pt>
                <c:pt idx="8725">
                  <c:v/>
                </c:pt>
                <c:pt idx="8726">
                  <c:v/>
                </c:pt>
                <c:pt idx="8727">
                  <c:v/>
                </c:pt>
                <c:pt idx="8728">
                  <c:v/>
                </c:pt>
                <c:pt idx="8729">
                  <c:v/>
                </c:pt>
                <c:pt idx="8730">
                  <c:v/>
                </c:pt>
                <c:pt idx="8731">
                  <c:v/>
                </c:pt>
                <c:pt idx="8732">
                  <c:v/>
                </c:pt>
                <c:pt idx="8733">
                  <c:v/>
                </c:pt>
                <c:pt idx="8734">
                  <c:v/>
                </c:pt>
                <c:pt idx="8735">
                  <c:v/>
                </c:pt>
                <c:pt idx="8736">
                  <c:v/>
                </c:pt>
                <c:pt idx="8737">
                  <c:v/>
                </c:pt>
                <c:pt idx="8738">
                  <c:v/>
                </c:pt>
                <c:pt idx="8739">
                  <c:v/>
                </c:pt>
                <c:pt idx="8740">
                  <c:v/>
                </c:pt>
                <c:pt idx="8741">
                  <c:v/>
                </c:pt>
                <c:pt idx="8742">
                  <c:v/>
                </c:pt>
                <c:pt idx="8743">
                  <c:v/>
                </c:pt>
                <c:pt idx="8744">
                  <c:v/>
                </c:pt>
                <c:pt idx="8745">
                  <c:v/>
                </c:pt>
                <c:pt idx="8746">
                  <c:v/>
                </c:pt>
                <c:pt idx="8747">
                  <c:v/>
                </c:pt>
                <c:pt idx="8748">
                  <c:v/>
                </c:pt>
                <c:pt idx="8749">
                  <c:v/>
                </c:pt>
                <c:pt idx="8750">
                  <c:v/>
                </c:pt>
                <c:pt idx="8751">
                  <c:v/>
                </c:pt>
                <c:pt idx="8752">
                  <c:v/>
                </c:pt>
                <c:pt idx="8753">
                  <c:v/>
                </c:pt>
                <c:pt idx="8754">
                  <c:v/>
                </c:pt>
                <c:pt idx="8755">
                  <c:v/>
                </c:pt>
                <c:pt idx="8756">
                  <c:v/>
                </c:pt>
                <c:pt idx="8757">
                  <c:v/>
                </c:pt>
                <c:pt idx="8758">
                  <c:v/>
                </c:pt>
                <c:pt idx="8759">
                  <c:v/>
                </c:pt>
                <c:pt idx="8760">
                  <c:v/>
                </c:pt>
                <c:pt idx="8761">
                  <c:v/>
                </c:pt>
                <c:pt idx="8762">
                  <c:v/>
                </c:pt>
                <c:pt idx="8763">
                  <c:v/>
                </c:pt>
                <c:pt idx="8764">
                  <c:v/>
                </c:pt>
                <c:pt idx="8765">
                  <c:v/>
                </c:pt>
                <c:pt idx="8766">
                  <c:v/>
                </c:pt>
                <c:pt idx="8767">
                  <c:v/>
                </c:pt>
                <c:pt idx="8768">
                  <c:v/>
                </c:pt>
                <c:pt idx="8769">
                  <c:v/>
                </c:pt>
                <c:pt idx="8770">
                  <c:v/>
                </c:pt>
                <c:pt idx="8771">
                  <c:v/>
                </c:pt>
                <c:pt idx="8772">
                  <c:v/>
                </c:pt>
                <c:pt idx="8773">
                  <c:v/>
                </c:pt>
                <c:pt idx="8774">
                  <c:v/>
                </c:pt>
                <c:pt idx="8775">
                  <c:v/>
                </c:pt>
                <c:pt idx="8776">
                  <c:v/>
                </c:pt>
                <c:pt idx="8777">
                  <c:v/>
                </c:pt>
                <c:pt idx="8778">
                  <c:v/>
                </c:pt>
                <c:pt idx="8779">
                  <c:v/>
                </c:pt>
                <c:pt idx="8780">
                  <c:v/>
                </c:pt>
                <c:pt idx="8781">
                  <c:v/>
                </c:pt>
                <c:pt idx="8782">
                  <c:v/>
                </c:pt>
                <c:pt idx="8783">
                  <c:v/>
                </c:pt>
                <c:pt idx="8784">
                  <c:v/>
                </c:pt>
                <c:pt idx="8785">
                  <c:v/>
                </c:pt>
                <c:pt idx="8786">
                  <c:v/>
                </c:pt>
                <c:pt idx="8787">
                  <c:v/>
                </c:pt>
                <c:pt idx="8788">
                  <c:v/>
                </c:pt>
                <c:pt idx="8789">
                  <c:v/>
                </c:pt>
                <c:pt idx="8790">
                  <c:v/>
                </c:pt>
                <c:pt idx="8791">
                  <c:v/>
                </c:pt>
                <c:pt idx="8792">
                  <c:v/>
                </c:pt>
                <c:pt idx="8793">
                  <c:v/>
                </c:pt>
                <c:pt idx="8794">
                  <c:v/>
                </c:pt>
                <c:pt idx="8795">
                  <c:v/>
                </c:pt>
                <c:pt idx="8796">
                  <c:v/>
                </c:pt>
                <c:pt idx="8797">
                  <c:v/>
                </c:pt>
                <c:pt idx="8798">
                  <c:v/>
                </c:pt>
                <c:pt idx="8799">
                  <c:v/>
                </c:pt>
                <c:pt idx="8800">
                  <c:v/>
                </c:pt>
                <c:pt idx="8801">
                  <c:v/>
                </c:pt>
                <c:pt idx="8802">
                  <c:v/>
                </c:pt>
                <c:pt idx="8803">
                  <c:v/>
                </c:pt>
                <c:pt idx="8804">
                  <c:v/>
                </c:pt>
                <c:pt idx="8805">
                  <c:v/>
                </c:pt>
                <c:pt idx="8806">
                  <c:v/>
                </c:pt>
                <c:pt idx="8807">
                  <c:v/>
                </c:pt>
                <c:pt idx="8808">
                  <c:v/>
                </c:pt>
                <c:pt idx="8809">
                  <c:v/>
                </c:pt>
                <c:pt idx="8810">
                  <c:v/>
                </c:pt>
                <c:pt idx="8811">
                  <c:v/>
                </c:pt>
                <c:pt idx="8812">
                  <c:v/>
                </c:pt>
                <c:pt idx="8813">
                  <c:v/>
                </c:pt>
                <c:pt idx="8814">
                  <c:v/>
                </c:pt>
                <c:pt idx="8815">
                  <c:v/>
                </c:pt>
                <c:pt idx="8816">
                  <c:v/>
                </c:pt>
                <c:pt idx="8817">
                  <c:v/>
                </c:pt>
                <c:pt idx="8818">
                  <c:v/>
                </c:pt>
                <c:pt idx="8819">
                  <c:v/>
                </c:pt>
                <c:pt idx="8820">
                  <c:v/>
                </c:pt>
                <c:pt idx="8821">
                  <c:v/>
                </c:pt>
                <c:pt idx="8822">
                  <c:v/>
                </c:pt>
                <c:pt idx="8823">
                  <c:v/>
                </c:pt>
                <c:pt idx="8824">
                  <c:v/>
                </c:pt>
                <c:pt idx="8825">
                  <c:v/>
                </c:pt>
                <c:pt idx="8826">
                  <c:v/>
                </c:pt>
                <c:pt idx="8827">
                  <c:v/>
                </c:pt>
                <c:pt idx="8828">
                  <c:v/>
                </c:pt>
                <c:pt idx="8829">
                  <c:v/>
                </c:pt>
                <c:pt idx="8830">
                  <c:v/>
                </c:pt>
                <c:pt idx="8831">
                  <c:v/>
                </c:pt>
                <c:pt idx="8832">
                  <c:v/>
                </c:pt>
                <c:pt idx="8833">
                  <c:v/>
                </c:pt>
                <c:pt idx="8834">
                  <c:v/>
                </c:pt>
                <c:pt idx="8835">
                  <c:v/>
                </c:pt>
                <c:pt idx="8836">
                  <c:v/>
                </c:pt>
                <c:pt idx="8837">
                  <c:v/>
                </c:pt>
                <c:pt idx="8838">
                  <c:v/>
                </c:pt>
                <c:pt idx="8839">
                  <c:v/>
                </c:pt>
                <c:pt idx="8840">
                  <c:v/>
                </c:pt>
                <c:pt idx="8841">
                  <c:v/>
                </c:pt>
                <c:pt idx="8842">
                  <c:v/>
                </c:pt>
                <c:pt idx="8843">
                  <c:v/>
                </c:pt>
                <c:pt idx="8844">
                  <c:v/>
                </c:pt>
                <c:pt idx="8845">
                  <c:v/>
                </c:pt>
                <c:pt idx="8846">
                  <c:v/>
                </c:pt>
                <c:pt idx="8847">
                  <c:v/>
                </c:pt>
                <c:pt idx="8848">
                  <c:v/>
                </c:pt>
                <c:pt idx="8849">
                  <c:v/>
                </c:pt>
                <c:pt idx="8850">
                  <c:v/>
                </c:pt>
                <c:pt idx="8851">
                  <c:v/>
                </c:pt>
                <c:pt idx="8852">
                  <c:v/>
                </c:pt>
                <c:pt idx="8853">
                  <c:v/>
                </c:pt>
                <c:pt idx="8854">
                  <c:v/>
                </c:pt>
                <c:pt idx="8855">
                  <c:v/>
                </c:pt>
                <c:pt idx="8856">
                  <c:v/>
                </c:pt>
                <c:pt idx="8857">
                  <c:v/>
                </c:pt>
                <c:pt idx="8858">
                  <c:v/>
                </c:pt>
                <c:pt idx="8859">
                  <c:v/>
                </c:pt>
                <c:pt idx="8860">
                  <c:v/>
                </c:pt>
                <c:pt idx="8861">
                  <c:v/>
                </c:pt>
                <c:pt idx="8862">
                  <c:v/>
                </c:pt>
                <c:pt idx="8863">
                  <c:v/>
                </c:pt>
                <c:pt idx="8864">
                  <c:v/>
                </c:pt>
                <c:pt idx="8865">
                  <c:v/>
                </c:pt>
                <c:pt idx="8866">
                  <c:v/>
                </c:pt>
                <c:pt idx="8867">
                  <c:v/>
                </c:pt>
                <c:pt idx="8868">
                  <c:v/>
                </c:pt>
                <c:pt idx="8869">
                  <c:v/>
                </c:pt>
                <c:pt idx="8870">
                  <c:v/>
                </c:pt>
                <c:pt idx="8871">
                  <c:v/>
                </c:pt>
                <c:pt idx="8872">
                  <c:v/>
                </c:pt>
                <c:pt idx="8873">
                  <c:v/>
                </c:pt>
                <c:pt idx="8874">
                  <c:v/>
                </c:pt>
                <c:pt idx="8875">
                  <c:v/>
                </c:pt>
                <c:pt idx="8876">
                  <c:v/>
                </c:pt>
                <c:pt idx="8877">
                  <c:v/>
                </c:pt>
                <c:pt idx="8878">
                  <c:v/>
                </c:pt>
                <c:pt idx="8879">
                  <c:v/>
                </c:pt>
                <c:pt idx="8880">
                  <c:v/>
                </c:pt>
                <c:pt idx="8881">
                  <c:v/>
                </c:pt>
                <c:pt idx="8882">
                  <c:v/>
                </c:pt>
                <c:pt idx="8883">
                  <c:v/>
                </c:pt>
                <c:pt idx="8884">
                  <c:v/>
                </c:pt>
                <c:pt idx="8885">
                  <c:v/>
                </c:pt>
                <c:pt idx="8886">
                  <c:v/>
                </c:pt>
                <c:pt idx="8887">
                  <c:v/>
                </c:pt>
                <c:pt idx="8888">
                  <c:v/>
                </c:pt>
                <c:pt idx="8889">
                  <c:v/>
                </c:pt>
                <c:pt idx="8890">
                  <c:v/>
                </c:pt>
                <c:pt idx="8891">
                  <c:v/>
                </c:pt>
                <c:pt idx="8892">
                  <c:v/>
                </c:pt>
                <c:pt idx="8893">
                  <c:v/>
                </c:pt>
                <c:pt idx="8894">
                  <c:v/>
                </c:pt>
                <c:pt idx="8895">
                  <c:v/>
                </c:pt>
                <c:pt idx="8896">
                  <c:v/>
                </c:pt>
                <c:pt idx="8897">
                  <c:v/>
                </c:pt>
                <c:pt idx="8898">
                  <c:v/>
                </c:pt>
                <c:pt idx="8899">
                  <c:v/>
                </c:pt>
                <c:pt idx="8900">
                  <c:v/>
                </c:pt>
                <c:pt idx="8901">
                  <c:v/>
                </c:pt>
                <c:pt idx="8902">
                  <c:v/>
                </c:pt>
                <c:pt idx="8903">
                  <c:v/>
                </c:pt>
                <c:pt idx="8904">
                  <c:v/>
                </c:pt>
                <c:pt idx="8905">
                  <c:v/>
                </c:pt>
                <c:pt idx="8906">
                  <c:v/>
                </c:pt>
                <c:pt idx="8907">
                  <c:v/>
                </c:pt>
                <c:pt idx="8908">
                  <c:v/>
                </c:pt>
                <c:pt idx="8909">
                  <c:v/>
                </c:pt>
                <c:pt idx="8910">
                  <c:v/>
                </c:pt>
                <c:pt idx="8911">
                  <c:v/>
                </c:pt>
                <c:pt idx="8912">
                  <c:v/>
                </c:pt>
                <c:pt idx="8913">
                  <c:v/>
                </c:pt>
                <c:pt idx="8914">
                  <c:v/>
                </c:pt>
                <c:pt idx="8915">
                  <c:v/>
                </c:pt>
                <c:pt idx="8916">
                  <c:v/>
                </c:pt>
                <c:pt idx="8917">
                  <c:v/>
                </c:pt>
                <c:pt idx="8918">
                  <c:v/>
                </c:pt>
                <c:pt idx="8919">
                  <c:v/>
                </c:pt>
                <c:pt idx="8920">
                  <c:v/>
                </c:pt>
                <c:pt idx="8921">
                  <c:v/>
                </c:pt>
                <c:pt idx="8922">
                  <c:v/>
                </c:pt>
                <c:pt idx="8923">
                  <c:v/>
                </c:pt>
                <c:pt idx="8924">
                  <c:v/>
                </c:pt>
                <c:pt idx="8925">
                  <c:v/>
                </c:pt>
                <c:pt idx="8926">
                  <c:v/>
                </c:pt>
                <c:pt idx="8927">
                  <c:v/>
                </c:pt>
                <c:pt idx="8928">
                  <c:v/>
                </c:pt>
                <c:pt idx="8929">
                  <c:v/>
                </c:pt>
                <c:pt idx="8930">
                  <c:v/>
                </c:pt>
                <c:pt idx="8931">
                  <c:v/>
                </c:pt>
                <c:pt idx="8932">
                  <c:v/>
                </c:pt>
                <c:pt idx="8933">
                  <c:v/>
                </c:pt>
                <c:pt idx="8934">
                  <c:v/>
                </c:pt>
                <c:pt idx="8935">
                  <c:v/>
                </c:pt>
                <c:pt idx="8936">
                  <c:v/>
                </c:pt>
                <c:pt idx="8937">
                  <c:v/>
                </c:pt>
                <c:pt idx="8938">
                  <c:v/>
                </c:pt>
                <c:pt idx="8939">
                  <c:v/>
                </c:pt>
                <c:pt idx="8940">
                  <c:v/>
                </c:pt>
                <c:pt idx="8941">
                  <c:v/>
                </c:pt>
                <c:pt idx="8942">
                  <c:v/>
                </c:pt>
                <c:pt idx="8943">
                  <c:v/>
                </c:pt>
                <c:pt idx="8944">
                  <c:v/>
                </c:pt>
                <c:pt idx="8945">
                  <c:v/>
                </c:pt>
                <c:pt idx="8946">
                  <c:v/>
                </c:pt>
                <c:pt idx="8947">
                  <c:v/>
                </c:pt>
                <c:pt idx="8948">
                  <c:v/>
                </c:pt>
                <c:pt idx="8949">
                  <c:v/>
                </c:pt>
                <c:pt idx="8950">
                  <c:v/>
                </c:pt>
                <c:pt idx="8951">
                  <c:v/>
                </c:pt>
                <c:pt idx="8952">
                  <c:v/>
                </c:pt>
                <c:pt idx="8953">
                  <c:v/>
                </c:pt>
                <c:pt idx="8954">
                  <c:v/>
                </c:pt>
                <c:pt idx="8955">
                  <c:v/>
                </c:pt>
                <c:pt idx="8956">
                  <c:v/>
                </c:pt>
                <c:pt idx="8957">
                  <c:v/>
                </c:pt>
                <c:pt idx="8958">
                  <c:v/>
                </c:pt>
                <c:pt idx="8959">
                  <c:v/>
                </c:pt>
                <c:pt idx="8960">
                  <c:v/>
                </c:pt>
                <c:pt idx="8961">
                  <c:v/>
                </c:pt>
                <c:pt idx="8962">
                  <c:v/>
                </c:pt>
                <c:pt idx="8963">
                  <c:v/>
                </c:pt>
                <c:pt idx="8964">
                  <c:v/>
                </c:pt>
                <c:pt idx="8965">
                  <c:v/>
                </c:pt>
                <c:pt idx="8966">
                  <c:v/>
                </c:pt>
                <c:pt idx="8967">
                  <c:v/>
                </c:pt>
                <c:pt idx="8968">
                  <c:v/>
                </c:pt>
                <c:pt idx="8969">
                  <c:v/>
                </c:pt>
                <c:pt idx="8970">
                  <c:v/>
                </c:pt>
                <c:pt idx="8971">
                  <c:v/>
                </c:pt>
                <c:pt idx="8972">
                  <c:v/>
                </c:pt>
                <c:pt idx="8973">
                  <c:v/>
                </c:pt>
                <c:pt idx="8974">
                  <c:v/>
                </c:pt>
                <c:pt idx="8975">
                  <c:v/>
                </c:pt>
                <c:pt idx="8976">
                  <c:v/>
                </c:pt>
                <c:pt idx="8977">
                  <c:v/>
                </c:pt>
                <c:pt idx="8978">
                  <c:v/>
                </c:pt>
                <c:pt idx="8979">
                  <c:v/>
                </c:pt>
                <c:pt idx="8980">
                  <c:v/>
                </c:pt>
                <c:pt idx="8981">
                  <c:v/>
                </c:pt>
                <c:pt idx="8982">
                  <c:v/>
                </c:pt>
                <c:pt idx="8983">
                  <c:v/>
                </c:pt>
                <c:pt idx="8984">
                  <c:v/>
                </c:pt>
                <c:pt idx="8985">
                  <c:v/>
                </c:pt>
                <c:pt idx="8986">
                  <c:v/>
                </c:pt>
                <c:pt idx="8987">
                  <c:v/>
                </c:pt>
                <c:pt idx="8988">
                  <c:v/>
                </c:pt>
                <c:pt idx="8989">
                  <c:v/>
                </c:pt>
                <c:pt idx="8990">
                  <c:v/>
                </c:pt>
                <c:pt idx="8991">
                  <c:v/>
                </c:pt>
                <c:pt idx="8992">
                  <c:v/>
                </c:pt>
                <c:pt idx="8993">
                  <c:v/>
                </c:pt>
                <c:pt idx="8994">
                  <c:v/>
                </c:pt>
                <c:pt idx="8995">
                  <c:v/>
                </c:pt>
                <c:pt idx="8996">
                  <c:v/>
                </c:pt>
                <c:pt idx="8997">
                  <c:v/>
                </c:pt>
                <c:pt idx="8998">
                  <c:v/>
                </c:pt>
                <c:pt idx="8999">
                  <c:v/>
                </c:pt>
                <c:pt idx="9000">
                  <c:v/>
                </c:pt>
                <c:pt idx="9001">
                  <c:v/>
                </c:pt>
                <c:pt idx="9002">
                  <c:v/>
                </c:pt>
                <c:pt idx="9003">
                  <c:v/>
                </c:pt>
                <c:pt idx="9004">
                  <c:v/>
                </c:pt>
                <c:pt idx="9005">
                  <c:v/>
                </c:pt>
                <c:pt idx="9006">
                  <c:v/>
                </c:pt>
                <c:pt idx="9007">
                  <c:v/>
                </c:pt>
                <c:pt idx="9008">
                  <c:v/>
                </c:pt>
                <c:pt idx="9009">
                  <c:v/>
                </c:pt>
                <c:pt idx="9010">
                  <c:v/>
                </c:pt>
                <c:pt idx="9011">
                  <c:v/>
                </c:pt>
                <c:pt idx="9012">
                  <c:v/>
                </c:pt>
                <c:pt idx="9013">
                  <c:v/>
                </c:pt>
                <c:pt idx="9014">
                  <c:v/>
                </c:pt>
                <c:pt idx="9015">
                  <c:v/>
                </c:pt>
                <c:pt idx="9016">
                  <c:v/>
                </c:pt>
                <c:pt idx="9017">
                  <c:v/>
                </c:pt>
                <c:pt idx="9018">
                  <c:v/>
                </c:pt>
                <c:pt idx="9019">
                  <c:v/>
                </c:pt>
                <c:pt idx="9020">
                  <c:v/>
                </c:pt>
                <c:pt idx="9021">
                  <c:v/>
                </c:pt>
                <c:pt idx="9022">
                  <c:v/>
                </c:pt>
                <c:pt idx="9023">
                  <c:v/>
                </c:pt>
                <c:pt idx="9024">
                  <c:v/>
                </c:pt>
                <c:pt idx="9025">
                  <c:v/>
                </c:pt>
                <c:pt idx="9026">
                  <c:v/>
                </c:pt>
                <c:pt idx="9027">
                  <c:v/>
                </c:pt>
                <c:pt idx="9028">
                  <c:v/>
                </c:pt>
                <c:pt idx="9029">
                  <c:v/>
                </c:pt>
                <c:pt idx="9030">
                  <c:v/>
                </c:pt>
                <c:pt idx="9031">
                  <c:v/>
                </c:pt>
                <c:pt idx="9032">
                  <c:v/>
                </c:pt>
                <c:pt idx="9033">
                  <c:v/>
                </c:pt>
                <c:pt idx="9034">
                  <c:v/>
                </c:pt>
                <c:pt idx="9035">
                  <c:v/>
                </c:pt>
                <c:pt idx="9036">
                  <c:v/>
                </c:pt>
                <c:pt idx="9037">
                  <c:v/>
                </c:pt>
                <c:pt idx="9038">
                  <c:v/>
                </c:pt>
                <c:pt idx="9039">
                  <c:v/>
                </c:pt>
                <c:pt idx="9040">
                  <c:v/>
                </c:pt>
                <c:pt idx="9041">
                  <c:v/>
                </c:pt>
                <c:pt idx="9042">
                  <c:v/>
                </c:pt>
                <c:pt idx="9043">
                  <c:v/>
                </c:pt>
                <c:pt idx="9044">
                  <c:v/>
                </c:pt>
                <c:pt idx="9045">
                  <c:v/>
                </c:pt>
                <c:pt idx="9046">
                  <c:v/>
                </c:pt>
                <c:pt idx="9047">
                  <c:v/>
                </c:pt>
                <c:pt idx="9048">
                  <c:v/>
                </c:pt>
                <c:pt idx="9049">
                  <c:v/>
                </c:pt>
                <c:pt idx="9050">
                  <c:v/>
                </c:pt>
                <c:pt idx="9051">
                  <c:v/>
                </c:pt>
                <c:pt idx="9052">
                  <c:v/>
                </c:pt>
                <c:pt idx="9053">
                  <c:v/>
                </c:pt>
                <c:pt idx="9054">
                  <c:v/>
                </c:pt>
                <c:pt idx="9055">
                  <c:v/>
                </c:pt>
                <c:pt idx="9056">
                  <c:v/>
                </c:pt>
                <c:pt idx="9057">
                  <c:v/>
                </c:pt>
                <c:pt idx="9058">
                  <c:v/>
                </c:pt>
                <c:pt idx="9059">
                  <c:v/>
                </c:pt>
                <c:pt idx="9060">
                  <c:v/>
                </c:pt>
                <c:pt idx="9061">
                  <c:v/>
                </c:pt>
                <c:pt idx="9062">
                  <c:v/>
                </c:pt>
                <c:pt idx="9063">
                  <c:v/>
                </c:pt>
                <c:pt idx="9064">
                  <c:v/>
                </c:pt>
                <c:pt idx="9065">
                  <c:v/>
                </c:pt>
                <c:pt idx="9066">
                  <c:v/>
                </c:pt>
                <c:pt idx="9067">
                  <c:v/>
                </c:pt>
                <c:pt idx="9068">
                  <c:v/>
                </c:pt>
                <c:pt idx="9069">
                  <c:v/>
                </c:pt>
                <c:pt idx="9070">
                  <c:v/>
                </c:pt>
                <c:pt idx="9071">
                  <c:v/>
                </c:pt>
                <c:pt idx="9072">
                  <c:v/>
                </c:pt>
                <c:pt idx="9073">
                  <c:v/>
                </c:pt>
                <c:pt idx="9074">
                  <c:v/>
                </c:pt>
                <c:pt idx="9075">
                  <c:v/>
                </c:pt>
                <c:pt idx="9076">
                  <c:v/>
                </c:pt>
                <c:pt idx="9077">
                  <c:v/>
                </c:pt>
                <c:pt idx="9078">
                  <c:v/>
                </c:pt>
                <c:pt idx="9079">
                  <c:v/>
                </c:pt>
                <c:pt idx="9080">
                  <c:v/>
                </c:pt>
                <c:pt idx="9081">
                  <c:v/>
                </c:pt>
                <c:pt idx="9082">
                  <c:v/>
                </c:pt>
                <c:pt idx="9083">
                  <c:v/>
                </c:pt>
                <c:pt idx="9084">
                  <c:v/>
                </c:pt>
                <c:pt idx="9085">
                  <c:v/>
                </c:pt>
                <c:pt idx="9086">
                  <c:v/>
                </c:pt>
                <c:pt idx="9087">
                  <c:v/>
                </c:pt>
                <c:pt idx="9088">
                  <c:v/>
                </c:pt>
                <c:pt idx="9089">
                  <c:v/>
                </c:pt>
                <c:pt idx="9090">
                  <c:v/>
                </c:pt>
                <c:pt idx="9091">
                  <c:v/>
                </c:pt>
                <c:pt idx="9092">
                  <c:v/>
                </c:pt>
                <c:pt idx="9093">
                  <c:v/>
                </c:pt>
                <c:pt idx="9094">
                  <c:v/>
                </c:pt>
                <c:pt idx="9095">
                  <c:v/>
                </c:pt>
                <c:pt idx="9096">
                  <c:v/>
                </c:pt>
                <c:pt idx="9097">
                  <c:v/>
                </c:pt>
                <c:pt idx="9098">
                  <c:v/>
                </c:pt>
                <c:pt idx="9099">
                  <c:v/>
                </c:pt>
                <c:pt idx="9100">
                  <c:v/>
                </c:pt>
                <c:pt idx="9101">
                  <c:v/>
                </c:pt>
                <c:pt idx="9102">
                  <c:v/>
                </c:pt>
                <c:pt idx="9103">
                  <c:v/>
                </c:pt>
                <c:pt idx="9104">
                  <c:v/>
                </c:pt>
                <c:pt idx="9105">
                  <c:v/>
                </c:pt>
                <c:pt idx="9106">
                  <c:v/>
                </c:pt>
                <c:pt idx="9107">
                  <c:v/>
                </c:pt>
                <c:pt idx="9108">
                  <c:v/>
                </c:pt>
                <c:pt idx="9109">
                  <c:v/>
                </c:pt>
                <c:pt idx="9110">
                  <c:v/>
                </c:pt>
                <c:pt idx="9111">
                  <c:v/>
                </c:pt>
                <c:pt idx="9112">
                  <c:v/>
                </c:pt>
                <c:pt idx="9113">
                  <c:v/>
                </c:pt>
                <c:pt idx="9114">
                  <c:v/>
                </c:pt>
                <c:pt idx="9115">
                  <c:v/>
                </c:pt>
                <c:pt idx="9116">
                  <c:v/>
                </c:pt>
                <c:pt idx="9117">
                  <c:v/>
                </c:pt>
                <c:pt idx="9118">
                  <c:v/>
                </c:pt>
                <c:pt idx="9119">
                  <c:v/>
                </c:pt>
                <c:pt idx="9120">
                  <c:v/>
                </c:pt>
                <c:pt idx="9121">
                  <c:v/>
                </c:pt>
                <c:pt idx="9122">
                  <c:v/>
                </c:pt>
                <c:pt idx="9123">
                  <c:v/>
                </c:pt>
                <c:pt idx="9124">
                  <c:v/>
                </c:pt>
                <c:pt idx="9125">
                  <c:v/>
                </c:pt>
                <c:pt idx="9126">
                  <c:v/>
                </c:pt>
                <c:pt idx="9127">
                  <c:v/>
                </c:pt>
                <c:pt idx="9128">
                  <c:v/>
                </c:pt>
                <c:pt idx="9129">
                  <c:v/>
                </c:pt>
                <c:pt idx="9130">
                  <c:v/>
                </c:pt>
                <c:pt idx="9131">
                  <c:v/>
                </c:pt>
                <c:pt idx="9132">
                  <c:v/>
                </c:pt>
                <c:pt idx="9133">
                  <c:v/>
                </c:pt>
                <c:pt idx="9134">
                  <c:v/>
                </c:pt>
                <c:pt idx="9135">
                  <c:v/>
                </c:pt>
                <c:pt idx="9136">
                  <c:v/>
                </c:pt>
                <c:pt idx="9137">
                  <c:v/>
                </c:pt>
                <c:pt idx="9138">
                  <c:v/>
                </c:pt>
                <c:pt idx="9139">
                  <c:v/>
                </c:pt>
                <c:pt idx="9140">
                  <c:v/>
                </c:pt>
                <c:pt idx="9141">
                  <c:v/>
                </c:pt>
                <c:pt idx="9142">
                  <c:v/>
                </c:pt>
                <c:pt idx="9143">
                  <c:v/>
                </c:pt>
                <c:pt idx="9144">
                  <c:v/>
                </c:pt>
                <c:pt idx="9145">
                  <c:v/>
                </c:pt>
                <c:pt idx="9146">
                  <c:v/>
                </c:pt>
                <c:pt idx="9147">
                  <c:v/>
                </c:pt>
                <c:pt idx="9148">
                  <c:v/>
                </c:pt>
                <c:pt idx="9149">
                  <c:v/>
                </c:pt>
                <c:pt idx="9150">
                  <c:v/>
                </c:pt>
                <c:pt idx="9151">
                  <c:v/>
                </c:pt>
                <c:pt idx="9152">
                  <c:v/>
                </c:pt>
                <c:pt idx="9153">
                  <c:v/>
                </c:pt>
                <c:pt idx="9154">
                  <c:v/>
                </c:pt>
                <c:pt idx="9155">
                  <c:v/>
                </c:pt>
                <c:pt idx="9156">
                  <c:v/>
                </c:pt>
                <c:pt idx="9157">
                  <c:v/>
                </c:pt>
                <c:pt idx="9158">
                  <c:v/>
                </c:pt>
                <c:pt idx="9159">
                  <c:v/>
                </c:pt>
                <c:pt idx="9160">
                  <c:v/>
                </c:pt>
                <c:pt idx="9161">
                  <c:v/>
                </c:pt>
                <c:pt idx="9162">
                  <c:v/>
                </c:pt>
                <c:pt idx="9163">
                  <c:v/>
                </c:pt>
                <c:pt idx="9164">
                  <c:v/>
                </c:pt>
                <c:pt idx="9165">
                  <c:v/>
                </c:pt>
                <c:pt idx="9166">
                  <c:v/>
                </c:pt>
                <c:pt idx="9167">
                  <c:v/>
                </c:pt>
                <c:pt idx="9168">
                  <c:v/>
                </c:pt>
                <c:pt idx="9169">
                  <c:v/>
                </c:pt>
                <c:pt idx="9170">
                  <c:v/>
                </c:pt>
                <c:pt idx="9171">
                  <c:v/>
                </c:pt>
                <c:pt idx="9172">
                  <c:v/>
                </c:pt>
                <c:pt idx="9173">
                  <c:v/>
                </c:pt>
                <c:pt idx="9174">
                  <c:v/>
                </c:pt>
                <c:pt idx="9175">
                  <c:v/>
                </c:pt>
                <c:pt idx="9176">
                  <c:v/>
                </c:pt>
                <c:pt idx="9177">
                  <c:v/>
                </c:pt>
                <c:pt idx="9178">
                  <c:v/>
                </c:pt>
                <c:pt idx="9179">
                  <c:v/>
                </c:pt>
                <c:pt idx="9180">
                  <c:v/>
                </c:pt>
                <c:pt idx="9181">
                  <c:v/>
                </c:pt>
                <c:pt idx="9182">
                  <c:v/>
                </c:pt>
                <c:pt idx="9183">
                  <c:v/>
                </c:pt>
                <c:pt idx="9184">
                  <c:v/>
                </c:pt>
                <c:pt idx="9185">
                  <c:v/>
                </c:pt>
                <c:pt idx="9186">
                  <c:v/>
                </c:pt>
                <c:pt idx="9187">
                  <c:v/>
                </c:pt>
                <c:pt idx="9188">
                  <c:v/>
                </c:pt>
                <c:pt idx="9189">
                  <c:v/>
                </c:pt>
                <c:pt idx="9190">
                  <c:v/>
                </c:pt>
                <c:pt idx="9191">
                  <c:v/>
                </c:pt>
                <c:pt idx="9192">
                  <c:v/>
                </c:pt>
                <c:pt idx="9193">
                  <c:v/>
                </c:pt>
                <c:pt idx="9194">
                  <c:v/>
                </c:pt>
                <c:pt idx="9195">
                  <c:v/>
                </c:pt>
                <c:pt idx="9196">
                  <c:v/>
                </c:pt>
                <c:pt idx="9197">
                  <c:v/>
                </c:pt>
                <c:pt idx="9198">
                  <c:v/>
                </c:pt>
                <c:pt idx="9199">
                  <c:v/>
                </c:pt>
                <c:pt idx="9200">
                  <c:v/>
                </c:pt>
                <c:pt idx="9201">
                  <c:v/>
                </c:pt>
                <c:pt idx="9202">
                  <c:v/>
                </c:pt>
                <c:pt idx="9203">
                  <c:v/>
                </c:pt>
                <c:pt idx="9204">
                  <c:v/>
                </c:pt>
                <c:pt idx="9205">
                  <c:v/>
                </c:pt>
                <c:pt idx="9206">
                  <c:v/>
                </c:pt>
                <c:pt idx="9207">
                  <c:v/>
                </c:pt>
                <c:pt idx="9208">
                  <c:v/>
                </c:pt>
                <c:pt idx="9209">
                  <c:v/>
                </c:pt>
                <c:pt idx="9210">
                  <c:v/>
                </c:pt>
                <c:pt idx="9211">
                  <c:v/>
                </c:pt>
                <c:pt idx="9212">
                  <c:v/>
                </c:pt>
                <c:pt idx="9213">
                  <c:v/>
                </c:pt>
                <c:pt idx="9214">
                  <c:v/>
                </c:pt>
                <c:pt idx="9215">
                  <c:v/>
                </c:pt>
                <c:pt idx="9216">
                  <c:v/>
                </c:pt>
                <c:pt idx="9217">
                  <c:v/>
                </c:pt>
                <c:pt idx="9218">
                  <c:v/>
                </c:pt>
                <c:pt idx="9219">
                  <c:v/>
                </c:pt>
                <c:pt idx="9220">
                  <c:v/>
                </c:pt>
                <c:pt idx="9221">
                  <c:v/>
                </c:pt>
                <c:pt idx="9222">
                  <c:v/>
                </c:pt>
                <c:pt idx="9223">
                  <c:v/>
                </c:pt>
                <c:pt idx="9224">
                  <c:v/>
                </c:pt>
                <c:pt idx="9225">
                  <c:v/>
                </c:pt>
                <c:pt idx="9226">
                  <c:v/>
                </c:pt>
                <c:pt idx="9227">
                  <c:v/>
                </c:pt>
                <c:pt idx="9228">
                  <c:v/>
                </c:pt>
                <c:pt idx="9229">
                  <c:v/>
                </c:pt>
                <c:pt idx="9230">
                  <c:v/>
                </c:pt>
                <c:pt idx="9231">
                  <c:v/>
                </c:pt>
                <c:pt idx="9232">
                  <c:v/>
                </c:pt>
                <c:pt idx="9233">
                  <c:v/>
                </c:pt>
                <c:pt idx="9234">
                  <c:v/>
                </c:pt>
                <c:pt idx="9235">
                  <c:v/>
                </c:pt>
                <c:pt idx="9236">
                  <c:v/>
                </c:pt>
                <c:pt idx="9237">
                  <c:v/>
                </c:pt>
                <c:pt idx="9238">
                  <c:v/>
                </c:pt>
                <c:pt idx="9239">
                  <c:v/>
                </c:pt>
                <c:pt idx="9240">
                  <c:v/>
                </c:pt>
                <c:pt idx="9241">
                  <c:v/>
                </c:pt>
                <c:pt idx="9242">
                  <c:v/>
                </c:pt>
                <c:pt idx="9243">
                  <c:v/>
                </c:pt>
                <c:pt idx="9244">
                  <c:v/>
                </c:pt>
                <c:pt idx="9245">
                  <c:v/>
                </c:pt>
                <c:pt idx="9246">
                  <c:v/>
                </c:pt>
                <c:pt idx="9247">
                  <c:v/>
                </c:pt>
                <c:pt idx="9248">
                  <c:v/>
                </c:pt>
                <c:pt idx="9249">
                  <c:v/>
                </c:pt>
                <c:pt idx="9250">
                  <c:v/>
                </c:pt>
                <c:pt idx="9251">
                  <c:v/>
                </c:pt>
                <c:pt idx="9252">
                  <c:v/>
                </c:pt>
                <c:pt idx="9253">
                  <c:v/>
                </c:pt>
                <c:pt idx="9254">
                  <c:v/>
                </c:pt>
                <c:pt idx="9255">
                  <c:v/>
                </c:pt>
                <c:pt idx="9256">
                  <c:v/>
                </c:pt>
                <c:pt idx="9257">
                  <c:v/>
                </c:pt>
                <c:pt idx="9258">
                  <c:v/>
                </c:pt>
                <c:pt idx="9259">
                  <c:v/>
                </c:pt>
                <c:pt idx="9260">
                  <c:v/>
                </c:pt>
                <c:pt idx="9261">
                  <c:v/>
                </c:pt>
                <c:pt idx="9262">
                  <c:v/>
                </c:pt>
                <c:pt idx="9263">
                  <c:v/>
                </c:pt>
                <c:pt idx="9264">
                  <c:v/>
                </c:pt>
                <c:pt idx="9265">
                  <c:v/>
                </c:pt>
                <c:pt idx="9266">
                  <c:v/>
                </c:pt>
                <c:pt idx="9267">
                  <c:v/>
                </c:pt>
                <c:pt idx="9268">
                  <c:v/>
                </c:pt>
                <c:pt idx="9269">
                  <c:v/>
                </c:pt>
                <c:pt idx="9270">
                  <c:v/>
                </c:pt>
                <c:pt idx="9271">
                  <c:v/>
                </c:pt>
                <c:pt idx="9272">
                  <c:v/>
                </c:pt>
                <c:pt idx="9273">
                  <c:v/>
                </c:pt>
                <c:pt idx="9274">
                  <c:v/>
                </c:pt>
                <c:pt idx="9275">
                  <c:v/>
                </c:pt>
                <c:pt idx="9276">
                  <c:v/>
                </c:pt>
                <c:pt idx="9277">
                  <c:v/>
                </c:pt>
                <c:pt idx="9278">
                  <c:v/>
                </c:pt>
                <c:pt idx="9279">
                  <c:v/>
                </c:pt>
                <c:pt idx="9280">
                  <c:v/>
                </c:pt>
                <c:pt idx="9281">
                  <c:v/>
                </c:pt>
                <c:pt idx="9282">
                  <c:v/>
                </c:pt>
                <c:pt idx="9283">
                  <c:v/>
                </c:pt>
                <c:pt idx="9284">
                  <c:v/>
                </c:pt>
                <c:pt idx="9285">
                  <c:v/>
                </c:pt>
                <c:pt idx="9286">
                  <c:v/>
                </c:pt>
                <c:pt idx="9287">
                  <c:v/>
                </c:pt>
                <c:pt idx="9288">
                  <c:v/>
                </c:pt>
                <c:pt idx="9289">
                  <c:v/>
                </c:pt>
                <c:pt idx="9290">
                  <c:v/>
                </c:pt>
                <c:pt idx="9291">
                  <c:v/>
                </c:pt>
                <c:pt idx="9292">
                  <c:v/>
                </c:pt>
                <c:pt idx="9293">
                  <c:v/>
                </c:pt>
                <c:pt idx="9294">
                  <c:v/>
                </c:pt>
                <c:pt idx="9295">
                  <c:v/>
                </c:pt>
                <c:pt idx="9296">
                  <c:v/>
                </c:pt>
                <c:pt idx="9297">
                  <c:v/>
                </c:pt>
                <c:pt idx="9298">
                  <c:v/>
                </c:pt>
                <c:pt idx="9299">
                  <c:v/>
                </c:pt>
                <c:pt idx="9300">
                  <c:v/>
                </c:pt>
                <c:pt idx="9301">
                  <c:v/>
                </c:pt>
                <c:pt idx="9302">
                  <c:v/>
                </c:pt>
                <c:pt idx="9303">
                  <c:v/>
                </c:pt>
                <c:pt idx="9304">
                  <c:v/>
                </c:pt>
                <c:pt idx="9305">
                  <c:v/>
                </c:pt>
                <c:pt idx="9306">
                  <c:v/>
                </c:pt>
                <c:pt idx="9307">
                  <c:v/>
                </c:pt>
                <c:pt idx="9308">
                  <c:v/>
                </c:pt>
                <c:pt idx="9309">
                  <c:v/>
                </c:pt>
                <c:pt idx="9310">
                  <c:v/>
                </c:pt>
                <c:pt idx="9311">
                  <c:v/>
                </c:pt>
                <c:pt idx="9312">
                  <c:v/>
                </c:pt>
                <c:pt idx="9313">
                  <c:v/>
                </c:pt>
                <c:pt idx="9314">
                  <c:v/>
                </c:pt>
                <c:pt idx="9315">
                  <c:v/>
                </c:pt>
                <c:pt idx="9316">
                  <c:v/>
                </c:pt>
                <c:pt idx="9317">
                  <c:v/>
                </c:pt>
                <c:pt idx="9318">
                  <c:v/>
                </c:pt>
                <c:pt idx="9319">
                  <c:v/>
                </c:pt>
                <c:pt idx="9320">
                  <c:v/>
                </c:pt>
                <c:pt idx="9321">
                  <c:v/>
                </c:pt>
                <c:pt idx="9322">
                  <c:v/>
                </c:pt>
                <c:pt idx="9323">
                  <c:v/>
                </c:pt>
                <c:pt idx="9324">
                  <c:v/>
                </c:pt>
                <c:pt idx="9325">
                  <c:v/>
                </c:pt>
                <c:pt idx="9326">
                  <c:v/>
                </c:pt>
                <c:pt idx="9327">
                  <c:v/>
                </c:pt>
                <c:pt idx="9328">
                  <c:v/>
                </c:pt>
                <c:pt idx="9329">
                  <c:v/>
                </c:pt>
                <c:pt idx="9330">
                  <c:v/>
                </c:pt>
                <c:pt idx="9331">
                  <c:v/>
                </c:pt>
                <c:pt idx="9332">
                  <c:v/>
                </c:pt>
                <c:pt idx="9333">
                  <c:v/>
                </c:pt>
                <c:pt idx="9334">
                  <c:v/>
                </c:pt>
                <c:pt idx="9335">
                  <c:v/>
                </c:pt>
                <c:pt idx="9336">
                  <c:v/>
                </c:pt>
                <c:pt idx="9337">
                  <c:v/>
                </c:pt>
                <c:pt idx="9338">
                  <c:v/>
                </c:pt>
                <c:pt idx="9339">
                  <c:v/>
                </c:pt>
                <c:pt idx="9340">
                  <c:v/>
                </c:pt>
                <c:pt idx="9341">
                  <c:v/>
                </c:pt>
                <c:pt idx="9342">
                  <c:v/>
                </c:pt>
                <c:pt idx="9343">
                  <c:v/>
                </c:pt>
                <c:pt idx="9344">
                  <c:v/>
                </c:pt>
                <c:pt idx="9345">
                  <c:v/>
                </c:pt>
                <c:pt idx="9346">
                  <c:v/>
                </c:pt>
                <c:pt idx="9347">
                  <c:v/>
                </c:pt>
                <c:pt idx="9348">
                  <c:v/>
                </c:pt>
                <c:pt idx="9349">
                  <c:v/>
                </c:pt>
                <c:pt idx="9350">
                  <c:v/>
                </c:pt>
                <c:pt idx="9351">
                  <c:v/>
                </c:pt>
                <c:pt idx="9352">
                  <c:v/>
                </c:pt>
                <c:pt idx="9353">
                  <c:v/>
                </c:pt>
                <c:pt idx="9354">
                  <c:v/>
                </c:pt>
                <c:pt idx="9355">
                  <c:v/>
                </c:pt>
                <c:pt idx="9356">
                  <c:v/>
                </c:pt>
                <c:pt idx="9357">
                  <c:v/>
                </c:pt>
                <c:pt idx="9358">
                  <c:v/>
                </c:pt>
                <c:pt idx="9359">
                  <c:v/>
                </c:pt>
                <c:pt idx="9360">
                  <c:v/>
                </c:pt>
                <c:pt idx="9361">
                  <c:v/>
                </c:pt>
                <c:pt idx="9362">
                  <c:v/>
                </c:pt>
                <c:pt idx="9363">
                  <c:v/>
                </c:pt>
                <c:pt idx="9364">
                  <c:v/>
                </c:pt>
                <c:pt idx="9365">
                  <c:v/>
                </c:pt>
                <c:pt idx="9366">
                  <c:v/>
                </c:pt>
                <c:pt idx="9367">
                  <c:v/>
                </c:pt>
                <c:pt idx="9368">
                  <c:v/>
                </c:pt>
                <c:pt idx="9369">
                  <c:v/>
                </c:pt>
                <c:pt idx="9370">
                  <c:v/>
                </c:pt>
                <c:pt idx="9371">
                  <c:v/>
                </c:pt>
                <c:pt idx="9372">
                  <c:v/>
                </c:pt>
                <c:pt idx="9373">
                  <c:v/>
                </c:pt>
                <c:pt idx="9374">
                  <c:v/>
                </c:pt>
                <c:pt idx="9375">
                  <c:v/>
                </c:pt>
                <c:pt idx="9376">
                  <c:v/>
                </c:pt>
                <c:pt idx="9377">
                  <c:v/>
                </c:pt>
                <c:pt idx="9378">
                  <c:v/>
                </c:pt>
                <c:pt idx="9379">
                  <c:v/>
                </c:pt>
                <c:pt idx="9380">
                  <c:v/>
                </c:pt>
                <c:pt idx="9381">
                  <c:v/>
                </c:pt>
                <c:pt idx="9382">
                  <c:v/>
                </c:pt>
                <c:pt idx="9383">
                  <c:v/>
                </c:pt>
                <c:pt idx="9384">
                  <c:v/>
                </c:pt>
                <c:pt idx="9385">
                  <c:v/>
                </c:pt>
                <c:pt idx="9386">
                  <c:v/>
                </c:pt>
                <c:pt idx="9387">
                  <c:v/>
                </c:pt>
                <c:pt idx="9388">
                  <c:v/>
                </c:pt>
                <c:pt idx="9389">
                  <c:v/>
                </c:pt>
                <c:pt idx="9390">
                  <c:v/>
                </c:pt>
                <c:pt idx="9391">
                  <c:v/>
                </c:pt>
                <c:pt idx="9392">
                  <c:v/>
                </c:pt>
                <c:pt idx="9393">
                  <c:v/>
                </c:pt>
                <c:pt idx="9394">
                  <c:v/>
                </c:pt>
                <c:pt idx="9395">
                  <c:v/>
                </c:pt>
                <c:pt idx="9396">
                  <c:v/>
                </c:pt>
                <c:pt idx="9397">
                  <c:v/>
                </c:pt>
                <c:pt idx="9398">
                  <c:v/>
                </c:pt>
                <c:pt idx="9399">
                  <c:v/>
                </c:pt>
                <c:pt idx="9400">
                  <c:v/>
                </c:pt>
                <c:pt idx="9401">
                  <c:v/>
                </c:pt>
                <c:pt idx="9402">
                  <c:v/>
                </c:pt>
                <c:pt idx="9403">
                  <c:v/>
                </c:pt>
                <c:pt idx="9404">
                  <c:v/>
                </c:pt>
                <c:pt idx="9405">
                  <c:v/>
                </c:pt>
                <c:pt idx="9406">
                  <c:v/>
                </c:pt>
                <c:pt idx="9407">
                  <c:v/>
                </c:pt>
                <c:pt idx="9408">
                  <c:v/>
                </c:pt>
                <c:pt idx="9409">
                  <c:v/>
                </c:pt>
                <c:pt idx="9410">
                  <c:v/>
                </c:pt>
                <c:pt idx="9411">
                  <c:v/>
                </c:pt>
                <c:pt idx="9412">
                  <c:v/>
                </c:pt>
                <c:pt idx="9413">
                  <c:v/>
                </c:pt>
                <c:pt idx="9414">
                  <c:v/>
                </c:pt>
                <c:pt idx="9415">
                  <c:v/>
                </c:pt>
                <c:pt idx="9416">
                  <c:v/>
                </c:pt>
                <c:pt idx="9417">
                  <c:v/>
                </c:pt>
                <c:pt idx="9418">
                  <c:v/>
                </c:pt>
                <c:pt idx="9419">
                  <c:v/>
                </c:pt>
                <c:pt idx="9420">
                  <c:v/>
                </c:pt>
                <c:pt idx="9421">
                  <c:v/>
                </c:pt>
                <c:pt idx="9422">
                  <c:v/>
                </c:pt>
                <c:pt idx="9423">
                  <c:v/>
                </c:pt>
                <c:pt idx="9424">
                  <c:v/>
                </c:pt>
                <c:pt idx="9425">
                  <c:v/>
                </c:pt>
                <c:pt idx="9426">
                  <c:v/>
                </c:pt>
                <c:pt idx="9427">
                  <c:v/>
                </c:pt>
                <c:pt idx="9428">
                  <c:v/>
                </c:pt>
                <c:pt idx="9429">
                  <c:v/>
                </c:pt>
                <c:pt idx="9430">
                  <c:v/>
                </c:pt>
                <c:pt idx="9431">
                  <c:v/>
                </c:pt>
                <c:pt idx="9432">
                  <c:v/>
                </c:pt>
                <c:pt idx="9433">
                  <c:v/>
                </c:pt>
                <c:pt idx="9434">
                  <c:v/>
                </c:pt>
                <c:pt idx="9435">
                  <c:v/>
                </c:pt>
                <c:pt idx="9436">
                  <c:v/>
                </c:pt>
                <c:pt idx="9437">
                  <c:v/>
                </c:pt>
                <c:pt idx="9438">
                  <c:v/>
                </c:pt>
                <c:pt idx="9439">
                  <c:v/>
                </c:pt>
                <c:pt idx="9440">
                  <c:v/>
                </c:pt>
                <c:pt idx="9441">
                  <c:v/>
                </c:pt>
                <c:pt idx="9442">
                  <c:v/>
                </c:pt>
                <c:pt idx="9443">
                  <c:v/>
                </c:pt>
                <c:pt idx="9444">
                  <c:v/>
                </c:pt>
                <c:pt idx="9445">
                  <c:v/>
                </c:pt>
                <c:pt idx="9446">
                  <c:v/>
                </c:pt>
                <c:pt idx="9447">
                  <c:v/>
                </c:pt>
                <c:pt idx="9448">
                  <c:v/>
                </c:pt>
                <c:pt idx="9449">
                  <c:v/>
                </c:pt>
                <c:pt idx="9450">
                  <c:v/>
                </c:pt>
                <c:pt idx="9451">
                  <c:v/>
                </c:pt>
                <c:pt idx="9452">
                  <c:v/>
                </c:pt>
                <c:pt idx="9453">
                  <c:v/>
                </c:pt>
                <c:pt idx="9454">
                  <c:v/>
                </c:pt>
                <c:pt idx="9455">
                  <c:v/>
                </c:pt>
                <c:pt idx="9456">
                  <c:v/>
                </c:pt>
                <c:pt idx="9457">
                  <c:v/>
                </c:pt>
                <c:pt idx="9458">
                  <c:v/>
                </c:pt>
                <c:pt idx="9459">
                  <c:v/>
                </c:pt>
                <c:pt idx="9460">
                  <c:v/>
                </c:pt>
                <c:pt idx="9461">
                  <c:v/>
                </c:pt>
                <c:pt idx="9462">
                  <c:v/>
                </c:pt>
                <c:pt idx="9463">
                  <c:v/>
                </c:pt>
                <c:pt idx="9464">
                  <c:v/>
                </c:pt>
                <c:pt idx="9465">
                  <c:v/>
                </c:pt>
                <c:pt idx="9466">
                  <c:v/>
                </c:pt>
                <c:pt idx="9467">
                  <c:v/>
                </c:pt>
                <c:pt idx="9468">
                  <c:v/>
                </c:pt>
                <c:pt idx="9469">
                  <c:v/>
                </c:pt>
                <c:pt idx="9470">
                  <c:v/>
                </c:pt>
                <c:pt idx="9471">
                  <c:v/>
                </c:pt>
                <c:pt idx="9472">
                  <c:v/>
                </c:pt>
                <c:pt idx="9473">
                  <c:v/>
                </c:pt>
                <c:pt idx="9474">
                  <c:v/>
                </c:pt>
                <c:pt idx="9475">
                  <c:v/>
                </c:pt>
                <c:pt idx="9476">
                  <c:v/>
                </c:pt>
                <c:pt idx="9477">
                  <c:v/>
                </c:pt>
                <c:pt idx="9478">
                  <c:v/>
                </c:pt>
                <c:pt idx="9479">
                  <c:v/>
                </c:pt>
                <c:pt idx="9480">
                  <c:v/>
                </c:pt>
                <c:pt idx="9481">
                  <c:v/>
                </c:pt>
                <c:pt idx="9482">
                  <c:v/>
                </c:pt>
                <c:pt idx="9483">
                  <c:v/>
                </c:pt>
                <c:pt idx="9484">
                  <c:v/>
                </c:pt>
                <c:pt idx="9485">
                  <c:v/>
                </c:pt>
                <c:pt idx="9486">
                  <c:v/>
                </c:pt>
                <c:pt idx="9487">
                  <c:v/>
                </c:pt>
                <c:pt idx="9488">
                  <c:v/>
                </c:pt>
                <c:pt idx="9489">
                  <c:v/>
                </c:pt>
                <c:pt idx="9490">
                  <c:v/>
                </c:pt>
                <c:pt idx="9491">
                  <c:v/>
                </c:pt>
                <c:pt idx="9492">
                  <c:v/>
                </c:pt>
                <c:pt idx="9493">
                  <c:v/>
                </c:pt>
                <c:pt idx="9494">
                  <c:v/>
                </c:pt>
                <c:pt idx="9495">
                  <c:v/>
                </c:pt>
                <c:pt idx="9496">
                  <c:v/>
                </c:pt>
                <c:pt idx="9497">
                  <c:v/>
                </c:pt>
                <c:pt idx="9498">
                  <c:v/>
                </c:pt>
                <c:pt idx="9499">
                  <c:v/>
                </c:pt>
                <c:pt idx="9500">
                  <c:v/>
                </c:pt>
                <c:pt idx="9501">
                  <c:v/>
                </c:pt>
                <c:pt idx="9502">
                  <c:v/>
                </c:pt>
                <c:pt idx="9503">
                  <c:v/>
                </c:pt>
                <c:pt idx="9504">
                  <c:v/>
                </c:pt>
                <c:pt idx="9505">
                  <c:v/>
                </c:pt>
                <c:pt idx="9506">
                  <c:v/>
                </c:pt>
                <c:pt idx="9507">
                  <c:v/>
                </c:pt>
                <c:pt idx="9508">
                  <c:v/>
                </c:pt>
                <c:pt idx="9509">
                  <c:v/>
                </c:pt>
                <c:pt idx="9510">
                  <c:v/>
                </c:pt>
                <c:pt idx="9511">
                  <c:v/>
                </c:pt>
                <c:pt idx="9512">
                  <c:v/>
                </c:pt>
                <c:pt idx="9513">
                  <c:v/>
                </c:pt>
                <c:pt idx="9514">
                  <c:v/>
                </c:pt>
                <c:pt idx="9515">
                  <c:v/>
                </c:pt>
                <c:pt idx="9516">
                  <c:v/>
                </c:pt>
                <c:pt idx="9517">
                  <c:v/>
                </c:pt>
                <c:pt idx="9518">
                  <c:v/>
                </c:pt>
                <c:pt idx="9519">
                  <c:v/>
                </c:pt>
                <c:pt idx="9520">
                  <c:v/>
                </c:pt>
                <c:pt idx="9521">
                  <c:v/>
                </c:pt>
                <c:pt idx="9522">
                  <c:v/>
                </c:pt>
                <c:pt idx="9523">
                  <c:v/>
                </c:pt>
                <c:pt idx="9524">
                  <c:v/>
                </c:pt>
                <c:pt idx="9525">
                  <c:v/>
                </c:pt>
                <c:pt idx="9526">
                  <c:v/>
                </c:pt>
                <c:pt idx="9527">
                  <c:v/>
                </c:pt>
                <c:pt idx="9528">
                  <c:v/>
                </c:pt>
                <c:pt idx="9529">
                  <c:v/>
                </c:pt>
                <c:pt idx="9530">
                  <c:v/>
                </c:pt>
                <c:pt idx="9531">
                  <c:v/>
                </c:pt>
                <c:pt idx="9532">
                  <c:v/>
                </c:pt>
                <c:pt idx="9533">
                  <c:v/>
                </c:pt>
                <c:pt idx="9534">
                  <c:v/>
                </c:pt>
                <c:pt idx="9535">
                  <c:v/>
                </c:pt>
                <c:pt idx="9536">
                  <c:v/>
                </c:pt>
                <c:pt idx="9537">
                  <c:v/>
                </c:pt>
                <c:pt idx="9538">
                  <c:v/>
                </c:pt>
                <c:pt idx="9539">
                  <c:v/>
                </c:pt>
                <c:pt idx="9540">
                  <c:v/>
                </c:pt>
                <c:pt idx="9541">
                  <c:v/>
                </c:pt>
                <c:pt idx="9542">
                  <c:v/>
                </c:pt>
                <c:pt idx="9543">
                  <c:v/>
                </c:pt>
                <c:pt idx="9544">
                  <c:v/>
                </c:pt>
                <c:pt idx="9545">
                  <c:v/>
                </c:pt>
                <c:pt idx="9546">
                  <c:v/>
                </c:pt>
                <c:pt idx="9547">
                  <c:v/>
                </c:pt>
                <c:pt idx="9548">
                  <c:v/>
                </c:pt>
                <c:pt idx="9549">
                  <c:v/>
                </c:pt>
                <c:pt idx="9550">
                  <c:v/>
                </c:pt>
                <c:pt idx="9551">
                  <c:v/>
                </c:pt>
                <c:pt idx="9552">
                  <c:v/>
                </c:pt>
                <c:pt idx="9553">
                  <c:v/>
                </c:pt>
                <c:pt idx="9554">
                  <c:v/>
                </c:pt>
                <c:pt idx="9555">
                  <c:v/>
                </c:pt>
                <c:pt idx="9556">
                  <c:v/>
                </c:pt>
                <c:pt idx="9557">
                  <c:v/>
                </c:pt>
                <c:pt idx="9558">
                  <c:v/>
                </c:pt>
                <c:pt idx="9559">
                  <c:v/>
                </c:pt>
                <c:pt idx="9560">
                  <c:v/>
                </c:pt>
                <c:pt idx="9561">
                  <c:v/>
                </c:pt>
                <c:pt idx="9562">
                  <c:v/>
                </c:pt>
                <c:pt idx="9563">
                  <c:v/>
                </c:pt>
                <c:pt idx="9564">
                  <c:v/>
                </c:pt>
                <c:pt idx="9565">
                  <c:v/>
                </c:pt>
                <c:pt idx="9566">
                  <c:v/>
                </c:pt>
                <c:pt idx="9567">
                  <c:v/>
                </c:pt>
                <c:pt idx="9568">
                  <c:v/>
                </c:pt>
                <c:pt idx="9569">
                  <c:v/>
                </c:pt>
                <c:pt idx="9570">
                  <c:v/>
                </c:pt>
                <c:pt idx="9571">
                  <c:v/>
                </c:pt>
                <c:pt idx="9572">
                  <c:v/>
                </c:pt>
                <c:pt idx="9573">
                  <c:v/>
                </c:pt>
                <c:pt idx="9574">
                  <c:v/>
                </c:pt>
                <c:pt idx="9575">
                  <c:v/>
                </c:pt>
                <c:pt idx="9576">
                  <c:v/>
                </c:pt>
                <c:pt idx="9577">
                  <c:v/>
                </c:pt>
                <c:pt idx="9578">
                  <c:v/>
                </c:pt>
                <c:pt idx="9579">
                  <c:v/>
                </c:pt>
                <c:pt idx="9580">
                  <c:v/>
                </c:pt>
                <c:pt idx="9581">
                  <c:v/>
                </c:pt>
                <c:pt idx="9582">
                  <c:v/>
                </c:pt>
                <c:pt idx="9583">
                  <c:v/>
                </c:pt>
                <c:pt idx="9584">
                  <c:v/>
                </c:pt>
                <c:pt idx="9585">
                  <c:v/>
                </c:pt>
                <c:pt idx="9586">
                  <c:v/>
                </c:pt>
                <c:pt idx="9587">
                  <c:v/>
                </c:pt>
                <c:pt idx="9588">
                  <c:v/>
                </c:pt>
                <c:pt idx="9589">
                  <c:v/>
                </c:pt>
                <c:pt idx="9590">
                  <c:v/>
                </c:pt>
                <c:pt idx="9591">
                  <c:v/>
                </c:pt>
                <c:pt idx="9592">
                  <c:v/>
                </c:pt>
                <c:pt idx="9593">
                  <c:v/>
                </c:pt>
                <c:pt idx="9594">
                  <c:v/>
                </c:pt>
                <c:pt idx="9595">
                  <c:v/>
                </c:pt>
                <c:pt idx="9596">
                  <c:v/>
                </c:pt>
                <c:pt idx="9597">
                  <c:v/>
                </c:pt>
                <c:pt idx="9598">
                  <c:v/>
                </c:pt>
                <c:pt idx="9599">
                  <c:v/>
                </c:pt>
                <c:pt idx="9600">
                  <c:v/>
                </c:pt>
                <c:pt idx="9601">
                  <c:v/>
                </c:pt>
                <c:pt idx="9602">
                  <c:v/>
                </c:pt>
                <c:pt idx="9603">
                  <c:v/>
                </c:pt>
                <c:pt idx="9604">
                  <c:v/>
                </c:pt>
                <c:pt idx="9605">
                  <c:v/>
                </c:pt>
                <c:pt idx="9606">
                  <c:v/>
                </c:pt>
                <c:pt idx="9607">
                  <c:v/>
                </c:pt>
                <c:pt idx="9608">
                  <c:v/>
                </c:pt>
                <c:pt idx="9609">
                  <c:v/>
                </c:pt>
                <c:pt idx="9610">
                  <c:v/>
                </c:pt>
                <c:pt idx="9611">
                  <c:v/>
                </c:pt>
                <c:pt idx="9612">
                  <c:v/>
                </c:pt>
                <c:pt idx="9613">
                  <c:v/>
                </c:pt>
                <c:pt idx="9614">
                  <c:v/>
                </c:pt>
                <c:pt idx="9615">
                  <c:v/>
                </c:pt>
                <c:pt idx="9616">
                  <c:v/>
                </c:pt>
                <c:pt idx="9617">
                  <c:v/>
                </c:pt>
                <c:pt idx="9618">
                  <c:v/>
                </c:pt>
                <c:pt idx="9619">
                  <c:v/>
                </c:pt>
                <c:pt idx="9620">
                  <c:v/>
                </c:pt>
                <c:pt idx="9621">
                  <c:v/>
                </c:pt>
                <c:pt idx="9622">
                  <c:v/>
                </c:pt>
                <c:pt idx="9623">
                  <c:v/>
                </c:pt>
                <c:pt idx="9624">
                  <c:v/>
                </c:pt>
                <c:pt idx="9625">
                  <c:v/>
                </c:pt>
                <c:pt idx="9626">
                  <c:v/>
                </c:pt>
                <c:pt idx="9627">
                  <c:v/>
                </c:pt>
                <c:pt idx="9628">
                  <c:v/>
                </c:pt>
                <c:pt idx="9629">
                  <c:v/>
                </c:pt>
                <c:pt idx="9630">
                  <c:v/>
                </c:pt>
                <c:pt idx="9631">
                  <c:v/>
                </c:pt>
                <c:pt idx="9632">
                  <c:v/>
                </c:pt>
                <c:pt idx="9633">
                  <c:v/>
                </c:pt>
                <c:pt idx="9634">
                  <c:v/>
                </c:pt>
                <c:pt idx="9635">
                  <c:v/>
                </c:pt>
                <c:pt idx="9636">
                  <c:v/>
                </c:pt>
                <c:pt idx="9637">
                  <c:v/>
                </c:pt>
                <c:pt idx="9638">
                  <c:v/>
                </c:pt>
                <c:pt idx="9639">
                  <c:v/>
                </c:pt>
                <c:pt idx="9640">
                  <c:v/>
                </c:pt>
                <c:pt idx="9641">
                  <c:v/>
                </c:pt>
                <c:pt idx="9642">
                  <c:v/>
                </c:pt>
                <c:pt idx="9643">
                  <c:v/>
                </c:pt>
                <c:pt idx="9644">
                  <c:v/>
                </c:pt>
                <c:pt idx="9645">
                  <c:v/>
                </c:pt>
                <c:pt idx="9646">
                  <c:v/>
                </c:pt>
                <c:pt idx="9647">
                  <c:v/>
                </c:pt>
                <c:pt idx="9648">
                  <c:v/>
                </c:pt>
                <c:pt idx="9649">
                  <c:v/>
                </c:pt>
                <c:pt idx="9650">
                  <c:v/>
                </c:pt>
                <c:pt idx="9651">
                  <c:v/>
                </c:pt>
                <c:pt idx="9652">
                  <c:v/>
                </c:pt>
                <c:pt idx="9653">
                  <c:v/>
                </c:pt>
                <c:pt idx="9654">
                  <c:v/>
                </c:pt>
                <c:pt idx="9655">
                  <c:v/>
                </c:pt>
                <c:pt idx="9656">
                  <c:v/>
                </c:pt>
                <c:pt idx="9657">
                  <c:v/>
                </c:pt>
                <c:pt idx="9658">
                  <c:v/>
                </c:pt>
                <c:pt idx="9659">
                  <c:v/>
                </c:pt>
                <c:pt idx="9660">
                  <c:v/>
                </c:pt>
                <c:pt idx="9661">
                  <c:v/>
                </c:pt>
                <c:pt idx="9662">
                  <c:v/>
                </c:pt>
                <c:pt idx="9663">
                  <c:v/>
                </c:pt>
                <c:pt idx="9664">
                  <c:v/>
                </c:pt>
                <c:pt idx="9665">
                  <c:v/>
                </c:pt>
                <c:pt idx="9666">
                  <c:v/>
                </c:pt>
                <c:pt idx="9667">
                  <c:v/>
                </c:pt>
                <c:pt idx="9668">
                  <c:v/>
                </c:pt>
                <c:pt idx="9669">
                  <c:v/>
                </c:pt>
                <c:pt idx="9670">
                  <c:v/>
                </c:pt>
                <c:pt idx="9671">
                  <c:v/>
                </c:pt>
                <c:pt idx="9672">
                  <c:v/>
                </c:pt>
                <c:pt idx="9673">
                  <c:v/>
                </c:pt>
                <c:pt idx="9674">
                  <c:v/>
                </c:pt>
                <c:pt idx="9675">
                  <c:v/>
                </c:pt>
                <c:pt idx="9676">
                  <c:v/>
                </c:pt>
                <c:pt idx="9677">
                  <c:v/>
                </c:pt>
                <c:pt idx="9678">
                  <c:v/>
                </c:pt>
                <c:pt idx="9679">
                  <c:v/>
                </c:pt>
                <c:pt idx="9680">
                  <c:v/>
                </c:pt>
                <c:pt idx="9681">
                  <c:v/>
                </c:pt>
                <c:pt idx="9682">
                  <c:v/>
                </c:pt>
                <c:pt idx="9683">
                  <c:v/>
                </c:pt>
                <c:pt idx="9684">
                  <c:v/>
                </c:pt>
                <c:pt idx="9685">
                  <c:v/>
                </c:pt>
                <c:pt idx="9686">
                  <c:v/>
                </c:pt>
                <c:pt idx="9687">
                  <c:v/>
                </c:pt>
                <c:pt idx="9688">
                  <c:v/>
                </c:pt>
                <c:pt idx="9689">
                  <c:v/>
                </c:pt>
                <c:pt idx="9690">
                  <c:v/>
                </c:pt>
                <c:pt idx="9691">
                  <c:v/>
                </c:pt>
                <c:pt idx="9692">
                  <c:v/>
                </c:pt>
                <c:pt idx="9693">
                  <c:v/>
                </c:pt>
                <c:pt idx="9694">
                  <c:v/>
                </c:pt>
                <c:pt idx="9695">
                  <c:v/>
                </c:pt>
                <c:pt idx="9696">
                  <c:v/>
                </c:pt>
                <c:pt idx="9697">
                  <c:v/>
                </c:pt>
                <c:pt idx="9698">
                  <c:v/>
                </c:pt>
                <c:pt idx="9699">
                  <c:v/>
                </c:pt>
                <c:pt idx="9700">
                  <c:v/>
                </c:pt>
                <c:pt idx="9701">
                  <c:v/>
                </c:pt>
                <c:pt idx="9702">
                  <c:v/>
                </c:pt>
                <c:pt idx="9703">
                  <c:v/>
                </c:pt>
                <c:pt idx="9704">
                  <c:v/>
                </c:pt>
                <c:pt idx="9705">
                  <c:v/>
                </c:pt>
                <c:pt idx="9706">
                  <c:v/>
                </c:pt>
                <c:pt idx="9707">
                  <c:v/>
                </c:pt>
                <c:pt idx="9708">
                  <c:v/>
                </c:pt>
                <c:pt idx="9709">
                  <c:v/>
                </c:pt>
                <c:pt idx="9710">
                  <c:v/>
                </c:pt>
                <c:pt idx="9711">
                  <c:v/>
                </c:pt>
                <c:pt idx="9712">
                  <c:v/>
                </c:pt>
                <c:pt idx="9713">
                  <c:v/>
                </c:pt>
                <c:pt idx="9714">
                  <c:v/>
                </c:pt>
                <c:pt idx="9715">
                  <c:v/>
                </c:pt>
                <c:pt idx="9716">
                  <c:v/>
                </c:pt>
                <c:pt idx="9717">
                  <c:v/>
                </c:pt>
                <c:pt idx="9718">
                  <c:v/>
                </c:pt>
                <c:pt idx="9719">
                  <c:v/>
                </c:pt>
                <c:pt idx="9720">
                  <c:v/>
                </c:pt>
                <c:pt idx="9721">
                  <c:v/>
                </c:pt>
                <c:pt idx="9722">
                  <c:v/>
                </c:pt>
                <c:pt idx="9723">
                  <c:v/>
                </c:pt>
                <c:pt idx="9724">
                  <c:v/>
                </c:pt>
                <c:pt idx="9725">
                  <c:v/>
                </c:pt>
                <c:pt idx="9726">
                  <c:v/>
                </c:pt>
                <c:pt idx="9727">
                  <c:v/>
                </c:pt>
                <c:pt idx="9728">
                  <c:v/>
                </c:pt>
                <c:pt idx="9729">
                  <c:v/>
                </c:pt>
                <c:pt idx="9730">
                  <c:v/>
                </c:pt>
                <c:pt idx="9731">
                  <c:v/>
                </c:pt>
                <c:pt idx="9732">
                  <c:v/>
                </c:pt>
                <c:pt idx="9733">
                  <c:v/>
                </c:pt>
                <c:pt idx="9734">
                  <c:v/>
                </c:pt>
                <c:pt idx="9735">
                  <c:v/>
                </c:pt>
                <c:pt idx="9736">
                  <c:v/>
                </c:pt>
                <c:pt idx="9737">
                  <c:v/>
                </c:pt>
                <c:pt idx="9738">
                  <c:v/>
                </c:pt>
                <c:pt idx="9739">
                  <c:v/>
                </c:pt>
                <c:pt idx="9740">
                  <c:v/>
                </c:pt>
                <c:pt idx="9741">
                  <c:v/>
                </c:pt>
                <c:pt idx="9742">
                  <c:v/>
                </c:pt>
                <c:pt idx="9743">
                  <c:v/>
                </c:pt>
                <c:pt idx="9744">
                  <c:v/>
                </c:pt>
                <c:pt idx="9745">
                  <c:v/>
                </c:pt>
                <c:pt idx="9746">
                  <c:v/>
                </c:pt>
                <c:pt idx="9747">
                  <c:v/>
                </c:pt>
                <c:pt idx="9748">
                  <c:v/>
                </c:pt>
                <c:pt idx="9749">
                  <c:v/>
                </c:pt>
                <c:pt idx="9750">
                  <c:v/>
                </c:pt>
                <c:pt idx="9751">
                  <c:v/>
                </c:pt>
                <c:pt idx="9752">
                  <c:v/>
                </c:pt>
                <c:pt idx="9753">
                  <c:v/>
                </c:pt>
                <c:pt idx="9754">
                  <c:v/>
                </c:pt>
                <c:pt idx="9755">
                  <c:v/>
                </c:pt>
                <c:pt idx="9756">
                  <c:v/>
                </c:pt>
                <c:pt idx="9757">
                  <c:v/>
                </c:pt>
                <c:pt idx="9758">
                  <c:v/>
                </c:pt>
                <c:pt idx="9759">
                  <c:v/>
                </c:pt>
                <c:pt idx="9760">
                  <c:v/>
                </c:pt>
                <c:pt idx="9761">
                  <c:v/>
                </c:pt>
                <c:pt idx="9762">
                  <c:v/>
                </c:pt>
                <c:pt idx="9763">
                  <c:v/>
                </c:pt>
                <c:pt idx="9764">
                  <c:v/>
                </c:pt>
                <c:pt idx="9765">
                  <c:v/>
                </c:pt>
                <c:pt idx="9766">
                  <c:v/>
                </c:pt>
                <c:pt idx="9767">
                  <c:v/>
                </c:pt>
                <c:pt idx="9768">
                  <c:v/>
                </c:pt>
                <c:pt idx="9769">
                  <c:v/>
                </c:pt>
                <c:pt idx="9770">
                  <c:v/>
                </c:pt>
                <c:pt idx="9771">
                  <c:v/>
                </c:pt>
                <c:pt idx="9772">
                  <c:v/>
                </c:pt>
                <c:pt idx="9773">
                  <c:v/>
                </c:pt>
                <c:pt idx="9774">
                  <c:v/>
                </c:pt>
                <c:pt idx="9775">
                  <c:v/>
                </c:pt>
                <c:pt idx="9776">
                  <c:v/>
                </c:pt>
                <c:pt idx="9777">
                  <c:v/>
                </c:pt>
                <c:pt idx="9778">
                  <c:v/>
                </c:pt>
                <c:pt idx="9779">
                  <c:v/>
                </c:pt>
                <c:pt idx="9780">
                  <c:v/>
                </c:pt>
                <c:pt idx="9781">
                  <c:v/>
                </c:pt>
                <c:pt idx="9782">
                  <c:v/>
                </c:pt>
                <c:pt idx="9783">
                  <c:v/>
                </c:pt>
                <c:pt idx="9784">
                  <c:v/>
                </c:pt>
                <c:pt idx="9785">
                  <c:v/>
                </c:pt>
                <c:pt idx="9786">
                  <c:v/>
                </c:pt>
                <c:pt idx="9787">
                  <c:v/>
                </c:pt>
                <c:pt idx="9788">
                  <c:v/>
                </c:pt>
                <c:pt idx="9789">
                  <c:v/>
                </c:pt>
                <c:pt idx="9790">
                  <c:v/>
                </c:pt>
                <c:pt idx="9791">
                  <c:v/>
                </c:pt>
                <c:pt idx="9792">
                  <c:v/>
                </c:pt>
                <c:pt idx="9793">
                  <c:v/>
                </c:pt>
                <c:pt idx="9794">
                  <c:v/>
                </c:pt>
                <c:pt idx="9795">
                  <c:v/>
                </c:pt>
                <c:pt idx="9796">
                  <c:v/>
                </c:pt>
                <c:pt idx="9797">
                  <c:v/>
                </c:pt>
                <c:pt idx="9798">
                  <c:v/>
                </c:pt>
                <c:pt idx="9799">
                  <c:v/>
                </c:pt>
                <c:pt idx="9800">
                  <c:v/>
                </c:pt>
                <c:pt idx="9801">
                  <c:v/>
                </c:pt>
                <c:pt idx="9802">
                  <c:v/>
                </c:pt>
                <c:pt idx="9803">
                  <c:v/>
                </c:pt>
                <c:pt idx="9804">
                  <c:v/>
                </c:pt>
                <c:pt idx="9805">
                  <c:v/>
                </c:pt>
                <c:pt idx="9806">
                  <c:v/>
                </c:pt>
                <c:pt idx="9807">
                  <c:v/>
                </c:pt>
                <c:pt idx="9808">
                  <c:v/>
                </c:pt>
                <c:pt idx="9809">
                  <c:v/>
                </c:pt>
                <c:pt idx="9810">
                  <c:v/>
                </c:pt>
                <c:pt idx="9811">
                  <c:v/>
                </c:pt>
                <c:pt idx="9812">
                  <c:v/>
                </c:pt>
                <c:pt idx="9813">
                  <c:v/>
                </c:pt>
                <c:pt idx="9814">
                  <c:v/>
                </c:pt>
                <c:pt idx="9815">
                  <c:v/>
                </c:pt>
                <c:pt idx="9816">
                  <c:v/>
                </c:pt>
                <c:pt idx="9817">
                  <c:v/>
                </c:pt>
                <c:pt idx="9818">
                  <c:v/>
                </c:pt>
                <c:pt idx="9819">
                  <c:v/>
                </c:pt>
                <c:pt idx="9820">
                  <c:v/>
                </c:pt>
                <c:pt idx="9821">
                  <c:v/>
                </c:pt>
                <c:pt idx="9822">
                  <c:v/>
                </c:pt>
                <c:pt idx="9823">
                  <c:v/>
                </c:pt>
                <c:pt idx="9824">
                  <c:v/>
                </c:pt>
                <c:pt idx="9825">
                  <c:v/>
                </c:pt>
                <c:pt idx="9826">
                  <c:v/>
                </c:pt>
                <c:pt idx="9827">
                  <c:v/>
                </c:pt>
                <c:pt idx="9828">
                  <c:v/>
                </c:pt>
                <c:pt idx="9829">
                  <c:v/>
                </c:pt>
                <c:pt idx="9830">
                  <c:v/>
                </c:pt>
                <c:pt idx="9831">
                  <c:v/>
                </c:pt>
                <c:pt idx="9832">
                  <c:v/>
                </c:pt>
                <c:pt idx="9833">
                  <c:v/>
                </c:pt>
                <c:pt idx="9834">
                  <c:v/>
                </c:pt>
                <c:pt idx="9835">
                  <c:v/>
                </c:pt>
                <c:pt idx="9836">
                  <c:v/>
                </c:pt>
                <c:pt idx="9837">
                  <c:v/>
                </c:pt>
                <c:pt idx="9838">
                  <c:v/>
                </c:pt>
                <c:pt idx="9839">
                  <c:v/>
                </c:pt>
                <c:pt idx="9840">
                  <c:v/>
                </c:pt>
                <c:pt idx="9841">
                  <c:v/>
                </c:pt>
                <c:pt idx="9842">
                  <c:v/>
                </c:pt>
                <c:pt idx="9843">
                  <c:v/>
                </c:pt>
                <c:pt idx="9844">
                  <c:v/>
                </c:pt>
                <c:pt idx="9845">
                  <c:v/>
                </c:pt>
                <c:pt idx="9846">
                  <c:v/>
                </c:pt>
                <c:pt idx="9847">
                  <c:v/>
                </c:pt>
                <c:pt idx="9848">
                  <c:v/>
                </c:pt>
                <c:pt idx="9849">
                  <c:v/>
                </c:pt>
                <c:pt idx="9850">
                  <c:v/>
                </c:pt>
                <c:pt idx="9851">
                  <c:v/>
                </c:pt>
                <c:pt idx="9852">
                  <c:v/>
                </c:pt>
                <c:pt idx="9853">
                  <c:v/>
                </c:pt>
                <c:pt idx="9854">
                  <c:v/>
                </c:pt>
                <c:pt idx="9855">
                  <c:v/>
                </c:pt>
                <c:pt idx="9856">
                  <c:v/>
                </c:pt>
                <c:pt idx="9857">
                  <c:v/>
                </c:pt>
                <c:pt idx="9858">
                  <c:v/>
                </c:pt>
                <c:pt idx="9859">
                  <c:v/>
                </c:pt>
                <c:pt idx="9860">
                  <c:v/>
                </c:pt>
                <c:pt idx="9861">
                  <c:v/>
                </c:pt>
                <c:pt idx="9862">
                  <c:v/>
                </c:pt>
                <c:pt idx="9863">
                  <c:v/>
                </c:pt>
                <c:pt idx="9864">
                  <c:v/>
                </c:pt>
                <c:pt idx="9865">
                  <c:v/>
                </c:pt>
                <c:pt idx="9866">
                  <c:v/>
                </c:pt>
                <c:pt idx="9867">
                  <c:v/>
                </c:pt>
                <c:pt idx="9868">
                  <c:v/>
                </c:pt>
                <c:pt idx="9869">
                  <c:v/>
                </c:pt>
                <c:pt idx="9870">
                  <c:v/>
                </c:pt>
                <c:pt idx="9871">
                  <c:v/>
                </c:pt>
                <c:pt idx="9872">
                  <c:v/>
                </c:pt>
                <c:pt idx="9873">
                  <c:v/>
                </c:pt>
                <c:pt idx="9874">
                  <c:v/>
                </c:pt>
                <c:pt idx="9875">
                  <c:v/>
                </c:pt>
                <c:pt idx="9876">
                  <c:v/>
                </c:pt>
                <c:pt idx="9877">
                  <c:v/>
                </c:pt>
                <c:pt idx="9878">
                  <c:v/>
                </c:pt>
                <c:pt idx="9879">
                  <c:v/>
                </c:pt>
                <c:pt idx="9880">
                  <c:v/>
                </c:pt>
                <c:pt idx="9881">
                  <c:v/>
                </c:pt>
                <c:pt idx="9882">
                  <c:v/>
                </c:pt>
                <c:pt idx="9883">
                  <c:v/>
                </c:pt>
                <c:pt idx="9884">
                  <c:v/>
                </c:pt>
                <c:pt idx="9885">
                  <c:v/>
                </c:pt>
                <c:pt idx="9886">
                  <c:v/>
                </c:pt>
                <c:pt idx="9887">
                  <c:v/>
                </c:pt>
                <c:pt idx="9888">
                  <c:v/>
                </c:pt>
                <c:pt idx="9889">
                  <c:v/>
                </c:pt>
                <c:pt idx="9890">
                  <c:v/>
                </c:pt>
                <c:pt idx="9891">
                  <c:v/>
                </c:pt>
                <c:pt idx="9892">
                  <c:v/>
                </c:pt>
                <c:pt idx="9893">
                  <c:v/>
                </c:pt>
                <c:pt idx="9894">
                  <c:v/>
                </c:pt>
                <c:pt idx="9895">
                  <c:v/>
                </c:pt>
                <c:pt idx="9896">
                  <c:v/>
                </c:pt>
                <c:pt idx="9897">
                  <c:v/>
                </c:pt>
                <c:pt idx="9898">
                  <c:v/>
                </c:pt>
                <c:pt idx="9899">
                  <c:v/>
                </c:pt>
                <c:pt idx="9900">
                  <c:v/>
                </c:pt>
                <c:pt idx="9901">
                  <c:v/>
                </c:pt>
                <c:pt idx="9902">
                  <c:v/>
                </c:pt>
                <c:pt idx="9903">
                  <c:v/>
                </c:pt>
                <c:pt idx="9904">
                  <c:v/>
                </c:pt>
                <c:pt idx="9905">
                  <c:v/>
                </c:pt>
                <c:pt idx="9906">
                  <c:v/>
                </c:pt>
                <c:pt idx="9907">
                  <c:v/>
                </c:pt>
                <c:pt idx="9908">
                  <c:v/>
                </c:pt>
                <c:pt idx="9909">
                  <c:v/>
                </c:pt>
                <c:pt idx="9910">
                  <c:v/>
                </c:pt>
                <c:pt idx="9911">
                  <c:v/>
                </c:pt>
                <c:pt idx="9912">
                  <c:v/>
                </c:pt>
                <c:pt idx="9913">
                  <c:v/>
                </c:pt>
                <c:pt idx="9914">
                  <c:v/>
                </c:pt>
                <c:pt idx="9915">
                  <c:v/>
                </c:pt>
                <c:pt idx="9916">
                  <c:v/>
                </c:pt>
                <c:pt idx="9917">
                  <c:v/>
                </c:pt>
                <c:pt idx="9918">
                  <c:v/>
                </c:pt>
                <c:pt idx="9919">
                  <c:v/>
                </c:pt>
                <c:pt idx="9920">
                  <c:v/>
                </c:pt>
                <c:pt idx="9921">
                  <c:v/>
                </c:pt>
                <c:pt idx="9922">
                  <c:v/>
                </c:pt>
                <c:pt idx="9923">
                  <c:v/>
                </c:pt>
                <c:pt idx="9924">
                  <c:v/>
                </c:pt>
                <c:pt idx="9925">
                  <c:v/>
                </c:pt>
                <c:pt idx="9926">
                  <c:v/>
                </c:pt>
                <c:pt idx="9927">
                  <c:v/>
                </c:pt>
                <c:pt idx="9928">
                  <c:v/>
                </c:pt>
                <c:pt idx="9929">
                  <c:v/>
                </c:pt>
                <c:pt idx="9930">
                  <c:v/>
                </c:pt>
                <c:pt idx="9931">
                  <c:v/>
                </c:pt>
                <c:pt idx="9932">
                  <c:v/>
                </c:pt>
                <c:pt idx="9933">
                  <c:v/>
                </c:pt>
                <c:pt idx="9934">
                  <c:v/>
                </c:pt>
                <c:pt idx="9935">
                  <c:v/>
                </c:pt>
                <c:pt idx="9936">
                  <c:v/>
                </c:pt>
                <c:pt idx="9937">
                  <c:v/>
                </c:pt>
                <c:pt idx="9938">
                  <c:v/>
                </c:pt>
                <c:pt idx="9939">
                  <c:v/>
                </c:pt>
                <c:pt idx="9940">
                  <c:v/>
                </c:pt>
                <c:pt idx="9941">
                  <c:v/>
                </c:pt>
                <c:pt idx="9942">
                  <c:v/>
                </c:pt>
                <c:pt idx="9943">
                  <c:v/>
                </c:pt>
                <c:pt idx="9944">
                  <c:v/>
                </c:pt>
                <c:pt idx="9945">
                  <c:v/>
                </c:pt>
                <c:pt idx="9946">
                  <c:v/>
                </c:pt>
                <c:pt idx="9947">
                  <c:v/>
                </c:pt>
                <c:pt idx="9948">
                  <c:v/>
                </c:pt>
                <c:pt idx="9949">
                  <c:v/>
                </c:pt>
                <c:pt idx="9950">
                  <c:v/>
                </c:pt>
                <c:pt idx="9951">
                  <c:v/>
                </c:pt>
                <c:pt idx="9952">
                  <c:v/>
                </c:pt>
                <c:pt idx="9953">
                  <c:v/>
                </c:pt>
                <c:pt idx="9954">
                  <c:v/>
                </c:pt>
                <c:pt idx="9955">
                  <c:v/>
                </c:pt>
                <c:pt idx="9956">
                  <c:v/>
                </c:pt>
                <c:pt idx="9957">
                  <c:v/>
                </c:pt>
                <c:pt idx="9958">
                  <c:v/>
                </c:pt>
                <c:pt idx="9959">
                  <c:v/>
                </c:pt>
                <c:pt idx="9960">
                  <c:v/>
                </c:pt>
                <c:pt idx="9961">
                  <c:v/>
                </c:pt>
                <c:pt idx="9962">
                  <c:v/>
                </c:pt>
                <c:pt idx="9963">
                  <c:v/>
                </c:pt>
                <c:pt idx="9964">
                  <c:v/>
                </c:pt>
                <c:pt idx="9965">
                  <c:v/>
                </c:pt>
                <c:pt idx="9966">
                  <c:v/>
                </c:pt>
                <c:pt idx="9967">
                  <c:v/>
                </c:pt>
                <c:pt idx="9968">
                  <c:v/>
                </c:pt>
                <c:pt idx="9969">
                  <c:v/>
                </c:pt>
                <c:pt idx="9970">
                  <c:v/>
                </c:pt>
                <c:pt idx="9971">
                  <c:v/>
                </c:pt>
                <c:pt idx="9972">
                  <c:v/>
                </c:pt>
                <c:pt idx="9973">
                  <c:v/>
                </c:pt>
                <c:pt idx="9974">
                  <c:v/>
                </c:pt>
                <c:pt idx="9975">
                  <c:v/>
                </c:pt>
                <c:pt idx="9976">
                  <c:v/>
                </c:pt>
                <c:pt idx="9977">
                  <c:v/>
                </c:pt>
                <c:pt idx="9978">
                  <c:v/>
                </c:pt>
                <c:pt idx="9979">
                  <c:v/>
                </c:pt>
                <c:pt idx="9980">
                  <c:v/>
                </c:pt>
                <c:pt idx="9981">
                  <c:v/>
                </c:pt>
                <c:pt idx="9982">
                  <c:v/>
                </c:pt>
                <c:pt idx="9983">
                  <c:v/>
                </c:pt>
                <c:pt idx="9984">
                  <c:v/>
                </c:pt>
                <c:pt idx="9985">
                  <c:v/>
                </c:pt>
                <c:pt idx="9986">
                  <c:v/>
                </c:pt>
                <c:pt idx="9987">
                  <c:v/>
                </c:pt>
                <c:pt idx="9988">
                  <c:v/>
                </c:pt>
                <c:pt idx="9989">
                  <c:v/>
                </c:pt>
                <c:pt idx="9990">
                  <c:v/>
                </c:pt>
                <c:pt idx="9991">
                  <c:v/>
                </c:pt>
                <c:pt idx="9992">
                  <c:v/>
                </c:pt>
                <c:pt idx="9993">
                  <c:v/>
                </c:pt>
              </c:strCache>
            </c:strRef>
          </c:cat>
          <c:val>
            <c:numRef>
              <c:f>2</c:f>
              <c:numCache>
                <c:formatCode>General</c:formatCode>
                <c:ptCount val="9994"/>
                <c:pt idx="0">
                  <c:v>0.954</c:v>
                </c:pt>
                <c:pt idx="1">
                  <c:v>0.936</c:v>
                </c:pt>
                <c:pt idx="2">
                  <c:v>0.953</c:v>
                </c:pt>
                <c:pt idx="3">
                  <c:v>0.964</c:v>
                </c:pt>
                <c:pt idx="4">
                  <c:v>0.978</c:v>
                </c:pt>
                <c:pt idx="5">
                  <c:v>0.969</c:v>
                </c:pt>
                <c:pt idx="6">
                  <c:v>0.976</c:v>
                </c:pt>
                <c:pt idx="7">
                  <c:v>0.979</c:v>
                </c:pt>
                <c:pt idx="8">
                  <c:v>0.988</c:v>
                </c:pt>
                <c:pt idx="9">
                  <c:v>0.973</c:v>
                </c:pt>
                <c:pt idx="10">
                  <c:v>0.968</c:v>
                </c:pt>
                <c:pt idx="11">
                  <c:v>0.974</c:v>
                </c:pt>
                <c:pt idx="12">
                  <c:v>0.976</c:v>
                </c:pt>
                <c:pt idx="13">
                  <c:v>0.971</c:v>
                </c:pt>
                <c:pt idx="14">
                  <c:v>0.993</c:v>
                </c:pt>
                <c:pt idx="15">
                  <c:v>1.006</c:v>
                </c:pt>
                <c:pt idx="16">
                  <c:v>1.007</c:v>
                </c:pt>
                <c:pt idx="17">
                  <c:v>0.982</c:v>
                </c:pt>
                <c:pt idx="18">
                  <c:v>0.977</c:v>
                </c:pt>
                <c:pt idx="19">
                  <c:v>0.971</c:v>
                </c:pt>
                <c:pt idx="20">
                  <c:v>0.994</c:v>
                </c:pt>
                <c:pt idx="21">
                  <c:v>0.98</c:v>
                </c:pt>
                <c:pt idx="22">
                  <c:v>0.978</c:v>
                </c:pt>
                <c:pt idx="23">
                  <c:v>0.984</c:v>
                </c:pt>
                <c:pt idx="24">
                  <c:v>0.982</c:v>
                </c:pt>
                <c:pt idx="25">
                  <c:v>1.001</c:v>
                </c:pt>
                <c:pt idx="26">
                  <c:v>0.99</c:v>
                </c:pt>
                <c:pt idx="27">
                  <c:v>0.995</c:v>
                </c:pt>
                <c:pt idx="28">
                  <c:v>0.998</c:v>
                </c:pt>
                <c:pt idx="29">
                  <c:v>0.984</c:v>
                </c:pt>
                <c:pt idx="30">
                  <c:v>0.986</c:v>
                </c:pt>
                <c:pt idx="31">
                  <c:v>0.985</c:v>
                </c:pt>
                <c:pt idx="32">
                  <c:v>0.996</c:v>
                </c:pt>
                <c:pt idx="33">
                  <c:v>1.02</c:v>
                </c:pt>
                <c:pt idx="34">
                  <c:v>1.02</c:v>
                </c:pt>
                <c:pt idx="35">
                  <c:v>1.006</c:v>
                </c:pt>
                <c:pt idx="36">
                  <c:v>0.995</c:v>
                </c:pt>
                <c:pt idx="37">
                  <c:v>1.02</c:v>
                </c:pt>
                <c:pt idx="38">
                  <c:v>1.021</c:v>
                </c:pt>
                <c:pt idx="39">
                  <c:v>1.019</c:v>
                </c:pt>
                <c:pt idx="40">
                  <c:v>1.03</c:v>
                </c:pt>
                <c:pt idx="41">
                  <c:v>1.066</c:v>
                </c:pt>
                <c:pt idx="42">
                  <c:v>1.139</c:v>
                </c:pt>
                <c:pt idx="43">
                  <c:v>1.206</c:v>
                </c:pt>
                <c:pt idx="44">
                  <c:v>1.182</c:v>
                </c:pt>
                <c:pt idx="45">
                  <c:v>1.179</c:v>
                </c:pt>
                <c:pt idx="46">
                  <c:v>1.223</c:v>
                </c:pt>
                <c:pt idx="47">
                  <c:v>1.238</c:v>
                </c:pt>
                <c:pt idx="48">
                  <c:v>1.177</c:v>
                </c:pt>
                <c:pt idx="49">
                  <c:v>1.177</c:v>
                </c:pt>
                <c:pt idx="50">
                  <c:v>1.133</c:v>
                </c:pt>
                <c:pt idx="51">
                  <c:v>1.146</c:v>
                </c:pt>
                <c:pt idx="52">
                  <c:v>1.13</c:v>
                </c:pt>
                <c:pt idx="53">
                  <c:v>1.132</c:v>
                </c:pt>
                <c:pt idx="54">
                  <c:v>1.115</c:v>
                </c:pt>
                <c:pt idx="55">
                  <c:v>1.089</c:v>
                </c:pt>
                <c:pt idx="56">
                  <c:v>1.117</c:v>
                </c:pt>
                <c:pt idx="57">
                  <c:v>1.119</c:v>
                </c:pt>
                <c:pt idx="58">
                  <c:v>1.155</c:v>
                </c:pt>
                <c:pt idx="59">
                  <c:v>1.133</c:v>
                </c:pt>
                <c:pt idx="60">
                  <c:v>1.138</c:v>
                </c:pt>
                <c:pt idx="61">
                  <c:v>1.151</c:v>
                </c:pt>
                <c:pt idx="62">
                  <c:v>1.202</c:v>
                </c:pt>
                <c:pt idx="63">
                  <c:v>1.181</c:v>
                </c:pt>
                <c:pt idx="64">
                  <c:v>1.181</c:v>
                </c:pt>
                <c:pt idx="65">
                  <c:v>1.152</c:v>
                </c:pt>
                <c:pt idx="66">
                  <c:v>1.168</c:v>
                </c:pt>
                <c:pt idx="67">
                  <c:v>1.14</c:v>
                </c:pt>
                <c:pt idx="68">
                  <c:v>1.138</c:v>
                </c:pt>
                <c:pt idx="69">
                  <c:v>1.102</c:v>
                </c:pt>
                <c:pt idx="70">
                  <c:v>1.147</c:v>
                </c:pt>
                <c:pt idx="71">
                  <c:v>1.154</c:v>
                </c:pt>
                <c:pt idx="72">
                  <c:v>1.129</c:v>
                </c:pt>
                <c:pt idx="73">
                  <c:v>1.134</c:v>
                </c:pt>
                <c:pt idx="74">
                  <c:v>1.11</c:v>
                </c:pt>
                <c:pt idx="75">
                  <c:v>1.105</c:v>
                </c:pt>
                <c:pt idx="76">
                  <c:v>1.12</c:v>
                </c:pt>
                <c:pt idx="77">
                  <c:v>1.119</c:v>
                </c:pt>
                <c:pt idx="78">
                  <c:v>1.097</c:v>
                </c:pt>
                <c:pt idx="79">
                  <c:v>1.105</c:v>
                </c:pt>
                <c:pt idx="80">
                  <c:v>1.121</c:v>
                </c:pt>
                <c:pt idx="81">
                  <c:v>1.141</c:v>
                </c:pt>
                <c:pt idx="82">
                  <c:v>1.149</c:v>
                </c:pt>
                <c:pt idx="83">
                  <c:v>1.158</c:v>
                </c:pt>
                <c:pt idx="84">
                  <c:v>1.14</c:v>
                </c:pt>
                <c:pt idx="85">
                  <c:v>1.137</c:v>
                </c:pt>
                <c:pt idx="86">
                  <c:v>1.136</c:v>
                </c:pt>
                <c:pt idx="87">
                  <c:v>1.128</c:v>
                </c:pt>
                <c:pt idx="88">
                  <c:v>1.121</c:v>
                </c:pt>
                <c:pt idx="89">
                  <c:v>1.123</c:v>
                </c:pt>
                <c:pt idx="90">
                  <c:v>1.116</c:v>
                </c:pt>
                <c:pt idx="91">
                  <c:v>1.107</c:v>
                </c:pt>
                <c:pt idx="92">
                  <c:v>1.099</c:v>
                </c:pt>
                <c:pt idx="93">
                  <c:v>1.103</c:v>
                </c:pt>
                <c:pt idx="94">
                  <c:v>1.095</c:v>
                </c:pt>
                <c:pt idx="95">
                  <c:v>1.116</c:v>
                </c:pt>
                <c:pt idx="96">
                  <c:v>1.142</c:v>
                </c:pt>
                <c:pt idx="97">
                  <c:v>1.161</c:v>
                </c:pt>
                <c:pt idx="98">
                  <c:v>1.124</c:v>
                </c:pt>
                <c:pt idx="99">
                  <c:v>1.162</c:v>
                </c:pt>
                <c:pt idx="100">
                  <c:v>1.227</c:v>
                </c:pt>
                <c:pt idx="101">
                  <c:v>1.213</c:v>
                </c:pt>
                <c:pt idx="102">
                  <c:v>1.206</c:v>
                </c:pt>
                <c:pt idx="103">
                  <c:v>1.191</c:v>
                </c:pt>
                <c:pt idx="104">
                  <c:v>1.22</c:v>
                </c:pt>
                <c:pt idx="105">
                  <c:v>1.201</c:v>
                </c:pt>
                <c:pt idx="106">
                  <c:v>1.174</c:v>
                </c:pt>
                <c:pt idx="107">
                  <c:v>1.137</c:v>
                </c:pt>
                <c:pt idx="108">
                  <c:v>1.282</c:v>
                </c:pt>
                <c:pt idx="109">
                  <c:v>1.276</c:v>
                </c:pt>
                <c:pt idx="110">
                  <c:v>1.287</c:v>
                </c:pt>
                <c:pt idx="111">
                  <c:v>1.307</c:v>
                </c:pt>
                <c:pt idx="112">
                  <c:v>1.286</c:v>
                </c:pt>
                <c:pt idx="113">
                  <c:v>1.327</c:v>
                </c:pt>
                <c:pt idx="114">
                  <c:v>1.313</c:v>
                </c:pt>
                <c:pt idx="115">
                  <c:v>1.351</c:v>
                </c:pt>
                <c:pt idx="116">
                  <c:v>1.331</c:v>
                </c:pt>
                <c:pt idx="117">
                  <c:v>1.338</c:v>
                </c:pt>
                <c:pt idx="118">
                  <c:v>1.384</c:v>
                </c:pt>
                <c:pt idx="119">
                  <c:v>1.441</c:v>
                </c:pt>
                <c:pt idx="120">
                  <c:v>1.47</c:v>
                </c:pt>
                <c:pt idx="121">
                  <c:v>1.459</c:v>
                </c:pt>
                <c:pt idx="122">
                  <c:v>1.448</c:v>
                </c:pt>
                <c:pt idx="123">
                  <c:v>1.469</c:v>
                </c:pt>
                <c:pt idx="124">
                  <c:v>1.484</c:v>
                </c:pt>
                <c:pt idx="125">
                  <c:v>1.462</c:v>
                </c:pt>
                <c:pt idx="126">
                  <c:v>1.465</c:v>
                </c:pt>
                <c:pt idx="127">
                  <c:v>1.41</c:v>
                </c:pt>
                <c:pt idx="128">
                  <c:v>1.358</c:v>
                </c:pt>
                <c:pt idx="129">
                  <c:v>1.375</c:v>
                </c:pt>
                <c:pt idx="130">
                  <c:v>1.384</c:v>
                </c:pt>
                <c:pt idx="131">
                  <c:v>1.424</c:v>
                </c:pt>
                <c:pt idx="132">
                  <c:v>1.39</c:v>
                </c:pt>
                <c:pt idx="133">
                  <c:v>1.497</c:v>
                </c:pt>
                <c:pt idx="134">
                  <c:v>1.451</c:v>
                </c:pt>
                <c:pt idx="135">
                  <c:v>1.459</c:v>
                </c:pt>
                <c:pt idx="136">
                  <c:v>1.41</c:v>
                </c:pt>
                <c:pt idx="137">
                  <c:v>1.383</c:v>
                </c:pt>
                <c:pt idx="138">
                  <c:v>1.397</c:v>
                </c:pt>
                <c:pt idx="139">
                  <c:v>1.393</c:v>
                </c:pt>
                <c:pt idx="140">
                  <c:v>1.369</c:v>
                </c:pt>
                <c:pt idx="141">
                  <c:v>1.38</c:v>
                </c:pt>
                <c:pt idx="142">
                  <c:v>1.419</c:v>
                </c:pt>
                <c:pt idx="143">
                  <c:v>1.431</c:v>
                </c:pt>
                <c:pt idx="144">
                  <c:v>1.417</c:v>
                </c:pt>
                <c:pt idx="145">
                  <c:v>1.435</c:v>
                </c:pt>
                <c:pt idx="146">
                  <c:v>1.442</c:v>
                </c:pt>
                <c:pt idx="147">
                  <c:v>1.418</c:v>
                </c:pt>
                <c:pt idx="148">
                  <c:v>1.414</c:v>
                </c:pt>
                <c:pt idx="149">
                  <c:v>1.433</c:v>
                </c:pt>
                <c:pt idx="150">
                  <c:v>1.436</c:v>
                </c:pt>
                <c:pt idx="151">
                  <c:v>1.432</c:v>
                </c:pt>
                <c:pt idx="152">
                  <c:v>1.419</c:v>
                </c:pt>
                <c:pt idx="153">
                  <c:v>1.413</c:v>
                </c:pt>
                <c:pt idx="154">
                  <c:v>1.407</c:v>
                </c:pt>
                <c:pt idx="155">
                  <c:v>1.402</c:v>
                </c:pt>
                <c:pt idx="156">
                  <c:v>1.389</c:v>
                </c:pt>
                <c:pt idx="157">
                  <c:v>1.36</c:v>
                </c:pt>
                <c:pt idx="158">
                  <c:v>1.364</c:v>
                </c:pt>
                <c:pt idx="159">
                  <c:v>1.389</c:v>
                </c:pt>
                <c:pt idx="160">
                  <c:v>1.438</c:v>
                </c:pt>
                <c:pt idx="161">
                  <c:v>1.435</c:v>
                </c:pt>
                <c:pt idx="162">
                  <c:v>1.398</c:v>
                </c:pt>
                <c:pt idx="163">
                  <c:v>1.408</c:v>
                </c:pt>
                <c:pt idx="164">
                  <c:v>1.398</c:v>
                </c:pt>
                <c:pt idx="165">
                  <c:v>1.395</c:v>
                </c:pt>
                <c:pt idx="166">
                  <c:v>1.417</c:v>
                </c:pt>
                <c:pt idx="167">
                  <c:v>1.422</c:v>
                </c:pt>
                <c:pt idx="168">
                  <c:v>1.437</c:v>
                </c:pt>
                <c:pt idx="169">
                  <c:v>1.459</c:v>
                </c:pt>
                <c:pt idx="170">
                  <c:v>1.464</c:v>
                </c:pt>
                <c:pt idx="171">
                  <c:v>1.489</c:v>
                </c:pt>
                <c:pt idx="172">
                  <c:v>1.499</c:v>
                </c:pt>
                <c:pt idx="173">
                  <c:v>1.501</c:v>
                </c:pt>
                <c:pt idx="174">
                  <c:v>1.525</c:v>
                </c:pt>
                <c:pt idx="175">
                  <c:v>1.535</c:v>
                </c:pt>
                <c:pt idx="176">
                  <c:v>1.492</c:v>
                </c:pt>
                <c:pt idx="177">
                  <c:v>1.51</c:v>
                </c:pt>
                <c:pt idx="178">
                  <c:v>1.535</c:v>
                </c:pt>
                <c:pt idx="179">
                  <c:v>1.558</c:v>
                </c:pt>
                <c:pt idx="180">
                  <c:v>1.575</c:v>
                </c:pt>
                <c:pt idx="181">
                  <c:v>1.566</c:v>
                </c:pt>
                <c:pt idx="182">
                  <c:v>1.609</c:v>
                </c:pt>
                <c:pt idx="183">
                  <c:v>1.603</c:v>
                </c:pt>
                <c:pt idx="184">
                  <c:v>1.593</c:v>
                </c:pt>
                <c:pt idx="185">
                  <c:v>1.633</c:v>
                </c:pt>
                <c:pt idx="186">
                  <c:v>1.65</c:v>
                </c:pt>
                <c:pt idx="187">
                  <c:v>1.719</c:v>
                </c:pt>
                <c:pt idx="188">
                  <c:v>1.704</c:v>
                </c:pt>
                <c:pt idx="189">
                  <c:v>1.701</c:v>
                </c:pt>
                <c:pt idx="190">
                  <c:v>1.815</c:v>
                </c:pt>
                <c:pt idx="191">
                  <c:v>1.824</c:v>
                </c:pt>
                <c:pt idx="192">
                  <c:v>1.813</c:v>
                </c:pt>
                <c:pt idx="193">
                  <c:v>1.795</c:v>
                </c:pt>
                <c:pt idx="194">
                  <c:v>1.875</c:v>
                </c:pt>
                <c:pt idx="195">
                  <c:v>1.866</c:v>
                </c:pt>
                <c:pt idx="196">
                  <c:v>1.847</c:v>
                </c:pt>
                <c:pt idx="197">
                  <c:v>1.836</c:v>
                </c:pt>
                <c:pt idx="198">
                  <c:v>1.889</c:v>
                </c:pt>
                <c:pt idx="199">
                  <c:v>1.919</c:v>
                </c:pt>
                <c:pt idx="200">
                  <c:v>1.947</c:v>
                </c:pt>
                <c:pt idx="201">
                  <c:v>2.044</c:v>
                </c:pt>
                <c:pt idx="202">
                  <c:v>2.017</c:v>
                </c:pt>
                <c:pt idx="203">
                  <c:v>2.103</c:v>
                </c:pt>
                <c:pt idx="204">
                  <c:v>2.108</c:v>
                </c:pt>
                <c:pt idx="205">
                  <c:v>2.038</c:v>
                </c:pt>
                <c:pt idx="206">
                  <c:v>2.036</c:v>
                </c:pt>
                <c:pt idx="207">
                  <c:v>2.04</c:v>
                </c:pt>
                <c:pt idx="208">
                  <c:v>1.944</c:v>
                </c:pt>
                <c:pt idx="209">
                  <c:v>1.906</c:v>
                </c:pt>
                <c:pt idx="210">
                  <c:v>1.865</c:v>
                </c:pt>
                <c:pt idx="211">
                  <c:v>1.877</c:v>
                </c:pt>
                <c:pt idx="212">
                  <c:v>1.913</c:v>
                </c:pt>
                <c:pt idx="213">
                  <c:v>1.968</c:v>
                </c:pt>
                <c:pt idx="214">
                  <c:v>1.912</c:v>
                </c:pt>
                <c:pt idx="215">
                  <c:v>1.963</c:v>
                </c:pt>
                <c:pt idx="216">
                  <c:v>1.974</c:v>
                </c:pt>
                <c:pt idx="217">
                  <c:v>1.953</c:v>
                </c:pt>
                <c:pt idx="218">
                  <c:v>1.966</c:v>
                </c:pt>
                <c:pt idx="219">
                  <c:v>2.018</c:v>
                </c:pt>
                <c:pt idx="220">
                  <c:v>2.031</c:v>
                </c:pt>
                <c:pt idx="221">
                  <c:v>2.013</c:v>
                </c:pt>
                <c:pt idx="222">
                  <c:v>1.933</c:v>
                </c:pt>
                <c:pt idx="223">
                  <c:v>1.863</c:v>
                </c:pt>
                <c:pt idx="224">
                  <c:v>1.844</c:v>
                </c:pt>
                <c:pt idx="225">
                  <c:v>1.799</c:v>
                </c:pt>
                <c:pt idx="226">
                  <c:v>1.813</c:v>
                </c:pt>
                <c:pt idx="227">
                  <c:v>1.845</c:v>
                </c:pt>
                <c:pt idx="228">
                  <c:v>1.9</c:v>
                </c:pt>
                <c:pt idx="229">
                  <c:v>1.865</c:v>
                </c:pt>
                <c:pt idx="230">
                  <c:v>1.872</c:v>
                </c:pt>
                <c:pt idx="231">
                  <c:v>1.831</c:v>
                </c:pt>
                <c:pt idx="232">
                  <c:v>1.794</c:v>
                </c:pt>
                <c:pt idx="233">
                  <c:v>1.805</c:v>
                </c:pt>
                <c:pt idx="234">
                  <c:v>1.79</c:v>
                </c:pt>
                <c:pt idx="235">
                  <c:v>1.784</c:v>
                </c:pt>
                <c:pt idx="236">
                  <c:v>1.808</c:v>
                </c:pt>
                <c:pt idx="237">
                  <c:v>1.766</c:v>
                </c:pt>
                <c:pt idx="238">
                  <c:v>1.767</c:v>
                </c:pt>
                <c:pt idx="239">
                  <c:v>1.74</c:v>
                </c:pt>
                <c:pt idx="240">
                  <c:v>1.72</c:v>
                </c:pt>
                <c:pt idx="241">
                  <c:v>1.757</c:v>
                </c:pt>
                <c:pt idx="242">
                  <c:v>1.805</c:v>
                </c:pt>
                <c:pt idx="243">
                  <c:v>1.798</c:v>
                </c:pt>
                <c:pt idx="244">
                  <c:v>1.776</c:v>
                </c:pt>
                <c:pt idx="245">
                  <c:v>1.786</c:v>
                </c:pt>
                <c:pt idx="246">
                  <c:v>1.783</c:v>
                </c:pt>
                <c:pt idx="247">
                  <c:v>1.799</c:v>
                </c:pt>
                <c:pt idx="248">
                  <c:v>1.798</c:v>
                </c:pt>
                <c:pt idx="249">
                  <c:v>1.855</c:v>
                </c:pt>
                <c:pt idx="250">
                  <c:v>1.868</c:v>
                </c:pt>
                <c:pt idx="251">
                  <c:v>1.913</c:v>
                </c:pt>
                <c:pt idx="252">
                  <c:v>2.013</c:v>
                </c:pt>
                <c:pt idx="253">
                  <c:v>2.015</c:v>
                </c:pt>
                <c:pt idx="254">
                  <c:v>2.058</c:v>
                </c:pt>
                <c:pt idx="255">
                  <c:v>2.038</c:v>
                </c:pt>
                <c:pt idx="256">
                  <c:v>1.998</c:v>
                </c:pt>
                <c:pt idx="257">
                  <c:v>1.953</c:v>
                </c:pt>
                <c:pt idx="258">
                  <c:v>2.044</c:v>
                </c:pt>
                <c:pt idx="259">
                  <c:v>2.148</c:v>
                </c:pt>
                <c:pt idx="260">
                  <c:v>2.127</c:v>
                </c:pt>
                <c:pt idx="261">
                  <c:v>2.073</c:v>
                </c:pt>
                <c:pt idx="262">
                  <c:v>2.119</c:v>
                </c:pt>
                <c:pt idx="263">
                  <c:v>2.132</c:v>
                </c:pt>
                <c:pt idx="264">
                  <c:v>2.112</c:v>
                </c:pt>
                <c:pt idx="265">
                  <c:v>2.174</c:v>
                </c:pt>
                <c:pt idx="266">
                  <c:v>2.156</c:v>
                </c:pt>
                <c:pt idx="267">
                  <c:v>2.217</c:v>
                </c:pt>
                <c:pt idx="268">
                  <c:v>2.189</c:v>
                </c:pt>
                <c:pt idx="269">
                  <c:v>2.158</c:v>
                </c:pt>
                <c:pt idx="270">
                  <c:v>2.194</c:v>
                </c:pt>
                <c:pt idx="271">
                  <c:v>2.237</c:v>
                </c:pt>
                <c:pt idx="272">
                  <c:v>2.303</c:v>
                </c:pt>
                <c:pt idx="273">
                  <c:v>2.279</c:v>
                </c:pt>
                <c:pt idx="274">
                  <c:v>2.264</c:v>
                </c:pt>
                <c:pt idx="275">
                  <c:v>2.343</c:v>
                </c:pt>
                <c:pt idx="276">
                  <c:v>2.347</c:v>
                </c:pt>
                <c:pt idx="277">
                  <c:v>2.345</c:v>
                </c:pt>
                <c:pt idx="278">
                  <c:v>2.325</c:v>
                </c:pt>
                <c:pt idx="279">
                  <c:v>2.295</c:v>
                </c:pt>
                <c:pt idx="280">
                  <c:v>2.322</c:v>
                </c:pt>
                <c:pt idx="281">
                  <c:v>2.363</c:v>
                </c:pt>
                <c:pt idx="282">
                  <c:v>2.327</c:v>
                </c:pt>
                <c:pt idx="283">
                  <c:v>2.317</c:v>
                </c:pt>
                <c:pt idx="284">
                  <c:v>2.226</c:v>
                </c:pt>
                <c:pt idx="285">
                  <c:v>2.244</c:v>
                </c:pt>
                <c:pt idx="286">
                  <c:v>2.242</c:v>
                </c:pt>
                <c:pt idx="287">
                  <c:v>2.187</c:v>
                </c:pt>
                <c:pt idx="288">
                  <c:v>2.195</c:v>
                </c:pt>
                <c:pt idx="289">
                  <c:v>2.214</c:v>
                </c:pt>
                <c:pt idx="290">
                  <c:v>2.288</c:v>
                </c:pt>
                <c:pt idx="291">
                  <c:v>2.287</c:v>
                </c:pt>
                <c:pt idx="292">
                  <c:v>2.267</c:v>
                </c:pt>
                <c:pt idx="293">
                  <c:v>2.255</c:v>
                </c:pt>
                <c:pt idx="294">
                  <c:v>2.283</c:v>
                </c:pt>
                <c:pt idx="295">
                  <c:v>2.285</c:v>
                </c:pt>
                <c:pt idx="296">
                  <c:v>2.268</c:v>
                </c:pt>
                <c:pt idx="297">
                  <c:v>2.217</c:v>
                </c:pt>
                <c:pt idx="298">
                  <c:v>2.231</c:v>
                </c:pt>
                <c:pt idx="299">
                  <c:v>2.268</c:v>
                </c:pt>
                <c:pt idx="300">
                  <c:v>2.399</c:v>
                </c:pt>
                <c:pt idx="301">
                  <c:v>2.426</c:v>
                </c:pt>
                <c:pt idx="302">
                  <c:v>2.455</c:v>
                </c:pt>
                <c:pt idx="303">
                  <c:v>2.505</c:v>
                </c:pt>
                <c:pt idx="304">
                  <c:v>2.747</c:v>
                </c:pt>
                <c:pt idx="305">
                  <c:v>2.7</c:v>
                </c:pt>
                <c:pt idx="306">
                  <c:v>2.615</c:v>
                </c:pt>
                <c:pt idx="307">
                  <c:v>2.663</c:v>
                </c:pt>
                <c:pt idx="308">
                  <c:v>2.784</c:v>
                </c:pt>
                <c:pt idx="309">
                  <c:v>2.837</c:v>
                </c:pt>
                <c:pt idx="310">
                  <c:v>2.879</c:v>
                </c:pt>
                <c:pt idx="311">
                  <c:v>2.941</c:v>
                </c:pt>
                <c:pt idx="312">
                  <c:v>2.905</c:v>
                </c:pt>
                <c:pt idx="313">
                  <c:v>2.987</c:v>
                </c:pt>
                <c:pt idx="314">
                  <c:v>3.186</c:v>
                </c:pt>
                <c:pt idx="315">
                  <c:v>3.105</c:v>
                </c:pt>
                <c:pt idx="316">
                  <c:v>3.001</c:v>
                </c:pt>
                <c:pt idx="317">
                  <c:v>2.888</c:v>
                </c:pt>
                <c:pt idx="318">
                  <c:v>2.944</c:v>
                </c:pt>
                <c:pt idx="319">
                  <c:v>2.99</c:v>
                </c:pt>
                <c:pt idx="320">
                  <c:v>2.981</c:v>
                </c:pt>
                <c:pt idx="321">
                  <c:v>2.957</c:v>
                </c:pt>
                <c:pt idx="322">
                  <c:v>2.927</c:v>
                </c:pt>
                <c:pt idx="323">
                  <c:v>2.971</c:v>
                </c:pt>
                <c:pt idx="324">
                  <c:v>2.857</c:v>
                </c:pt>
                <c:pt idx="325">
                  <c:v>2.83</c:v>
                </c:pt>
                <c:pt idx="326">
                  <c:v>2.899</c:v>
                </c:pt>
                <c:pt idx="327">
                  <c:v>2.925</c:v>
                </c:pt>
                <c:pt idx="328">
                  <c:v>2.958</c:v>
                </c:pt>
                <c:pt idx="329">
                  <c:v>3.086</c:v>
                </c:pt>
                <c:pt idx="330">
                  <c:v>3.139</c:v>
                </c:pt>
                <c:pt idx="331">
                  <c:v>3.178</c:v>
                </c:pt>
                <c:pt idx="332">
                  <c:v>3.146</c:v>
                </c:pt>
                <c:pt idx="333">
                  <c:v>3.062</c:v>
                </c:pt>
                <c:pt idx="334">
                  <c:v>3.046</c:v>
                </c:pt>
                <c:pt idx="335">
                  <c:v>2.928</c:v>
                </c:pt>
                <c:pt idx="336">
                  <c:v>2.9</c:v>
                </c:pt>
                <c:pt idx="337">
                  <c:v>2.911</c:v>
                </c:pt>
                <c:pt idx="338">
                  <c:v>3.046</c:v>
                </c:pt>
                <c:pt idx="339">
                  <c:v>3.031</c:v>
                </c:pt>
                <c:pt idx="340">
                  <c:v>3.069</c:v>
                </c:pt>
                <c:pt idx="341">
                  <c:v>3.046</c:v>
                </c:pt>
                <c:pt idx="342">
                  <c:v>3.011</c:v>
                </c:pt>
                <c:pt idx="343">
                  <c:v>3.018</c:v>
                </c:pt>
                <c:pt idx="344">
                  <c:v>2.967</c:v>
                </c:pt>
                <c:pt idx="345">
                  <c:v>2.946</c:v>
                </c:pt>
                <c:pt idx="346">
                  <c:v>2.955</c:v>
                </c:pt>
                <c:pt idx="347">
                  <c:v>2.947</c:v>
                </c:pt>
                <c:pt idx="348">
                  <c:v>2.942</c:v>
                </c:pt>
                <c:pt idx="349">
                  <c:v>3.027</c:v>
                </c:pt>
                <c:pt idx="350">
                  <c:v>3.125</c:v>
                </c:pt>
                <c:pt idx="351">
                  <c:v>3.121</c:v>
                </c:pt>
                <c:pt idx="352">
                  <c:v>3.232</c:v>
                </c:pt>
                <c:pt idx="353">
                  <c:v>3.209</c:v>
                </c:pt>
                <c:pt idx="354">
                  <c:v>3.171</c:v>
                </c:pt>
                <c:pt idx="355">
                  <c:v>3.275</c:v>
                </c:pt>
                <c:pt idx="356">
                  <c:v>3.514</c:v>
                </c:pt>
                <c:pt idx="357">
                  <c:v>3.548</c:v>
                </c:pt>
                <c:pt idx="358">
                  <c:v>3.666</c:v>
                </c:pt>
                <c:pt idx="359">
                  <c:v>3.728</c:v>
                </c:pt>
                <c:pt idx="360">
                  <c:v>3.745</c:v>
                </c:pt>
                <c:pt idx="361">
                  <c:v>3.675</c:v>
                </c:pt>
                <c:pt idx="362">
                  <c:v>3.663</c:v>
                </c:pt>
                <c:pt idx="363">
                  <c:v>3.522</c:v>
                </c:pt>
                <c:pt idx="364">
                  <c:v>3.608</c:v>
                </c:pt>
                <c:pt idx="365">
                  <c:v>3.523</c:v>
                </c:pt>
                <c:pt idx="366">
                  <c:v>3.568</c:v>
                </c:pt>
                <c:pt idx="367">
                  <c:v>3.552</c:v>
                </c:pt>
                <c:pt idx="368">
                  <c:v>3.552</c:v>
                </c:pt>
                <c:pt idx="369">
                  <c:v>3.55</c:v>
                </c:pt>
                <c:pt idx="370">
                  <c:v>3.439</c:v>
                </c:pt>
                <c:pt idx="371">
                  <c:v>3.43</c:v>
                </c:pt>
                <c:pt idx="372">
                  <c:v>3.301</c:v>
                </c:pt>
                <c:pt idx="373">
                  <c:v>3.239</c:v>
                </c:pt>
                <c:pt idx="374">
                  <c:v>3.262</c:v>
                </c:pt>
                <c:pt idx="375">
                  <c:v>3.315</c:v>
                </c:pt>
                <c:pt idx="376">
                  <c:v>3.324</c:v>
                </c:pt>
                <c:pt idx="377">
                  <c:v>3.291</c:v>
                </c:pt>
                <c:pt idx="378">
                  <c:v>3.211</c:v>
                </c:pt>
                <c:pt idx="379">
                  <c:v>3.26</c:v>
                </c:pt>
                <c:pt idx="380">
                  <c:v>3.205</c:v>
                </c:pt>
                <c:pt idx="381">
                  <c:v>3.212</c:v>
                </c:pt>
                <c:pt idx="382">
                  <c:v>3.192</c:v>
                </c:pt>
                <c:pt idx="383">
                  <c:v>3.296</c:v>
                </c:pt>
                <c:pt idx="384">
                  <c:v>3.294</c:v>
                </c:pt>
                <c:pt idx="385">
                  <c:v>3.218</c:v>
                </c:pt>
                <c:pt idx="386">
                  <c:v>3.153</c:v>
                </c:pt>
                <c:pt idx="387">
                  <c:v>3.121</c:v>
                </c:pt>
                <c:pt idx="388">
                  <c:v>3.09</c:v>
                </c:pt>
                <c:pt idx="389">
                  <c:v>3.13</c:v>
                </c:pt>
                <c:pt idx="390">
                  <c:v>3.009</c:v>
                </c:pt>
                <c:pt idx="391">
                  <c:v>3.081</c:v>
                </c:pt>
                <c:pt idx="392">
                  <c:v>3.012</c:v>
                </c:pt>
                <c:pt idx="393">
                  <c:v>3.065</c:v>
                </c:pt>
                <c:pt idx="394">
                  <c:v>3.114</c:v>
                </c:pt>
                <c:pt idx="395">
                  <c:v>3.079</c:v>
                </c:pt>
                <c:pt idx="396">
                  <c:v>3.134</c:v>
                </c:pt>
                <c:pt idx="397">
                  <c:v>3.134</c:v>
                </c:pt>
                <c:pt idx="398">
                  <c:v>3.154</c:v>
                </c:pt>
                <c:pt idx="399">
                  <c:v>3.124</c:v>
                </c:pt>
                <c:pt idx="400">
                  <c:v>3.181</c:v>
                </c:pt>
                <c:pt idx="401">
                  <c:v>3.078</c:v>
                </c:pt>
                <c:pt idx="402">
                  <c:v>3.087</c:v>
                </c:pt>
                <c:pt idx="403">
                  <c:v>3.125</c:v>
                </c:pt>
                <c:pt idx="404">
                  <c:v>3.197</c:v>
                </c:pt>
                <c:pt idx="405">
                  <c:v>3.245</c:v>
                </c:pt>
                <c:pt idx="406">
                  <c:v>3.281</c:v>
                </c:pt>
                <c:pt idx="407">
                  <c:v>3.311</c:v>
                </c:pt>
                <c:pt idx="408">
                  <c:v>3.531</c:v>
                </c:pt>
                <c:pt idx="409">
                  <c:v>3.525</c:v>
                </c:pt>
                <c:pt idx="410">
                  <c:v>3.653</c:v>
                </c:pt>
                <c:pt idx="411">
                  <c:v>3.642</c:v>
                </c:pt>
                <c:pt idx="412">
                  <c:v>3.685</c:v>
                </c:pt>
                <c:pt idx="413">
                  <c:v>3.778</c:v>
                </c:pt>
                <c:pt idx="414">
                  <c:v>3.678</c:v>
                </c:pt>
                <c:pt idx="415">
                  <c:v>3.616</c:v>
                </c:pt>
                <c:pt idx="416">
                  <c:v>3.682</c:v>
                </c:pt>
                <c:pt idx="417">
                  <c:v>3.685</c:v>
                </c:pt>
                <c:pt idx="418">
                  <c:v>3.543</c:v>
                </c:pt>
                <c:pt idx="419">
                  <c:v>3.536</c:v>
                </c:pt>
                <c:pt idx="420">
                  <c:v>3.585</c:v>
                </c:pt>
                <c:pt idx="421">
                  <c:v>3.77</c:v>
                </c:pt>
                <c:pt idx="422">
                  <c:v>3.767</c:v>
                </c:pt>
                <c:pt idx="423">
                  <c:v>3.759</c:v>
                </c:pt>
                <c:pt idx="424">
                  <c:v>3.823</c:v>
                </c:pt>
                <c:pt idx="425">
                  <c:v>3.847</c:v>
                </c:pt>
                <c:pt idx="426">
                  <c:v>4.104</c:v>
                </c:pt>
                <c:pt idx="427">
                  <c:v>4.199</c:v>
                </c:pt>
                <c:pt idx="428">
                  <c:v>4.548</c:v>
                </c:pt>
                <c:pt idx="429">
                  <c:v>4.304</c:v>
                </c:pt>
                <c:pt idx="430">
                  <c:v>4.338</c:v>
                </c:pt>
                <c:pt idx="431">
                  <c:v>4.303</c:v>
                </c:pt>
                <c:pt idx="432">
                  <c:v>4.186</c:v>
                </c:pt>
                <c:pt idx="433">
                  <c:v>4.081</c:v>
                </c:pt>
                <c:pt idx="434">
                  <c:v>4.157</c:v>
                </c:pt>
                <c:pt idx="435">
                  <c:v>4.145</c:v>
                </c:pt>
                <c:pt idx="436">
                  <c:v>4.276</c:v>
                </c:pt>
                <c:pt idx="437">
                  <c:v>4.342</c:v>
                </c:pt>
                <c:pt idx="438">
                  <c:v>4.107</c:v>
                </c:pt>
                <c:pt idx="439">
                  <c:v>4.203</c:v>
                </c:pt>
                <c:pt idx="440">
                  <c:v>4.207</c:v>
                </c:pt>
                <c:pt idx="441">
                  <c:v>4.239</c:v>
                </c:pt>
                <c:pt idx="442">
                  <c:v>4.242</c:v>
                </c:pt>
                <c:pt idx="443">
                  <c:v>4.331</c:v>
                </c:pt>
                <c:pt idx="444">
                  <c:v>4.35</c:v>
                </c:pt>
                <c:pt idx="445">
                  <c:v>4.495</c:v>
                </c:pt>
                <c:pt idx="446">
                  <c:v>4.305</c:v>
                </c:pt>
                <c:pt idx="447">
                  <c:v>4.221</c:v>
                </c:pt>
                <c:pt idx="448">
                  <c:v>4.208</c:v>
                </c:pt>
                <c:pt idx="449">
                  <c:v>4.254</c:v>
                </c:pt>
                <c:pt idx="450">
                  <c:v>4.112</c:v>
                </c:pt>
                <c:pt idx="451">
                  <c:v>4.185</c:v>
                </c:pt>
                <c:pt idx="452">
                  <c:v>4.068</c:v>
                </c:pt>
                <c:pt idx="453">
                  <c:v>4.095</c:v>
                </c:pt>
                <c:pt idx="454">
                  <c:v>4.158</c:v>
                </c:pt>
                <c:pt idx="455">
                  <c:v>4.118</c:v>
                </c:pt>
                <c:pt idx="456">
                  <c:v>4.186</c:v>
                </c:pt>
                <c:pt idx="457">
                  <c:v>4.156</c:v>
                </c:pt>
                <c:pt idx="458">
                  <c:v>4.086</c:v>
                </c:pt>
                <c:pt idx="459">
                  <c:v>4.033</c:v>
                </c:pt>
                <c:pt idx="460">
                  <c:v>3.834</c:v>
                </c:pt>
                <c:pt idx="461">
                  <c:v>3.85</c:v>
                </c:pt>
                <c:pt idx="462">
                  <c:v>3.753</c:v>
                </c:pt>
                <c:pt idx="463">
                  <c:v>3.808</c:v>
                </c:pt>
                <c:pt idx="464">
                  <c:v>3.804</c:v>
                </c:pt>
                <c:pt idx="465">
                  <c:v>3.787</c:v>
                </c:pt>
                <c:pt idx="466">
                  <c:v>3.837</c:v>
                </c:pt>
                <c:pt idx="467">
                  <c:v>3.844</c:v>
                </c:pt>
                <c:pt idx="468">
                  <c:v>3.849</c:v>
                </c:pt>
                <c:pt idx="469">
                  <c:v>3.689</c:v>
                </c:pt>
                <c:pt idx="470">
                  <c:v>3.644</c:v>
                </c:pt>
                <c:pt idx="471">
                  <c:v>3.669</c:v>
                </c:pt>
                <c:pt idx="472">
                  <c:v>3.723</c:v>
                </c:pt>
                <c:pt idx="473">
                  <c:v>3.689</c:v>
                </c:pt>
                <c:pt idx="474">
                  <c:v>3.65</c:v>
                </c:pt>
                <c:pt idx="475">
                  <c:v>3.616</c:v>
                </c:pt>
                <c:pt idx="476">
                  <c:v>3.609</c:v>
                </c:pt>
                <c:pt idx="477">
                  <c:v>3.633</c:v>
                </c:pt>
                <c:pt idx="478">
                  <c:v>3.672</c:v>
                </c:pt>
                <c:pt idx="479">
                  <c:v>3.676</c:v>
                </c:pt>
                <c:pt idx="480">
                  <c:v>3.657</c:v>
                </c:pt>
                <c:pt idx="481">
                  <c:v>3.623</c:v>
                </c:pt>
                <c:pt idx="482">
                  <c:v>3.623</c:v>
                </c:pt>
                <c:pt idx="483">
                  <c:v>3.53</c:v>
                </c:pt>
                <c:pt idx="484">
                  <c:v>3.536</c:v>
                </c:pt>
                <c:pt idx="485">
                  <c:v>3.539</c:v>
                </c:pt>
                <c:pt idx="486">
                  <c:v>3.545</c:v>
                </c:pt>
                <c:pt idx="487">
                  <c:v>3.685</c:v>
                </c:pt>
                <c:pt idx="488">
                  <c:v>3.638</c:v>
                </c:pt>
                <c:pt idx="489">
                  <c:v>3.567</c:v>
                </c:pt>
                <c:pt idx="490">
                  <c:v>3.623</c:v>
                </c:pt>
                <c:pt idx="491">
                  <c:v>3.663</c:v>
                </c:pt>
                <c:pt idx="492">
                  <c:v>3.662</c:v>
                </c:pt>
                <c:pt idx="493">
                  <c:v>3.668</c:v>
                </c:pt>
                <c:pt idx="494">
                  <c:v>3.719</c:v>
                </c:pt>
                <c:pt idx="495">
                  <c:v>3.722</c:v>
                </c:pt>
                <c:pt idx="496">
                  <c:v>3.782</c:v>
                </c:pt>
                <c:pt idx="497">
                  <c:v>3.661</c:v>
                </c:pt>
                <c:pt idx="498">
                  <c:v>3.632</c:v>
                </c:pt>
                <c:pt idx="499">
                  <c:v>3.644</c:v>
                </c:pt>
                <c:pt idx="500">
                  <c:v>3.681</c:v>
                </c:pt>
                <c:pt idx="501">
                  <c:v>3.577</c:v>
                </c:pt>
                <c:pt idx="502">
                  <c:v>3.556</c:v>
                </c:pt>
                <c:pt idx="503">
                  <c:v>3.472</c:v>
                </c:pt>
                <c:pt idx="504">
                  <c:v>3.466</c:v>
                </c:pt>
                <c:pt idx="505">
                  <c:v>3.369</c:v>
                </c:pt>
                <c:pt idx="506">
                  <c:v>3.454</c:v>
                </c:pt>
                <c:pt idx="507">
                  <c:v>3.484</c:v>
                </c:pt>
                <c:pt idx="508">
                  <c:v>3.39</c:v>
                </c:pt>
                <c:pt idx="509">
                  <c:v>3.248</c:v>
                </c:pt>
                <c:pt idx="510">
                  <c:v>3.33</c:v>
                </c:pt>
                <c:pt idx="511">
                  <c:v>3.285</c:v>
                </c:pt>
                <c:pt idx="512">
                  <c:v>3.273</c:v>
                </c:pt>
                <c:pt idx="513">
                  <c:v>3.304</c:v>
                </c:pt>
                <c:pt idx="514">
                  <c:v>3.271</c:v>
                </c:pt>
                <c:pt idx="515">
                  <c:v>3.325</c:v>
                </c:pt>
                <c:pt idx="516">
                  <c:v>3.263</c:v>
                </c:pt>
                <c:pt idx="517">
                  <c:v>3.183</c:v>
                </c:pt>
                <c:pt idx="518">
                  <c:v>3.11</c:v>
                </c:pt>
                <c:pt idx="519">
                  <c:v>3.283</c:v>
                </c:pt>
                <c:pt idx="520">
                  <c:v>3.315</c:v>
                </c:pt>
                <c:pt idx="521">
                  <c:v>3.339</c:v>
                </c:pt>
                <c:pt idx="522">
                  <c:v>3.401</c:v>
                </c:pt>
                <c:pt idx="523">
                  <c:v>3.398</c:v>
                </c:pt>
                <c:pt idx="524">
                  <c:v>3.452</c:v>
                </c:pt>
                <c:pt idx="525">
                  <c:v>3.429</c:v>
                </c:pt>
                <c:pt idx="526">
                  <c:v>3.502</c:v>
                </c:pt>
                <c:pt idx="527">
                  <c:v>3.504</c:v>
                </c:pt>
                <c:pt idx="528">
                  <c:v>3.639</c:v>
                </c:pt>
                <c:pt idx="529">
                  <c:v>3.677</c:v>
                </c:pt>
                <c:pt idx="530">
                  <c:v>3.623</c:v>
                </c:pt>
                <c:pt idx="531">
                  <c:v>3.645</c:v>
                </c:pt>
                <c:pt idx="532">
                  <c:v>3.599</c:v>
                </c:pt>
                <c:pt idx="533">
                  <c:v>3.555</c:v>
                </c:pt>
                <c:pt idx="534">
                  <c:v>3.683</c:v>
                </c:pt>
                <c:pt idx="535">
                  <c:v>3.797</c:v>
                </c:pt>
                <c:pt idx="536">
                  <c:v>3.878</c:v>
                </c:pt>
                <c:pt idx="537">
                  <c:v>3.791</c:v>
                </c:pt>
                <c:pt idx="538">
                  <c:v>3.774</c:v>
                </c:pt>
                <c:pt idx="539">
                  <c:v>3.726</c:v>
                </c:pt>
                <c:pt idx="540">
                  <c:v>3.855</c:v>
                </c:pt>
                <c:pt idx="541">
                  <c:v>3.858</c:v>
                </c:pt>
                <c:pt idx="542">
                  <c:v>3.703</c:v>
                </c:pt>
                <c:pt idx="543">
                  <c:v>3.435</c:v>
                </c:pt>
                <c:pt idx="544">
                  <c:v>3.381</c:v>
                </c:pt>
                <c:pt idx="545">
                  <c:v>3.473</c:v>
                </c:pt>
                <c:pt idx="546">
                  <c:v>3.4</c:v>
                </c:pt>
                <c:pt idx="547">
                  <c:v>3.415</c:v>
                </c:pt>
                <c:pt idx="548">
                  <c:v>3.264</c:v>
                </c:pt>
                <c:pt idx="549">
                  <c:v>3.294</c:v>
                </c:pt>
                <c:pt idx="550">
                  <c:v>3.284</c:v>
                </c:pt>
                <c:pt idx="551">
                  <c:v>3.206</c:v>
                </c:pt>
                <c:pt idx="552">
                  <c:v>3.16</c:v>
                </c:pt>
                <c:pt idx="553">
                  <c:v>3.22</c:v>
                </c:pt>
                <c:pt idx="554">
                  <c:v>3.258</c:v>
                </c:pt>
                <c:pt idx="555">
                  <c:v>3.249</c:v>
                </c:pt>
                <c:pt idx="556">
                  <c:v>3.24</c:v>
                </c:pt>
                <c:pt idx="557">
                  <c:v>3.27</c:v>
                </c:pt>
                <c:pt idx="558">
                  <c:v>3.342</c:v>
                </c:pt>
                <c:pt idx="559">
                  <c:v>3.279</c:v>
                </c:pt>
                <c:pt idx="560">
                  <c:v>3.264</c:v>
                </c:pt>
                <c:pt idx="561">
                  <c:v>3.211</c:v>
                </c:pt>
                <c:pt idx="562">
                  <c:v>3.24</c:v>
                </c:pt>
                <c:pt idx="563">
                  <c:v>3.192</c:v>
                </c:pt>
                <c:pt idx="564">
                  <c:v>3.231</c:v>
                </c:pt>
                <c:pt idx="565">
                  <c:v>3.233</c:v>
                </c:pt>
                <c:pt idx="566">
                  <c:v>3.199</c:v>
                </c:pt>
                <c:pt idx="567">
                  <c:v>3.215</c:v>
                </c:pt>
                <c:pt idx="568">
                  <c:v>3.287</c:v>
                </c:pt>
                <c:pt idx="569">
                  <c:v>3.294</c:v>
                </c:pt>
                <c:pt idx="570">
                  <c:v>3.337</c:v>
                </c:pt>
                <c:pt idx="571">
                  <c:v>3.334</c:v>
                </c:pt>
                <c:pt idx="572">
                  <c:v>3.267</c:v>
                </c:pt>
                <c:pt idx="573">
                  <c:v>3.23</c:v>
                </c:pt>
                <c:pt idx="574">
                  <c:v>3.265</c:v>
                </c:pt>
                <c:pt idx="575">
                  <c:v>3.259</c:v>
                </c:pt>
                <c:pt idx="576">
                  <c:v>3.288</c:v>
                </c:pt>
                <c:pt idx="577">
                  <c:v>3.293</c:v>
                </c:pt>
                <c:pt idx="578">
                  <c:v>3.335</c:v>
                </c:pt>
                <c:pt idx="579">
                  <c:v>3.281</c:v>
                </c:pt>
                <c:pt idx="580">
                  <c:v>3.21</c:v>
                </c:pt>
                <c:pt idx="581">
                  <c:v>3.261</c:v>
                </c:pt>
                <c:pt idx="582">
                  <c:v>3.256</c:v>
                </c:pt>
                <c:pt idx="583">
                  <c:v>3.273</c:v>
                </c:pt>
                <c:pt idx="584">
                  <c:v>3.22</c:v>
                </c:pt>
                <c:pt idx="585">
                  <c:v>3.225</c:v>
                </c:pt>
                <c:pt idx="586">
                  <c:v>3.279</c:v>
                </c:pt>
                <c:pt idx="587">
                  <c:v>3.242</c:v>
                </c:pt>
                <c:pt idx="588">
                  <c:v>3.274</c:v>
                </c:pt>
                <c:pt idx="589">
                  <c:v>3.316</c:v>
                </c:pt>
                <c:pt idx="590">
                  <c:v>3.34</c:v>
                </c:pt>
                <c:pt idx="591">
                  <c:v>3.321</c:v>
                </c:pt>
                <c:pt idx="592">
                  <c:v>3.373</c:v>
                </c:pt>
                <c:pt idx="593">
                  <c:v>3.378</c:v>
                </c:pt>
                <c:pt idx="594">
                  <c:v>3.48</c:v>
                </c:pt>
                <c:pt idx="595">
                  <c:v>3.524</c:v>
                </c:pt>
                <c:pt idx="596">
                  <c:v>3.56</c:v>
                </c:pt>
                <c:pt idx="597">
                  <c:v>3.459</c:v>
                </c:pt>
                <c:pt idx="598">
                  <c:v>3.478</c:v>
                </c:pt>
                <c:pt idx="599">
                  <c:v>3.436</c:v>
                </c:pt>
                <c:pt idx="600">
                  <c:v>3.502</c:v>
                </c:pt>
                <c:pt idx="601">
                  <c:v>3.471</c:v>
                </c:pt>
                <c:pt idx="602">
                  <c:v>3.543</c:v>
                </c:pt>
                <c:pt idx="603">
                  <c:v>3.506</c:v>
                </c:pt>
                <c:pt idx="604">
                  <c:v>3.493</c:v>
                </c:pt>
                <c:pt idx="605">
                  <c:v>3.484</c:v>
                </c:pt>
                <c:pt idx="606">
                  <c:v>3.545</c:v>
                </c:pt>
                <c:pt idx="607">
                  <c:v>3.626</c:v>
                </c:pt>
                <c:pt idx="608">
                  <c:v>3.585</c:v>
                </c:pt>
                <c:pt idx="609">
                  <c:v>3.583</c:v>
                </c:pt>
                <c:pt idx="610">
                  <c:v>3.567</c:v>
                </c:pt>
                <c:pt idx="611">
                  <c:v>3.571</c:v>
                </c:pt>
                <c:pt idx="612">
                  <c:v>3.592</c:v>
                </c:pt>
                <c:pt idx="613">
                  <c:v>3.609</c:v>
                </c:pt>
                <c:pt idx="614">
                  <c:v>3.568</c:v>
                </c:pt>
                <c:pt idx="615">
                  <c:v>3.538</c:v>
                </c:pt>
                <c:pt idx="616">
                  <c:v>3.557</c:v>
                </c:pt>
                <c:pt idx="617">
                  <c:v>3.584</c:v>
                </c:pt>
                <c:pt idx="618">
                  <c:v>3.662</c:v>
                </c:pt>
                <c:pt idx="619">
                  <c:v>3.613</c:v>
                </c:pt>
                <c:pt idx="620">
                  <c:v>3.619</c:v>
                </c:pt>
                <c:pt idx="621">
                  <c:v>3.618</c:v>
                </c:pt>
                <c:pt idx="622">
                  <c:v>3.676</c:v>
                </c:pt>
                <c:pt idx="623">
                  <c:v>3.735</c:v>
                </c:pt>
                <c:pt idx="624">
                  <c:v>3.795</c:v>
                </c:pt>
                <c:pt idx="625">
                  <c:v>3.703</c:v>
                </c:pt>
                <c:pt idx="626">
                  <c:v>3.704</c:v>
                </c:pt>
                <c:pt idx="627">
                  <c:v>3.602</c:v>
                </c:pt>
                <c:pt idx="628">
                  <c:v>3.614</c:v>
                </c:pt>
                <c:pt idx="629">
                  <c:v>3.611</c:v>
                </c:pt>
                <c:pt idx="630">
                  <c:v>3.596</c:v>
                </c:pt>
                <c:pt idx="631">
                  <c:v>3.543</c:v>
                </c:pt>
                <c:pt idx="632">
                  <c:v>3.581</c:v>
                </c:pt>
                <c:pt idx="633">
                  <c:v>3.602</c:v>
                </c:pt>
                <c:pt idx="634">
                  <c:v>3.617</c:v>
                </c:pt>
                <c:pt idx="635">
                  <c:v>3.645</c:v>
                </c:pt>
                <c:pt idx="636">
                  <c:v>3.627</c:v>
                </c:pt>
                <c:pt idx="637">
                  <c:v>3.587</c:v>
                </c:pt>
                <c:pt idx="638">
                  <c:v>3.635</c:v>
                </c:pt>
                <c:pt idx="639">
                  <c:v>3.681</c:v>
                </c:pt>
                <c:pt idx="640">
                  <c:v>3.647</c:v>
                </c:pt>
                <c:pt idx="641">
                  <c:v>3.677</c:v>
                </c:pt>
                <c:pt idx="642">
                  <c:v>3.714</c:v>
                </c:pt>
                <c:pt idx="643">
                  <c:v>3.738</c:v>
                </c:pt>
                <c:pt idx="644">
                  <c:v>3.689</c:v>
                </c:pt>
                <c:pt idx="645">
                  <c:v>3.647</c:v>
                </c:pt>
                <c:pt idx="646">
                  <c:v>3.672</c:v>
                </c:pt>
                <c:pt idx="647">
                  <c:v>3.687</c:v>
                </c:pt>
                <c:pt idx="648">
                  <c:v>3.698</c:v>
                </c:pt>
                <c:pt idx="649">
                  <c:v>3.747</c:v>
                </c:pt>
                <c:pt idx="650">
                  <c:v>3.712</c:v>
                </c:pt>
                <c:pt idx="651">
                  <c:v>3.788</c:v>
                </c:pt>
                <c:pt idx="652">
                  <c:v>3.729</c:v>
                </c:pt>
                <c:pt idx="653">
                  <c:v>3.795</c:v>
                </c:pt>
                <c:pt idx="654">
                  <c:v>3.802</c:v>
                </c:pt>
                <c:pt idx="655">
                  <c:v>3.771</c:v>
                </c:pt>
                <c:pt idx="656">
                  <c:v>3.759</c:v>
                </c:pt>
                <c:pt idx="657">
                  <c:v>3.789</c:v>
                </c:pt>
                <c:pt idx="658">
                  <c:v>3.759</c:v>
                </c:pt>
                <c:pt idx="659">
                  <c:v>3.74</c:v>
                </c:pt>
                <c:pt idx="660">
                  <c:v>3.732</c:v>
                </c:pt>
                <c:pt idx="661">
                  <c:v>3.711</c:v>
                </c:pt>
                <c:pt idx="662">
                  <c:v>3.689</c:v>
                </c:pt>
                <c:pt idx="663">
                  <c:v>3.738</c:v>
                </c:pt>
                <c:pt idx="664">
                  <c:v>3.765</c:v>
                </c:pt>
                <c:pt idx="665">
                  <c:v>3.765</c:v>
                </c:pt>
                <c:pt idx="666">
                  <c:v>3.847</c:v>
                </c:pt>
                <c:pt idx="667">
                  <c:v>3.795</c:v>
                </c:pt>
                <c:pt idx="668">
                  <c:v>3.865</c:v>
                </c:pt>
                <c:pt idx="669">
                  <c:v>3.863</c:v>
                </c:pt>
                <c:pt idx="670">
                  <c:v>3.853</c:v>
                </c:pt>
                <c:pt idx="671">
                  <c:v>3.836</c:v>
                </c:pt>
                <c:pt idx="672">
                  <c:v>3.85</c:v>
                </c:pt>
                <c:pt idx="673">
                  <c:v>3.891</c:v>
                </c:pt>
                <c:pt idx="674">
                  <c:v>3.887</c:v>
                </c:pt>
                <c:pt idx="675">
                  <c:v>3.89</c:v>
                </c:pt>
                <c:pt idx="676">
                  <c:v>3.93</c:v>
                </c:pt>
                <c:pt idx="677">
                  <c:v>3.876</c:v>
                </c:pt>
                <c:pt idx="678">
                  <c:v>3.876</c:v>
                </c:pt>
                <c:pt idx="679">
                  <c:v>3.891</c:v>
                </c:pt>
                <c:pt idx="680">
                  <c:v>3.884</c:v>
                </c:pt>
                <c:pt idx="681">
                  <c:v>4.108</c:v>
                </c:pt>
                <c:pt idx="682">
                  <c:v>4.081</c:v>
                </c:pt>
                <c:pt idx="683">
                  <c:v>4.015</c:v>
                </c:pt>
                <c:pt idx="684">
                  <c:v>3.997</c:v>
                </c:pt>
                <c:pt idx="685">
                  <c:v>3.953</c:v>
                </c:pt>
                <c:pt idx="686">
                  <c:v>3.932</c:v>
                </c:pt>
                <c:pt idx="687">
                  <c:v>3.957</c:v>
                </c:pt>
                <c:pt idx="688">
                  <c:v>3.973</c:v>
                </c:pt>
                <c:pt idx="689">
                  <c:v>3.991</c:v>
                </c:pt>
                <c:pt idx="690">
                  <c:v>4.031</c:v>
                </c:pt>
                <c:pt idx="691">
                  <c:v>4.07</c:v>
                </c:pt>
                <c:pt idx="692">
                  <c:v>4.033</c:v>
                </c:pt>
                <c:pt idx="693">
                  <c:v>4.055</c:v>
                </c:pt>
                <c:pt idx="694">
                  <c:v>4.004</c:v>
                </c:pt>
                <c:pt idx="695">
                  <c:v>4.038</c:v>
                </c:pt>
                <c:pt idx="696">
                  <c:v>4.104</c:v>
                </c:pt>
                <c:pt idx="697">
                  <c:v>4.073</c:v>
                </c:pt>
                <c:pt idx="698">
                  <c:v>4.089</c:v>
                </c:pt>
                <c:pt idx="699">
                  <c:v>4.085</c:v>
                </c:pt>
                <c:pt idx="700">
                  <c:v>4.071</c:v>
                </c:pt>
                <c:pt idx="701">
                  <c:v>3.979</c:v>
                </c:pt>
                <c:pt idx="702">
                  <c:v>3.949</c:v>
                </c:pt>
                <c:pt idx="703">
                  <c:v>3.877</c:v>
                </c:pt>
                <c:pt idx="704">
                  <c:v>3.887</c:v>
                </c:pt>
                <c:pt idx="705">
                  <c:v>3.868</c:v>
                </c:pt>
                <c:pt idx="706">
                  <c:v>3.847</c:v>
                </c:pt>
                <c:pt idx="707">
                  <c:v>3.862</c:v>
                </c:pt>
                <c:pt idx="708">
                  <c:v>3.877</c:v>
                </c:pt>
                <c:pt idx="709">
                  <c:v>3.857</c:v>
                </c:pt>
                <c:pt idx="710">
                  <c:v>3.744</c:v>
                </c:pt>
                <c:pt idx="711">
                  <c:v>3.701</c:v>
                </c:pt>
                <c:pt idx="712">
                  <c:v>3.681</c:v>
                </c:pt>
                <c:pt idx="713">
                  <c:v>3.667</c:v>
                </c:pt>
                <c:pt idx="714">
                  <c:v>3.644</c:v>
                </c:pt>
                <c:pt idx="715">
                  <c:v>3.666</c:v>
                </c:pt>
                <c:pt idx="716">
                  <c:v>3.644</c:v>
                </c:pt>
                <c:pt idx="717">
                  <c:v>3.677</c:v>
                </c:pt>
                <c:pt idx="718">
                  <c:v>3.689</c:v>
                </c:pt>
                <c:pt idx="719">
                  <c:v>3.648</c:v>
                </c:pt>
                <c:pt idx="720">
                  <c:v>3.554</c:v>
                </c:pt>
                <c:pt idx="721">
                  <c:v>3.583</c:v>
                </c:pt>
                <c:pt idx="722">
                  <c:v>3.587</c:v>
                </c:pt>
                <c:pt idx="723">
                  <c:v>3.531</c:v>
                </c:pt>
                <c:pt idx="724">
                  <c:v>3.484</c:v>
                </c:pt>
                <c:pt idx="725">
                  <c:v>3.463</c:v>
                </c:pt>
                <c:pt idx="726">
                  <c:v>3.511</c:v>
                </c:pt>
                <c:pt idx="727">
                  <c:v>3.461</c:v>
                </c:pt>
                <c:pt idx="728">
                  <c:v>3.48</c:v>
                </c:pt>
                <c:pt idx="729">
                  <c:v>3.446</c:v>
                </c:pt>
                <c:pt idx="730">
                  <c:v>3.465</c:v>
                </c:pt>
                <c:pt idx="731">
                  <c:v>3.258</c:v>
                </c:pt>
                <c:pt idx="732">
                  <c:v>3.281</c:v>
                </c:pt>
                <c:pt idx="733">
                  <c:v>3.277</c:v>
                </c:pt>
                <c:pt idx="734">
                  <c:v>3.296</c:v>
                </c:pt>
                <c:pt idx="735">
                  <c:v>3.232</c:v>
                </c:pt>
                <c:pt idx="736">
                  <c:v>3.236</c:v>
                </c:pt>
                <c:pt idx="737">
                  <c:v>3.234</c:v>
                </c:pt>
                <c:pt idx="738">
                  <c:v>3.221</c:v>
                </c:pt>
                <c:pt idx="739">
                  <c:v>3.22</c:v>
                </c:pt>
                <c:pt idx="740">
                  <c:v>3.154</c:v>
                </c:pt>
                <c:pt idx="741">
                  <c:v>3.154</c:v>
                </c:pt>
                <c:pt idx="742">
                  <c:v>3.24</c:v>
                </c:pt>
                <c:pt idx="743">
                  <c:v>3.278</c:v>
                </c:pt>
                <c:pt idx="744">
                  <c:v>3.227</c:v>
                </c:pt>
                <c:pt idx="745">
                  <c:v>3.283</c:v>
                </c:pt>
                <c:pt idx="746">
                  <c:v>3.297</c:v>
                </c:pt>
                <c:pt idx="747">
                  <c:v>3.255</c:v>
                </c:pt>
                <c:pt idx="748">
                  <c:v>3.269</c:v>
                </c:pt>
                <c:pt idx="749">
                  <c:v>3.227</c:v>
                </c:pt>
                <c:pt idx="750">
                  <c:v>3.204</c:v>
                </c:pt>
                <c:pt idx="751">
                  <c:v>3.191</c:v>
                </c:pt>
                <c:pt idx="752">
                  <c:v>3.235</c:v>
                </c:pt>
                <c:pt idx="753">
                  <c:v>3.277</c:v>
                </c:pt>
                <c:pt idx="754">
                  <c:v>3.285</c:v>
                </c:pt>
                <c:pt idx="755">
                  <c:v>3.307</c:v>
                </c:pt>
                <c:pt idx="756">
                  <c:v>3.278</c:v>
                </c:pt>
                <c:pt idx="757">
                  <c:v>3.286</c:v>
                </c:pt>
                <c:pt idx="758">
                  <c:v>3.3</c:v>
                </c:pt>
                <c:pt idx="759">
                  <c:v>3.313</c:v>
                </c:pt>
                <c:pt idx="760">
                  <c:v>3.263</c:v>
                </c:pt>
                <c:pt idx="761">
                  <c:v>3.304</c:v>
                </c:pt>
                <c:pt idx="762">
                  <c:v>3.268</c:v>
                </c:pt>
                <c:pt idx="763">
                  <c:v>3.261</c:v>
                </c:pt>
                <c:pt idx="764">
                  <c:v>3.267</c:v>
                </c:pt>
                <c:pt idx="765">
                  <c:v>3.248</c:v>
                </c:pt>
                <c:pt idx="766">
                  <c:v>3.312</c:v>
                </c:pt>
                <c:pt idx="767">
                  <c:v>3.292</c:v>
                </c:pt>
                <c:pt idx="768">
                  <c:v>3.286</c:v>
                </c:pt>
                <c:pt idx="769">
                  <c:v>3.305</c:v>
                </c:pt>
                <c:pt idx="770">
                  <c:v>3.353</c:v>
                </c:pt>
                <c:pt idx="771">
                  <c:v>3.425</c:v>
                </c:pt>
                <c:pt idx="772">
                  <c:v>3.405</c:v>
                </c:pt>
                <c:pt idx="773">
                  <c:v>3.405</c:v>
                </c:pt>
                <c:pt idx="774">
                  <c:v>3.397</c:v>
                </c:pt>
                <c:pt idx="775">
                  <c:v>3.405</c:v>
                </c:pt>
                <c:pt idx="776">
                  <c:v>3.402</c:v>
                </c:pt>
                <c:pt idx="777">
                  <c:v>3.342</c:v>
                </c:pt>
                <c:pt idx="778">
                  <c:v>3.374</c:v>
                </c:pt>
                <c:pt idx="779">
                  <c:v>3.34</c:v>
                </c:pt>
                <c:pt idx="780">
                  <c:v>3.364</c:v>
                </c:pt>
                <c:pt idx="781">
                  <c:v>3.359</c:v>
                </c:pt>
                <c:pt idx="782">
                  <c:v>3.385</c:v>
                </c:pt>
                <c:pt idx="783">
                  <c:v>3.36</c:v>
                </c:pt>
                <c:pt idx="784">
                  <c:v>3.349</c:v>
                </c:pt>
                <c:pt idx="785">
                  <c:v>3.325</c:v>
                </c:pt>
                <c:pt idx="786">
                  <c:v>3.321</c:v>
                </c:pt>
                <c:pt idx="787">
                  <c:v>3.271</c:v>
                </c:pt>
                <c:pt idx="788">
                  <c:v>3.275</c:v>
                </c:pt>
                <c:pt idx="789">
                  <c:v>3.273</c:v>
                </c:pt>
                <c:pt idx="790">
                  <c:v>3.251</c:v>
                </c:pt>
                <c:pt idx="791">
                  <c:v>3.273</c:v>
                </c:pt>
                <c:pt idx="792">
                  <c:v>3.308</c:v>
                </c:pt>
                <c:pt idx="793">
                  <c:v>3.348</c:v>
                </c:pt>
                <c:pt idx="794">
                  <c:v>3.383</c:v>
                </c:pt>
                <c:pt idx="795">
                  <c:v>3.371</c:v>
                </c:pt>
                <c:pt idx="796">
                  <c:v>3.306</c:v>
                </c:pt>
                <c:pt idx="797">
                  <c:v>3.284</c:v>
                </c:pt>
                <c:pt idx="798">
                  <c:v>3.29</c:v>
                </c:pt>
                <c:pt idx="799">
                  <c:v>3.301</c:v>
                </c:pt>
                <c:pt idx="800">
                  <c:v>3.288</c:v>
                </c:pt>
                <c:pt idx="801">
                  <c:v>3.293</c:v>
                </c:pt>
                <c:pt idx="802">
                  <c:v>3.322</c:v>
                </c:pt>
                <c:pt idx="803">
                  <c:v>3.291</c:v>
                </c:pt>
                <c:pt idx="804">
                  <c:v>3.333</c:v>
                </c:pt>
                <c:pt idx="805">
                  <c:v>3.341</c:v>
                </c:pt>
                <c:pt idx="806">
                  <c:v>3.338</c:v>
                </c:pt>
                <c:pt idx="807">
                  <c:v>3.329</c:v>
                </c:pt>
                <c:pt idx="808">
                  <c:v>3.383</c:v>
                </c:pt>
                <c:pt idx="809">
                  <c:v>3.391</c:v>
                </c:pt>
                <c:pt idx="810">
                  <c:v>3.466</c:v>
                </c:pt>
                <c:pt idx="811">
                  <c:v>3.403</c:v>
                </c:pt>
                <c:pt idx="812">
                  <c:v>3.44</c:v>
                </c:pt>
                <c:pt idx="813">
                  <c:v>3.469</c:v>
                </c:pt>
                <c:pt idx="814">
                  <c:v>3.475</c:v>
                </c:pt>
                <c:pt idx="815">
                  <c:v>3.427</c:v>
                </c:pt>
                <c:pt idx="816">
                  <c:v>3.468</c:v>
                </c:pt>
                <c:pt idx="817">
                  <c:v>3.512</c:v>
                </c:pt>
                <c:pt idx="818">
                  <c:v>3.489</c:v>
                </c:pt>
                <c:pt idx="819">
                  <c:v>3.509</c:v>
                </c:pt>
                <c:pt idx="820">
                  <c:v>3.543</c:v>
                </c:pt>
                <c:pt idx="821">
                  <c:v>3.531</c:v>
                </c:pt>
                <c:pt idx="822">
                  <c:v>3.552</c:v>
                </c:pt>
                <c:pt idx="823">
                  <c:v>3.529</c:v>
                </c:pt>
                <c:pt idx="824">
                  <c:v>3.509</c:v>
                </c:pt>
                <c:pt idx="825">
                  <c:v>3.5</c:v>
                </c:pt>
                <c:pt idx="826">
                  <c:v>3.448</c:v>
                </c:pt>
                <c:pt idx="827">
                  <c:v>3.439</c:v>
                </c:pt>
                <c:pt idx="828">
                  <c:v>3.453</c:v>
                </c:pt>
                <c:pt idx="829">
                  <c:v>3.44</c:v>
                </c:pt>
                <c:pt idx="830">
                  <c:v>3.452</c:v>
                </c:pt>
                <c:pt idx="831">
                  <c:v>3.454</c:v>
                </c:pt>
                <c:pt idx="832">
                  <c:v>3.375</c:v>
                </c:pt>
                <c:pt idx="833">
                  <c:v>3.379</c:v>
                </c:pt>
                <c:pt idx="834">
                  <c:v>3.412</c:v>
                </c:pt>
                <c:pt idx="835">
                  <c:v>3.411</c:v>
                </c:pt>
                <c:pt idx="836">
                  <c:v>3.409</c:v>
                </c:pt>
                <c:pt idx="837">
                  <c:v>3.402</c:v>
                </c:pt>
                <c:pt idx="838">
                  <c:v>3.423</c:v>
                </c:pt>
                <c:pt idx="839">
                  <c:v>3.413</c:v>
                </c:pt>
                <c:pt idx="840">
                  <c:v>3.394</c:v>
                </c:pt>
                <c:pt idx="841">
                  <c:v>3.425</c:v>
                </c:pt>
                <c:pt idx="842">
                  <c:v>3.44</c:v>
                </c:pt>
                <c:pt idx="843">
                  <c:v>3.452</c:v>
                </c:pt>
                <c:pt idx="844">
                  <c:v>3.434</c:v>
                </c:pt>
                <c:pt idx="845">
                  <c:v>3.39</c:v>
                </c:pt>
                <c:pt idx="846">
                  <c:v>3.345</c:v>
                </c:pt>
                <c:pt idx="847">
                  <c:v>3.308</c:v>
                </c:pt>
                <c:pt idx="848">
                  <c:v>3.353</c:v>
                </c:pt>
                <c:pt idx="849">
                  <c:v>3.341</c:v>
                </c:pt>
                <c:pt idx="850">
                  <c:v>3.307</c:v>
                </c:pt>
                <c:pt idx="851">
                  <c:v>3.277</c:v>
                </c:pt>
                <c:pt idx="852">
                  <c:v>3.252</c:v>
                </c:pt>
                <c:pt idx="853">
                  <c:v>3.212</c:v>
                </c:pt>
                <c:pt idx="854">
                  <c:v>3.214</c:v>
                </c:pt>
                <c:pt idx="855">
                  <c:v>3.162</c:v>
                </c:pt>
                <c:pt idx="856">
                  <c:v>3.196</c:v>
                </c:pt>
                <c:pt idx="857">
                  <c:v>3.176</c:v>
                </c:pt>
                <c:pt idx="858">
                  <c:v>3.194</c:v>
                </c:pt>
                <c:pt idx="859">
                  <c:v>3.201</c:v>
                </c:pt>
                <c:pt idx="860">
                  <c:v>3.215</c:v>
                </c:pt>
                <c:pt idx="861">
                  <c:v>3.22</c:v>
                </c:pt>
                <c:pt idx="862">
                  <c:v>3.182</c:v>
                </c:pt>
                <c:pt idx="863">
                  <c:v>3.21</c:v>
                </c:pt>
                <c:pt idx="864">
                  <c:v>3.169</c:v>
                </c:pt>
                <c:pt idx="865">
                  <c:v>3.16</c:v>
                </c:pt>
                <c:pt idx="866">
                  <c:v>3.128</c:v>
                </c:pt>
                <c:pt idx="867">
                  <c:v>3.115</c:v>
                </c:pt>
                <c:pt idx="868">
                  <c:v>3.119</c:v>
                </c:pt>
                <c:pt idx="869">
                  <c:v>3.114</c:v>
                </c:pt>
                <c:pt idx="870">
                  <c:v>3.12</c:v>
                </c:pt>
                <c:pt idx="871">
                  <c:v>3.163</c:v>
                </c:pt>
                <c:pt idx="872">
                  <c:v>3.101</c:v>
                </c:pt>
                <c:pt idx="873">
                  <c:v>3.076</c:v>
                </c:pt>
                <c:pt idx="874">
                  <c:v>3.035</c:v>
                </c:pt>
                <c:pt idx="875">
                  <c:v>3.05</c:v>
                </c:pt>
                <c:pt idx="876">
                  <c:v>3.058</c:v>
                </c:pt>
                <c:pt idx="877">
                  <c:v>3.074</c:v>
                </c:pt>
                <c:pt idx="878">
                  <c:v>3.071</c:v>
                </c:pt>
                <c:pt idx="879">
                  <c:v>3.084</c:v>
                </c:pt>
                <c:pt idx="880">
                  <c:v>3.046</c:v>
                </c:pt>
                <c:pt idx="881">
                  <c:v>3.024</c:v>
                </c:pt>
                <c:pt idx="882">
                  <c:v>3.024</c:v>
                </c:pt>
                <c:pt idx="883">
                  <c:v>2.978</c:v>
                </c:pt>
                <c:pt idx="884">
                  <c:v>2.994</c:v>
                </c:pt>
                <c:pt idx="885">
                  <c:v>3.004</c:v>
                </c:pt>
                <c:pt idx="886">
                  <c:v>2.976</c:v>
                </c:pt>
                <c:pt idx="887">
                  <c:v>2.939</c:v>
                </c:pt>
                <c:pt idx="888">
                  <c:v>2.806</c:v>
                </c:pt>
                <c:pt idx="889">
                  <c:v>2.935</c:v>
                </c:pt>
                <c:pt idx="890">
                  <c:v>2.929</c:v>
                </c:pt>
                <c:pt idx="891">
                  <c:v>2.911</c:v>
                </c:pt>
                <c:pt idx="892">
                  <c:v>2.941</c:v>
                </c:pt>
                <c:pt idx="893">
                  <c:v>2.946</c:v>
                </c:pt>
                <c:pt idx="894">
                  <c:v>2.918</c:v>
                </c:pt>
                <c:pt idx="895">
                  <c:v>2.888</c:v>
                </c:pt>
                <c:pt idx="896">
                  <c:v>2.928</c:v>
                </c:pt>
                <c:pt idx="897">
                  <c:v>2.927</c:v>
                </c:pt>
                <c:pt idx="898">
                  <c:v>2.944</c:v>
                </c:pt>
                <c:pt idx="899">
                  <c:v>2.94</c:v>
                </c:pt>
                <c:pt idx="900">
                  <c:v>2.907</c:v>
                </c:pt>
                <c:pt idx="901">
                  <c:v>2.92</c:v>
                </c:pt>
                <c:pt idx="902">
                  <c:v>2.89</c:v>
                </c:pt>
                <c:pt idx="903">
                  <c:v>2.94</c:v>
                </c:pt>
                <c:pt idx="904">
                  <c:v>2.919</c:v>
                </c:pt>
                <c:pt idx="905">
                  <c:v>2.939</c:v>
                </c:pt>
                <c:pt idx="906">
                  <c:v>2.953</c:v>
                </c:pt>
                <c:pt idx="907">
                  <c:v>2.989</c:v>
                </c:pt>
                <c:pt idx="908">
                  <c:v>2.981</c:v>
                </c:pt>
                <c:pt idx="909">
                  <c:v>2.931</c:v>
                </c:pt>
                <c:pt idx="910">
                  <c:v>2.905</c:v>
                </c:pt>
                <c:pt idx="911">
                  <c:v>2.881</c:v>
                </c:pt>
                <c:pt idx="912">
                  <c:v>2.897</c:v>
                </c:pt>
                <c:pt idx="913">
                  <c:v>2.877</c:v>
                </c:pt>
                <c:pt idx="914">
                  <c:v>2.82</c:v>
                </c:pt>
                <c:pt idx="915">
                  <c:v>2.866</c:v>
                </c:pt>
                <c:pt idx="916">
                  <c:v>2.822</c:v>
                </c:pt>
                <c:pt idx="917">
                  <c:v>2.843</c:v>
                </c:pt>
                <c:pt idx="918">
                  <c:v>2.838</c:v>
                </c:pt>
                <c:pt idx="919">
                  <c:v>2.864</c:v>
                </c:pt>
                <c:pt idx="920">
                  <c:v>2.854</c:v>
                </c:pt>
                <c:pt idx="921">
                  <c:v>2.812</c:v>
                </c:pt>
                <c:pt idx="922">
                  <c:v>2.807</c:v>
                </c:pt>
                <c:pt idx="923">
                  <c:v>2.826</c:v>
                </c:pt>
                <c:pt idx="924">
                  <c:v>2.811</c:v>
                </c:pt>
                <c:pt idx="925">
                  <c:v>2.78</c:v>
                </c:pt>
                <c:pt idx="926">
                  <c:v>2.824</c:v>
                </c:pt>
                <c:pt idx="927">
                  <c:v>2.96</c:v>
                </c:pt>
                <c:pt idx="928">
                  <c:v>2.932</c:v>
                </c:pt>
                <c:pt idx="929">
                  <c:v>2.962</c:v>
                </c:pt>
                <c:pt idx="930">
                  <c:v>2.947</c:v>
                </c:pt>
                <c:pt idx="931">
                  <c:v>2.938</c:v>
                </c:pt>
                <c:pt idx="932">
                  <c:v>2.906</c:v>
                </c:pt>
                <c:pt idx="933">
                  <c:v>2.88</c:v>
                </c:pt>
                <c:pt idx="934">
                  <c:v>2.897</c:v>
                </c:pt>
                <c:pt idx="935">
                  <c:v>2.908</c:v>
                </c:pt>
                <c:pt idx="936">
                  <c:v>2.902</c:v>
                </c:pt>
                <c:pt idx="937">
                  <c:v>2.943</c:v>
                </c:pt>
                <c:pt idx="938">
                  <c:v>2.936</c:v>
                </c:pt>
                <c:pt idx="939">
                  <c:v>2.891</c:v>
                </c:pt>
                <c:pt idx="940">
                  <c:v>2.882</c:v>
                </c:pt>
                <c:pt idx="941">
                  <c:v>2.932</c:v>
                </c:pt>
                <c:pt idx="942">
                  <c:v>2.936</c:v>
                </c:pt>
                <c:pt idx="943">
                  <c:v>2.937</c:v>
                </c:pt>
                <c:pt idx="944">
                  <c:v>2.936</c:v>
                </c:pt>
                <c:pt idx="945">
                  <c:v>2.939</c:v>
                </c:pt>
                <c:pt idx="946">
                  <c:v>2.935</c:v>
                </c:pt>
                <c:pt idx="947">
                  <c:v>2.918</c:v>
                </c:pt>
                <c:pt idx="948">
                  <c:v>2.96</c:v>
                </c:pt>
                <c:pt idx="949">
                  <c:v>2.922</c:v>
                </c:pt>
                <c:pt idx="950">
                  <c:v>2.889</c:v>
                </c:pt>
                <c:pt idx="951">
                  <c:v>2.901</c:v>
                </c:pt>
                <c:pt idx="952">
                  <c:v>2.9</c:v>
                </c:pt>
                <c:pt idx="953">
                  <c:v>2.939</c:v>
                </c:pt>
                <c:pt idx="954">
                  <c:v>2.929</c:v>
                </c:pt>
                <c:pt idx="955">
                  <c:v>2.941</c:v>
                </c:pt>
                <c:pt idx="956">
                  <c:v>2.915</c:v>
                </c:pt>
                <c:pt idx="957">
                  <c:v>2.889</c:v>
                </c:pt>
                <c:pt idx="958">
                  <c:v>2.873</c:v>
                </c:pt>
                <c:pt idx="959">
                  <c:v>2.829</c:v>
                </c:pt>
                <c:pt idx="960">
                  <c:v>2.816</c:v>
                </c:pt>
                <c:pt idx="961">
                  <c:v>2.773</c:v>
                </c:pt>
                <c:pt idx="962">
                  <c:v>2.773</c:v>
                </c:pt>
                <c:pt idx="963">
                  <c:v>2.741</c:v>
                </c:pt>
                <c:pt idx="964">
                  <c:v>2.638</c:v>
                </c:pt>
                <c:pt idx="965">
                  <c:v>2.607</c:v>
                </c:pt>
                <c:pt idx="966">
                  <c:v>2.567</c:v>
                </c:pt>
                <c:pt idx="967">
                  <c:v>2.585</c:v>
                </c:pt>
                <c:pt idx="968">
                  <c:v>2.626</c:v>
                </c:pt>
                <c:pt idx="969">
                  <c:v>2.603</c:v>
                </c:pt>
                <c:pt idx="970">
                  <c:v>2.62</c:v>
                </c:pt>
                <c:pt idx="971">
                  <c:v>2.579</c:v>
                </c:pt>
                <c:pt idx="972">
                  <c:v>2.524</c:v>
                </c:pt>
                <c:pt idx="973">
                  <c:v>2.536</c:v>
                </c:pt>
                <c:pt idx="974">
                  <c:v>2.549</c:v>
                </c:pt>
                <c:pt idx="975">
                  <c:v>2.541</c:v>
                </c:pt>
                <c:pt idx="976">
                  <c:v>2.553</c:v>
                </c:pt>
                <c:pt idx="977">
                  <c:v>2.621</c:v>
                </c:pt>
                <c:pt idx="978">
                  <c:v>2.536</c:v>
                </c:pt>
                <c:pt idx="979">
                  <c:v>2.603</c:v>
                </c:pt>
                <c:pt idx="980">
                  <c:v>2.629</c:v>
                </c:pt>
                <c:pt idx="981">
                  <c:v>2.616</c:v>
                </c:pt>
                <c:pt idx="982">
                  <c:v>2.626</c:v>
                </c:pt>
                <c:pt idx="983">
                  <c:v>2.648</c:v>
                </c:pt>
                <c:pt idx="984">
                  <c:v>2.634</c:v>
                </c:pt>
                <c:pt idx="985">
                  <c:v>2.597</c:v>
                </c:pt>
                <c:pt idx="986">
                  <c:v>2.596</c:v>
                </c:pt>
                <c:pt idx="987">
                  <c:v>2.507</c:v>
                </c:pt>
                <c:pt idx="988">
                  <c:v>2.482</c:v>
                </c:pt>
                <c:pt idx="989">
                  <c:v>2.524</c:v>
                </c:pt>
                <c:pt idx="990">
                  <c:v>2.508</c:v>
                </c:pt>
                <c:pt idx="991">
                  <c:v>2.505</c:v>
                </c:pt>
                <c:pt idx="992">
                  <c:v>2.5</c:v>
                </c:pt>
                <c:pt idx="993">
                  <c:v>2.561</c:v>
                </c:pt>
                <c:pt idx="994">
                  <c:v>2.664</c:v>
                </c:pt>
                <c:pt idx="995">
                  <c:v>2.646</c:v>
                </c:pt>
                <c:pt idx="996">
                  <c:v>2.675</c:v>
                </c:pt>
                <c:pt idx="997">
                  <c:v>2.626</c:v>
                </c:pt>
                <c:pt idx="998">
                  <c:v>2.588</c:v>
                </c:pt>
                <c:pt idx="999">
                  <c:v>2.623</c:v>
                </c:pt>
                <c:pt idx="1000">
                  <c:v>2.579</c:v>
                </c:pt>
                <c:pt idx="1001">
                  <c:v>2.577</c:v>
                </c:pt>
                <c:pt idx="1002">
                  <c:v>2.578</c:v>
                </c:pt>
                <c:pt idx="1003">
                  <c:v>2.57</c:v>
                </c:pt>
                <c:pt idx="1004">
                  <c:v>2.573</c:v>
                </c:pt>
                <c:pt idx="1005">
                  <c:v>2.572</c:v>
                </c:pt>
                <c:pt idx="1006">
                  <c:v>2.584</c:v>
                </c:pt>
                <c:pt idx="1007">
                  <c:v>2.578</c:v>
                </c:pt>
                <c:pt idx="1008">
                  <c:v>2.582</c:v>
                </c:pt>
                <c:pt idx="1009">
                  <c:v>2.635</c:v>
                </c:pt>
                <c:pt idx="1010">
                  <c:v>2.638</c:v>
                </c:pt>
                <c:pt idx="1011">
                  <c:v>2.633</c:v>
                </c:pt>
                <c:pt idx="1012">
                  <c:v>2.651</c:v>
                </c:pt>
                <c:pt idx="1013">
                  <c:v>2.631</c:v>
                </c:pt>
                <c:pt idx="1014">
                  <c:v>2.611</c:v>
                </c:pt>
                <c:pt idx="1015">
                  <c:v>2.623</c:v>
                </c:pt>
                <c:pt idx="1016">
                  <c:v>2.641</c:v>
                </c:pt>
                <c:pt idx="1017">
                  <c:v>2.63</c:v>
                </c:pt>
                <c:pt idx="1018">
                  <c:v>2.628</c:v>
                </c:pt>
                <c:pt idx="1019">
                  <c:v>2.618</c:v>
                </c:pt>
                <c:pt idx="1020">
                  <c:v>2.61</c:v>
                </c:pt>
                <c:pt idx="1021">
                  <c:v>2.596</c:v>
                </c:pt>
                <c:pt idx="1022">
                  <c:v>2.591</c:v>
                </c:pt>
                <c:pt idx="1023">
                  <c:v>2.592</c:v>
                </c:pt>
                <c:pt idx="1024">
                  <c:v>2.566</c:v>
                </c:pt>
                <c:pt idx="1025">
                  <c:v>2.541</c:v>
                </c:pt>
                <c:pt idx="1026">
                  <c:v>2.565</c:v>
                </c:pt>
                <c:pt idx="1027">
                  <c:v>2.594</c:v>
                </c:pt>
                <c:pt idx="1028">
                  <c:v>2.565</c:v>
                </c:pt>
                <c:pt idx="1029">
                  <c:v>2.596</c:v>
                </c:pt>
                <c:pt idx="1030">
                  <c:v>2.56</c:v>
                </c:pt>
                <c:pt idx="1031">
                  <c:v>2.55</c:v>
                </c:pt>
                <c:pt idx="1032">
                  <c:v>2.57</c:v>
                </c:pt>
                <c:pt idx="1033">
                  <c:v>2.596</c:v>
                </c:pt>
                <c:pt idx="1034">
                  <c:v>2.601</c:v>
                </c:pt>
                <c:pt idx="1035">
                  <c:v>2.598</c:v>
                </c:pt>
                <c:pt idx="1036">
                  <c:v>2.621</c:v>
                </c:pt>
                <c:pt idx="1037">
                  <c:v>2.598</c:v>
                </c:pt>
                <c:pt idx="1038">
                  <c:v>2.597</c:v>
                </c:pt>
                <c:pt idx="1039">
                  <c:v>2.604</c:v>
                </c:pt>
                <c:pt idx="1040">
                  <c:v>2.612</c:v>
                </c:pt>
                <c:pt idx="1041">
                  <c:v>2.618</c:v>
                </c:pt>
                <c:pt idx="1042">
                  <c:v>2.622</c:v>
                </c:pt>
                <c:pt idx="1043">
                  <c:v>2.629</c:v>
                </c:pt>
                <c:pt idx="1044">
                  <c:v>2.569</c:v>
                </c:pt>
                <c:pt idx="1045">
                  <c:v>2.581</c:v>
                </c:pt>
                <c:pt idx="1046">
                  <c:v>2.584</c:v>
                </c:pt>
                <c:pt idx="1047">
                  <c:v>2.529</c:v>
                </c:pt>
                <c:pt idx="1048">
                  <c:v>2.461</c:v>
                </c:pt>
                <c:pt idx="1049">
                  <c:v>2.405</c:v>
                </c:pt>
                <c:pt idx="1050">
                  <c:v>2.413</c:v>
                </c:pt>
                <c:pt idx="1051">
                  <c:v>2.434</c:v>
                </c:pt>
                <c:pt idx="1052">
                  <c:v>2.437</c:v>
                </c:pt>
                <c:pt idx="1053">
                  <c:v>2.411</c:v>
                </c:pt>
                <c:pt idx="1054">
                  <c:v>2.408</c:v>
                </c:pt>
                <c:pt idx="1055">
                  <c:v>2.399</c:v>
                </c:pt>
                <c:pt idx="1056">
                  <c:v>2.351</c:v>
                </c:pt>
                <c:pt idx="1057">
                  <c:v>2.385</c:v>
                </c:pt>
                <c:pt idx="1058">
                  <c:v>2.362</c:v>
                </c:pt>
                <c:pt idx="1059">
                  <c:v>2.331</c:v>
                </c:pt>
                <c:pt idx="1060">
                  <c:v>2.33</c:v>
                </c:pt>
                <c:pt idx="1061">
                  <c:v>2.337</c:v>
                </c:pt>
                <c:pt idx="1062">
                  <c:v>2.341</c:v>
                </c:pt>
                <c:pt idx="1063">
                  <c:v>2.305</c:v>
                </c:pt>
                <c:pt idx="1064">
                  <c:v>2.316</c:v>
                </c:pt>
                <c:pt idx="1065">
                  <c:v>2.31</c:v>
                </c:pt>
                <c:pt idx="1066">
                  <c:v>2.267</c:v>
                </c:pt>
                <c:pt idx="1067">
                  <c:v>2.282</c:v>
                </c:pt>
                <c:pt idx="1068">
                  <c:v>2.253</c:v>
                </c:pt>
                <c:pt idx="1069">
                  <c:v>2.281</c:v>
                </c:pt>
                <c:pt idx="1070">
                  <c:v>2.331</c:v>
                </c:pt>
                <c:pt idx="1071">
                  <c:v>2.33</c:v>
                </c:pt>
                <c:pt idx="1072">
                  <c:v>2.37</c:v>
                </c:pt>
                <c:pt idx="1073">
                  <c:v>2.351</c:v>
                </c:pt>
                <c:pt idx="1074">
                  <c:v>2.362</c:v>
                </c:pt>
                <c:pt idx="1075">
                  <c:v>2.319</c:v>
                </c:pt>
                <c:pt idx="1076">
                  <c:v>2.366</c:v>
                </c:pt>
                <c:pt idx="1077">
                  <c:v>2.33</c:v>
                </c:pt>
                <c:pt idx="1078">
                  <c:v>2.345</c:v>
                </c:pt>
                <c:pt idx="1079">
                  <c:v>2.336</c:v>
                </c:pt>
                <c:pt idx="1080">
                  <c:v>2.338</c:v>
                </c:pt>
                <c:pt idx="1081">
                  <c:v>2.348</c:v>
                </c:pt>
                <c:pt idx="1082">
                  <c:v>2.34</c:v>
                </c:pt>
                <c:pt idx="1083">
                  <c:v>2.314</c:v>
                </c:pt>
                <c:pt idx="1084">
                  <c:v>2.341</c:v>
                </c:pt>
                <c:pt idx="1085">
                  <c:v>2.347</c:v>
                </c:pt>
                <c:pt idx="1086">
                  <c:v>2.34</c:v>
                </c:pt>
                <c:pt idx="1087">
                  <c:v>2.414</c:v>
                </c:pt>
                <c:pt idx="1088">
                  <c:v>2.412</c:v>
                </c:pt>
                <c:pt idx="1089">
                  <c:v>2.405</c:v>
                </c:pt>
                <c:pt idx="1090">
                  <c:v>2.385</c:v>
                </c:pt>
                <c:pt idx="1091">
                  <c:v>2.419</c:v>
                </c:pt>
                <c:pt idx="1092">
                  <c:v>2.429</c:v>
                </c:pt>
                <c:pt idx="1093">
                  <c:v>2.462</c:v>
                </c:pt>
                <c:pt idx="1094">
                  <c:v>2.483</c:v>
                </c:pt>
                <c:pt idx="1095">
                  <c:v>2.448</c:v>
                </c:pt>
                <c:pt idx="1096">
                  <c:v>2.472</c:v>
                </c:pt>
                <c:pt idx="1097">
                  <c:v>2.475</c:v>
                </c:pt>
                <c:pt idx="1098">
                  <c:v>2.463</c:v>
                </c:pt>
                <c:pt idx="1099">
                  <c:v>2.498</c:v>
                </c:pt>
                <c:pt idx="1100">
                  <c:v>2.461</c:v>
                </c:pt>
                <c:pt idx="1101">
                  <c:v>2.46</c:v>
                </c:pt>
                <c:pt idx="1102">
                  <c:v>2.454</c:v>
                </c:pt>
                <c:pt idx="1103">
                  <c:v>2.453</c:v>
                </c:pt>
                <c:pt idx="1104">
                  <c:v>2.452</c:v>
                </c:pt>
                <c:pt idx="1105">
                  <c:v>2.454</c:v>
                </c:pt>
                <c:pt idx="1106">
                  <c:v>2.483</c:v>
                </c:pt>
                <c:pt idx="1107">
                  <c:v>2.449</c:v>
                </c:pt>
                <c:pt idx="1108">
                  <c:v>2.467</c:v>
                </c:pt>
                <c:pt idx="1109">
                  <c:v>2.482</c:v>
                </c:pt>
                <c:pt idx="1110">
                  <c:v>2.477</c:v>
                </c:pt>
                <c:pt idx="1111">
                  <c:v>2.478</c:v>
                </c:pt>
                <c:pt idx="1112">
                  <c:v>2.433</c:v>
                </c:pt>
                <c:pt idx="1113">
                  <c:v>2.448</c:v>
                </c:pt>
                <c:pt idx="1114">
                  <c:v>2.474</c:v>
                </c:pt>
                <c:pt idx="1115">
                  <c:v>2.463</c:v>
                </c:pt>
                <c:pt idx="1116">
                  <c:v>2.459</c:v>
                </c:pt>
                <c:pt idx="1117">
                  <c:v>2.479</c:v>
                </c:pt>
                <c:pt idx="1118">
                  <c:v>2.474</c:v>
                </c:pt>
                <c:pt idx="1119">
                  <c:v>2.456</c:v>
                </c:pt>
                <c:pt idx="1120">
                  <c:v>2.463</c:v>
                </c:pt>
                <c:pt idx="1121">
                  <c:v>2.458</c:v>
                </c:pt>
                <c:pt idx="1122">
                  <c:v>2.467</c:v>
                </c:pt>
                <c:pt idx="1123">
                  <c:v>2.485</c:v>
                </c:pt>
                <c:pt idx="1124">
                  <c:v>2.464</c:v>
                </c:pt>
                <c:pt idx="1125">
                  <c:v>2.46</c:v>
                </c:pt>
                <c:pt idx="1126">
                  <c:v>2.454</c:v>
                </c:pt>
                <c:pt idx="1127">
                  <c:v>2.46</c:v>
                </c:pt>
                <c:pt idx="1128">
                  <c:v>2.478</c:v>
                </c:pt>
                <c:pt idx="1129">
                  <c:v>2.421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3</c:f>
              <c:strCache>
                <c:ptCount val="1"/>
                <c:pt idx="0">
                  <c:v>국고10년</c:v>
                </c:pt>
              </c:strCache>
            </c:strRef>
          </c:tx>
          <c:spPr>
            <a:noFill/>
            <a:ln cap="rnd" w="9360">
              <a:solidFill>
                <a:srgbClr val="1c1c1c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93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994"/>
                <c:pt idx="0">
                  <c:v>44200</c:v>
                </c:pt>
                <c:pt idx="1">
                  <c:v>44201</c:v>
                </c:pt>
                <c:pt idx="2">
                  <c:v>44202</c:v>
                </c:pt>
                <c:pt idx="3">
                  <c:v>44203</c:v>
                </c:pt>
                <c:pt idx="4">
                  <c:v>44204</c:v>
                </c:pt>
                <c:pt idx="5">
                  <c:v>44207</c:v>
                </c:pt>
                <c:pt idx="6">
                  <c:v>44208</c:v>
                </c:pt>
                <c:pt idx="7">
                  <c:v>44209</c:v>
                </c:pt>
                <c:pt idx="8">
                  <c:v>44210</c:v>
                </c:pt>
                <c:pt idx="9">
                  <c:v>44211</c:v>
                </c:pt>
                <c:pt idx="10">
                  <c:v>44214</c:v>
                </c:pt>
                <c:pt idx="11">
                  <c:v>44215</c:v>
                </c:pt>
                <c:pt idx="12">
                  <c:v>44216</c:v>
                </c:pt>
                <c:pt idx="13">
                  <c:v>44217</c:v>
                </c:pt>
                <c:pt idx="14">
                  <c:v>44218</c:v>
                </c:pt>
                <c:pt idx="15">
                  <c:v>44221</c:v>
                </c:pt>
                <c:pt idx="16">
                  <c:v>44222</c:v>
                </c:pt>
                <c:pt idx="17">
                  <c:v>44223</c:v>
                </c:pt>
                <c:pt idx="18">
                  <c:v>44224</c:v>
                </c:pt>
                <c:pt idx="19">
                  <c:v>44225</c:v>
                </c:pt>
                <c:pt idx="20">
                  <c:v>44228</c:v>
                </c:pt>
                <c:pt idx="21">
                  <c:v>44229</c:v>
                </c:pt>
                <c:pt idx="22">
                  <c:v>44230</c:v>
                </c:pt>
                <c:pt idx="23">
                  <c:v>44231</c:v>
                </c:pt>
                <c:pt idx="24">
                  <c:v>44232</c:v>
                </c:pt>
                <c:pt idx="25">
                  <c:v>44235</c:v>
                </c:pt>
                <c:pt idx="26">
                  <c:v>44236</c:v>
                </c:pt>
                <c:pt idx="27">
                  <c:v>44237</c:v>
                </c:pt>
                <c:pt idx="28">
                  <c:v>44242</c:v>
                </c:pt>
                <c:pt idx="29">
                  <c:v>44243</c:v>
                </c:pt>
                <c:pt idx="30">
                  <c:v>44244</c:v>
                </c:pt>
                <c:pt idx="31">
                  <c:v>44245</c:v>
                </c:pt>
                <c:pt idx="32">
                  <c:v>44246</c:v>
                </c:pt>
                <c:pt idx="33">
                  <c:v>44249</c:v>
                </c:pt>
                <c:pt idx="34">
                  <c:v>44250</c:v>
                </c:pt>
                <c:pt idx="35">
                  <c:v>44251</c:v>
                </c:pt>
                <c:pt idx="36">
                  <c:v>44252</c:v>
                </c:pt>
                <c:pt idx="37">
                  <c:v>44253</c:v>
                </c:pt>
                <c:pt idx="38">
                  <c:v>44257</c:v>
                </c:pt>
                <c:pt idx="39">
                  <c:v>44258</c:v>
                </c:pt>
                <c:pt idx="40">
                  <c:v>44259</c:v>
                </c:pt>
                <c:pt idx="41">
                  <c:v>44260</c:v>
                </c:pt>
                <c:pt idx="42">
                  <c:v>44263</c:v>
                </c:pt>
                <c:pt idx="43">
                  <c:v>44264</c:v>
                </c:pt>
                <c:pt idx="44">
                  <c:v>44265</c:v>
                </c:pt>
                <c:pt idx="45">
                  <c:v>44266</c:v>
                </c:pt>
                <c:pt idx="46">
                  <c:v>44267</c:v>
                </c:pt>
                <c:pt idx="47">
                  <c:v>44270</c:v>
                </c:pt>
                <c:pt idx="48">
                  <c:v>44271</c:v>
                </c:pt>
                <c:pt idx="49">
                  <c:v>44272</c:v>
                </c:pt>
                <c:pt idx="50">
                  <c:v>44273</c:v>
                </c:pt>
                <c:pt idx="51">
                  <c:v>44274</c:v>
                </c:pt>
                <c:pt idx="52">
                  <c:v>44277</c:v>
                </c:pt>
                <c:pt idx="53">
                  <c:v>44278</c:v>
                </c:pt>
                <c:pt idx="54">
                  <c:v>44279</c:v>
                </c:pt>
                <c:pt idx="55">
                  <c:v>44280</c:v>
                </c:pt>
                <c:pt idx="56">
                  <c:v>44281</c:v>
                </c:pt>
                <c:pt idx="57">
                  <c:v>44284</c:v>
                </c:pt>
                <c:pt idx="58">
                  <c:v>44285</c:v>
                </c:pt>
                <c:pt idx="59">
                  <c:v>44286</c:v>
                </c:pt>
                <c:pt idx="60">
                  <c:v>44287</c:v>
                </c:pt>
                <c:pt idx="61">
                  <c:v>44288</c:v>
                </c:pt>
                <c:pt idx="62">
                  <c:v>44291</c:v>
                </c:pt>
                <c:pt idx="63">
                  <c:v>44292</c:v>
                </c:pt>
                <c:pt idx="64">
                  <c:v>44293</c:v>
                </c:pt>
                <c:pt idx="65">
                  <c:v>44294</c:v>
                </c:pt>
                <c:pt idx="66">
                  <c:v>44295</c:v>
                </c:pt>
                <c:pt idx="67">
                  <c:v>44298</c:v>
                </c:pt>
                <c:pt idx="68">
                  <c:v>44299</c:v>
                </c:pt>
                <c:pt idx="69">
                  <c:v>44300</c:v>
                </c:pt>
                <c:pt idx="70">
                  <c:v>44301</c:v>
                </c:pt>
                <c:pt idx="71">
                  <c:v>44302</c:v>
                </c:pt>
                <c:pt idx="72">
                  <c:v>44305</c:v>
                </c:pt>
                <c:pt idx="73">
                  <c:v>44306</c:v>
                </c:pt>
                <c:pt idx="74">
                  <c:v>44307</c:v>
                </c:pt>
                <c:pt idx="75">
                  <c:v>44308</c:v>
                </c:pt>
                <c:pt idx="76">
                  <c:v>44309</c:v>
                </c:pt>
                <c:pt idx="77">
                  <c:v>44312</c:v>
                </c:pt>
                <c:pt idx="78">
                  <c:v>44313</c:v>
                </c:pt>
                <c:pt idx="79">
                  <c:v>44314</c:v>
                </c:pt>
                <c:pt idx="80">
                  <c:v>44315</c:v>
                </c:pt>
                <c:pt idx="81">
                  <c:v>44316</c:v>
                </c:pt>
                <c:pt idx="82">
                  <c:v>44319</c:v>
                </c:pt>
                <c:pt idx="83">
                  <c:v>44320</c:v>
                </c:pt>
                <c:pt idx="84">
                  <c:v>44322</c:v>
                </c:pt>
                <c:pt idx="85">
                  <c:v>44323</c:v>
                </c:pt>
                <c:pt idx="86">
                  <c:v>44326</c:v>
                </c:pt>
                <c:pt idx="87">
                  <c:v>44327</c:v>
                </c:pt>
                <c:pt idx="88">
                  <c:v>44328</c:v>
                </c:pt>
                <c:pt idx="89">
                  <c:v>44329</c:v>
                </c:pt>
                <c:pt idx="90">
                  <c:v>44330</c:v>
                </c:pt>
                <c:pt idx="91">
                  <c:v>44333</c:v>
                </c:pt>
                <c:pt idx="92">
                  <c:v>44334</c:v>
                </c:pt>
                <c:pt idx="93">
                  <c:v>44336</c:v>
                </c:pt>
                <c:pt idx="94">
                  <c:v>44337</c:v>
                </c:pt>
                <c:pt idx="95">
                  <c:v>44340</c:v>
                </c:pt>
                <c:pt idx="96">
                  <c:v>44341</c:v>
                </c:pt>
                <c:pt idx="97">
                  <c:v>44342</c:v>
                </c:pt>
                <c:pt idx="98">
                  <c:v>44343</c:v>
                </c:pt>
                <c:pt idx="99">
                  <c:v>44344</c:v>
                </c:pt>
                <c:pt idx="100">
                  <c:v>44347</c:v>
                </c:pt>
                <c:pt idx="101">
                  <c:v>44348</c:v>
                </c:pt>
                <c:pt idx="102">
                  <c:v>44349</c:v>
                </c:pt>
                <c:pt idx="103">
                  <c:v>44350</c:v>
                </c:pt>
                <c:pt idx="104">
                  <c:v>44351</c:v>
                </c:pt>
                <c:pt idx="105">
                  <c:v>44354</c:v>
                </c:pt>
                <c:pt idx="106">
                  <c:v>44355</c:v>
                </c:pt>
                <c:pt idx="107">
                  <c:v>44356</c:v>
                </c:pt>
                <c:pt idx="108">
                  <c:v>44357</c:v>
                </c:pt>
                <c:pt idx="109">
                  <c:v>44358</c:v>
                </c:pt>
                <c:pt idx="110">
                  <c:v>44361</c:v>
                </c:pt>
                <c:pt idx="111">
                  <c:v>44362</c:v>
                </c:pt>
                <c:pt idx="112">
                  <c:v>44363</c:v>
                </c:pt>
                <c:pt idx="113">
                  <c:v>44364</c:v>
                </c:pt>
                <c:pt idx="114">
                  <c:v>44365</c:v>
                </c:pt>
                <c:pt idx="115">
                  <c:v>44368</c:v>
                </c:pt>
                <c:pt idx="116">
                  <c:v>44369</c:v>
                </c:pt>
                <c:pt idx="117">
                  <c:v>44370</c:v>
                </c:pt>
                <c:pt idx="118">
                  <c:v>44371</c:v>
                </c:pt>
                <c:pt idx="119">
                  <c:v>44372</c:v>
                </c:pt>
                <c:pt idx="120">
                  <c:v>44375</c:v>
                </c:pt>
                <c:pt idx="121">
                  <c:v>44376</c:v>
                </c:pt>
                <c:pt idx="122">
                  <c:v>44377</c:v>
                </c:pt>
                <c:pt idx="123">
                  <c:v>44378</c:v>
                </c:pt>
                <c:pt idx="124">
                  <c:v>44379</c:v>
                </c:pt>
                <c:pt idx="125">
                  <c:v>44382</c:v>
                </c:pt>
                <c:pt idx="126">
                  <c:v>44383</c:v>
                </c:pt>
                <c:pt idx="127">
                  <c:v>44384</c:v>
                </c:pt>
                <c:pt idx="128">
                  <c:v>44385</c:v>
                </c:pt>
                <c:pt idx="129">
                  <c:v>44386</c:v>
                </c:pt>
                <c:pt idx="130">
                  <c:v>44389</c:v>
                </c:pt>
                <c:pt idx="131">
                  <c:v>44390</c:v>
                </c:pt>
                <c:pt idx="132">
                  <c:v>44391</c:v>
                </c:pt>
                <c:pt idx="133">
                  <c:v>44392</c:v>
                </c:pt>
                <c:pt idx="134">
                  <c:v>44393</c:v>
                </c:pt>
                <c:pt idx="135">
                  <c:v>44396</c:v>
                </c:pt>
                <c:pt idx="136">
                  <c:v>44397</c:v>
                </c:pt>
                <c:pt idx="137">
                  <c:v>44398</c:v>
                </c:pt>
                <c:pt idx="138">
                  <c:v>44399</c:v>
                </c:pt>
                <c:pt idx="139">
                  <c:v>44400</c:v>
                </c:pt>
                <c:pt idx="140">
                  <c:v>44403</c:v>
                </c:pt>
                <c:pt idx="141">
                  <c:v>44404</c:v>
                </c:pt>
                <c:pt idx="142">
                  <c:v>44405</c:v>
                </c:pt>
                <c:pt idx="143">
                  <c:v>44406</c:v>
                </c:pt>
                <c:pt idx="144">
                  <c:v>44407</c:v>
                </c:pt>
                <c:pt idx="145">
                  <c:v>44410</c:v>
                </c:pt>
                <c:pt idx="146">
                  <c:v>44411</c:v>
                </c:pt>
                <c:pt idx="147">
                  <c:v>44412</c:v>
                </c:pt>
                <c:pt idx="148">
                  <c:v>44413</c:v>
                </c:pt>
                <c:pt idx="149">
                  <c:v>44414</c:v>
                </c:pt>
                <c:pt idx="150">
                  <c:v>44417</c:v>
                </c:pt>
                <c:pt idx="151">
                  <c:v>44418</c:v>
                </c:pt>
                <c:pt idx="152">
                  <c:v>44419</c:v>
                </c:pt>
                <c:pt idx="153">
                  <c:v>44420</c:v>
                </c:pt>
                <c:pt idx="154">
                  <c:v>44421</c:v>
                </c:pt>
                <c:pt idx="155">
                  <c:v>44425</c:v>
                </c:pt>
                <c:pt idx="156">
                  <c:v>44426</c:v>
                </c:pt>
                <c:pt idx="157">
                  <c:v>44427</c:v>
                </c:pt>
                <c:pt idx="158">
                  <c:v>44428</c:v>
                </c:pt>
                <c:pt idx="159">
                  <c:v>44431</c:v>
                </c:pt>
                <c:pt idx="160">
                  <c:v>44432</c:v>
                </c:pt>
                <c:pt idx="161">
                  <c:v>44433</c:v>
                </c:pt>
                <c:pt idx="162">
                  <c:v>44434</c:v>
                </c:pt>
                <c:pt idx="163">
                  <c:v>44435</c:v>
                </c:pt>
                <c:pt idx="164">
                  <c:v>44438</c:v>
                </c:pt>
                <c:pt idx="165">
                  <c:v>44439</c:v>
                </c:pt>
                <c:pt idx="166">
                  <c:v>44440</c:v>
                </c:pt>
                <c:pt idx="167">
                  <c:v>44441</c:v>
                </c:pt>
                <c:pt idx="168">
                  <c:v>44442</c:v>
                </c:pt>
                <c:pt idx="169">
                  <c:v>44445</c:v>
                </c:pt>
                <c:pt idx="170">
                  <c:v>44446</c:v>
                </c:pt>
                <c:pt idx="171">
                  <c:v>44447</c:v>
                </c:pt>
                <c:pt idx="172">
                  <c:v>44448</c:v>
                </c:pt>
                <c:pt idx="173">
                  <c:v>44449</c:v>
                </c:pt>
                <c:pt idx="174">
                  <c:v>44452</c:v>
                </c:pt>
                <c:pt idx="175">
                  <c:v>44453</c:v>
                </c:pt>
                <c:pt idx="176">
                  <c:v>44454</c:v>
                </c:pt>
                <c:pt idx="177">
                  <c:v>44455</c:v>
                </c:pt>
                <c:pt idx="178">
                  <c:v>44456</c:v>
                </c:pt>
                <c:pt idx="179">
                  <c:v>44462</c:v>
                </c:pt>
                <c:pt idx="180">
                  <c:v>44463</c:v>
                </c:pt>
                <c:pt idx="181">
                  <c:v>44466</c:v>
                </c:pt>
                <c:pt idx="182">
                  <c:v>44467</c:v>
                </c:pt>
                <c:pt idx="183">
                  <c:v>44468</c:v>
                </c:pt>
                <c:pt idx="184">
                  <c:v>44469</c:v>
                </c:pt>
                <c:pt idx="185">
                  <c:v>44470</c:v>
                </c:pt>
                <c:pt idx="186">
                  <c:v>44474</c:v>
                </c:pt>
                <c:pt idx="187">
                  <c:v>44475</c:v>
                </c:pt>
                <c:pt idx="188">
                  <c:v>44476</c:v>
                </c:pt>
                <c:pt idx="189">
                  <c:v>44477</c:v>
                </c:pt>
                <c:pt idx="190">
                  <c:v>44481</c:v>
                </c:pt>
                <c:pt idx="191">
                  <c:v>44482</c:v>
                </c:pt>
                <c:pt idx="192">
                  <c:v>44483</c:v>
                </c:pt>
                <c:pt idx="193">
                  <c:v>44484</c:v>
                </c:pt>
                <c:pt idx="194">
                  <c:v>44487</c:v>
                </c:pt>
                <c:pt idx="195">
                  <c:v>44488</c:v>
                </c:pt>
                <c:pt idx="196">
                  <c:v>44489</c:v>
                </c:pt>
                <c:pt idx="197">
                  <c:v>44490</c:v>
                </c:pt>
                <c:pt idx="198">
                  <c:v>44491</c:v>
                </c:pt>
                <c:pt idx="199">
                  <c:v>44494</c:v>
                </c:pt>
                <c:pt idx="200">
                  <c:v>44495</c:v>
                </c:pt>
                <c:pt idx="201">
                  <c:v>44496</c:v>
                </c:pt>
                <c:pt idx="202">
                  <c:v>44497</c:v>
                </c:pt>
                <c:pt idx="203">
                  <c:v>44498</c:v>
                </c:pt>
                <c:pt idx="204">
                  <c:v>44501</c:v>
                </c:pt>
                <c:pt idx="205">
                  <c:v>44502</c:v>
                </c:pt>
                <c:pt idx="206">
                  <c:v>44503</c:v>
                </c:pt>
                <c:pt idx="207">
                  <c:v>44504</c:v>
                </c:pt>
                <c:pt idx="208">
                  <c:v>44505</c:v>
                </c:pt>
                <c:pt idx="209">
                  <c:v>44508</c:v>
                </c:pt>
                <c:pt idx="210">
                  <c:v>44509</c:v>
                </c:pt>
                <c:pt idx="211">
                  <c:v>44510</c:v>
                </c:pt>
                <c:pt idx="212">
                  <c:v>44511</c:v>
                </c:pt>
                <c:pt idx="213">
                  <c:v>44512</c:v>
                </c:pt>
                <c:pt idx="214">
                  <c:v>44515</c:v>
                </c:pt>
                <c:pt idx="215">
                  <c:v>44516</c:v>
                </c:pt>
                <c:pt idx="216">
                  <c:v>44517</c:v>
                </c:pt>
                <c:pt idx="217">
                  <c:v>44518</c:v>
                </c:pt>
                <c:pt idx="218">
                  <c:v>44519</c:v>
                </c:pt>
                <c:pt idx="219">
                  <c:v>44522</c:v>
                </c:pt>
                <c:pt idx="220">
                  <c:v>44523</c:v>
                </c:pt>
                <c:pt idx="221">
                  <c:v>44524</c:v>
                </c:pt>
                <c:pt idx="222">
                  <c:v>44525</c:v>
                </c:pt>
                <c:pt idx="223">
                  <c:v>44526</c:v>
                </c:pt>
                <c:pt idx="224">
                  <c:v>44529</c:v>
                </c:pt>
                <c:pt idx="225">
                  <c:v>44530</c:v>
                </c:pt>
                <c:pt idx="226">
                  <c:v>44531</c:v>
                </c:pt>
                <c:pt idx="227">
                  <c:v>44532</c:v>
                </c:pt>
                <c:pt idx="228">
                  <c:v>44533</c:v>
                </c:pt>
                <c:pt idx="229">
                  <c:v>44536</c:v>
                </c:pt>
                <c:pt idx="230">
                  <c:v>44537</c:v>
                </c:pt>
                <c:pt idx="231">
                  <c:v>44538</c:v>
                </c:pt>
                <c:pt idx="232">
                  <c:v>44539</c:v>
                </c:pt>
                <c:pt idx="233">
                  <c:v>44540</c:v>
                </c:pt>
                <c:pt idx="234">
                  <c:v>44543</c:v>
                </c:pt>
                <c:pt idx="235">
                  <c:v>44544</c:v>
                </c:pt>
                <c:pt idx="236">
                  <c:v>44545</c:v>
                </c:pt>
                <c:pt idx="237">
                  <c:v>44546</c:v>
                </c:pt>
                <c:pt idx="238">
                  <c:v>44547</c:v>
                </c:pt>
                <c:pt idx="239">
                  <c:v>44550</c:v>
                </c:pt>
                <c:pt idx="240">
                  <c:v>44551</c:v>
                </c:pt>
                <c:pt idx="241">
                  <c:v>44552</c:v>
                </c:pt>
                <c:pt idx="242">
                  <c:v>44553</c:v>
                </c:pt>
                <c:pt idx="243">
                  <c:v>44554</c:v>
                </c:pt>
                <c:pt idx="244">
                  <c:v>44557</c:v>
                </c:pt>
                <c:pt idx="245">
                  <c:v>44558</c:v>
                </c:pt>
                <c:pt idx="246">
                  <c:v>44559</c:v>
                </c:pt>
                <c:pt idx="247">
                  <c:v>44560</c:v>
                </c:pt>
                <c:pt idx="248">
                  <c:v>44561</c:v>
                </c:pt>
                <c:pt idx="249">
                  <c:v>44564</c:v>
                </c:pt>
                <c:pt idx="250">
                  <c:v>44565</c:v>
                </c:pt>
                <c:pt idx="251">
                  <c:v>44566</c:v>
                </c:pt>
                <c:pt idx="252">
                  <c:v>44567</c:v>
                </c:pt>
                <c:pt idx="253">
                  <c:v>44568</c:v>
                </c:pt>
                <c:pt idx="254">
                  <c:v>44571</c:v>
                </c:pt>
                <c:pt idx="255">
                  <c:v>44572</c:v>
                </c:pt>
                <c:pt idx="256">
                  <c:v>44573</c:v>
                </c:pt>
                <c:pt idx="257">
                  <c:v>44574</c:v>
                </c:pt>
                <c:pt idx="258">
                  <c:v>44575</c:v>
                </c:pt>
                <c:pt idx="259">
                  <c:v>44578</c:v>
                </c:pt>
                <c:pt idx="260">
                  <c:v>44579</c:v>
                </c:pt>
                <c:pt idx="261">
                  <c:v>44580</c:v>
                </c:pt>
                <c:pt idx="262">
                  <c:v>44581</c:v>
                </c:pt>
                <c:pt idx="263">
                  <c:v>44582</c:v>
                </c:pt>
                <c:pt idx="264">
                  <c:v>44585</c:v>
                </c:pt>
                <c:pt idx="265">
                  <c:v>44586</c:v>
                </c:pt>
                <c:pt idx="266">
                  <c:v>44587</c:v>
                </c:pt>
                <c:pt idx="267">
                  <c:v>44588</c:v>
                </c:pt>
                <c:pt idx="268">
                  <c:v>44589</c:v>
                </c:pt>
                <c:pt idx="269">
                  <c:v>44595</c:v>
                </c:pt>
                <c:pt idx="270">
                  <c:v>44596</c:v>
                </c:pt>
                <c:pt idx="271">
                  <c:v>44599</c:v>
                </c:pt>
                <c:pt idx="272">
                  <c:v>44600</c:v>
                </c:pt>
                <c:pt idx="273">
                  <c:v>44601</c:v>
                </c:pt>
                <c:pt idx="274">
                  <c:v>44602</c:v>
                </c:pt>
                <c:pt idx="275">
                  <c:v>44603</c:v>
                </c:pt>
                <c:pt idx="276">
                  <c:v>44606</c:v>
                </c:pt>
                <c:pt idx="277">
                  <c:v>44607</c:v>
                </c:pt>
                <c:pt idx="278">
                  <c:v>44608</c:v>
                </c:pt>
                <c:pt idx="279">
                  <c:v>44609</c:v>
                </c:pt>
                <c:pt idx="280">
                  <c:v>44610</c:v>
                </c:pt>
                <c:pt idx="281">
                  <c:v>44613</c:v>
                </c:pt>
                <c:pt idx="282">
                  <c:v>44614</c:v>
                </c:pt>
                <c:pt idx="283">
                  <c:v>44615</c:v>
                </c:pt>
                <c:pt idx="284">
                  <c:v>44616</c:v>
                </c:pt>
                <c:pt idx="285">
                  <c:v>44617</c:v>
                </c:pt>
                <c:pt idx="286">
                  <c:v>44620</c:v>
                </c:pt>
                <c:pt idx="287">
                  <c:v>44622</c:v>
                </c:pt>
                <c:pt idx="288">
                  <c:v>44623</c:v>
                </c:pt>
                <c:pt idx="289">
                  <c:v>44624</c:v>
                </c:pt>
                <c:pt idx="290">
                  <c:v>44627</c:v>
                </c:pt>
                <c:pt idx="291">
                  <c:v>44628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44666</c:v>
                </c:pt>
                <c:pt idx="319">
                  <c:v>44669</c:v>
                </c:pt>
                <c:pt idx="320">
                  <c:v>44670</c:v>
                </c:pt>
                <c:pt idx="321">
                  <c:v>44671</c:v>
                </c:pt>
                <c:pt idx="322">
                  <c:v>44672</c:v>
                </c:pt>
                <c:pt idx="323">
                  <c:v>44673</c:v>
                </c:pt>
                <c:pt idx="324">
                  <c:v>44676</c:v>
                </c:pt>
                <c:pt idx="325">
                  <c:v>44677</c:v>
                </c:pt>
                <c:pt idx="326">
                  <c:v>44678</c:v>
                </c:pt>
                <c:pt idx="327">
                  <c:v>44679</c:v>
                </c:pt>
                <c:pt idx="328">
                  <c:v>44680</c:v>
                </c:pt>
                <c:pt idx="329">
                  <c:v>44683</c:v>
                </c:pt>
                <c:pt idx="330">
                  <c:v>44684</c:v>
                </c:pt>
                <c:pt idx="331">
                  <c:v>44685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44704</c:v>
                </c:pt>
                <c:pt idx="344">
                  <c:v>44705</c:v>
                </c:pt>
                <c:pt idx="345">
                  <c:v>44706</c:v>
                </c:pt>
                <c:pt idx="346">
                  <c:v>44707</c:v>
                </c:pt>
                <c:pt idx="347">
                  <c:v>44708</c:v>
                </c:pt>
                <c:pt idx="348">
                  <c:v>44711</c:v>
                </c:pt>
                <c:pt idx="349">
                  <c:v>44712</c:v>
                </c:pt>
                <c:pt idx="350">
                  <c:v>44714</c:v>
                </c:pt>
                <c:pt idx="351">
                  <c:v>44715</c:v>
                </c:pt>
                <c:pt idx="352">
                  <c:v>44719</c:v>
                </c:pt>
                <c:pt idx="353">
                  <c:v>44720</c:v>
                </c:pt>
                <c:pt idx="354">
                  <c:v>44721</c:v>
                </c:pt>
                <c:pt idx="355">
                  <c:v>44722</c:v>
                </c:pt>
                <c:pt idx="356">
                  <c:v>44725</c:v>
                </c:pt>
                <c:pt idx="357">
                  <c:v>44726</c:v>
                </c:pt>
                <c:pt idx="358">
                  <c:v>44727</c:v>
                </c:pt>
                <c:pt idx="359">
                  <c:v>44728</c:v>
                </c:pt>
                <c:pt idx="360">
                  <c:v>44729</c:v>
                </c:pt>
                <c:pt idx="361">
                  <c:v>44732</c:v>
                </c:pt>
                <c:pt idx="362">
                  <c:v>44733</c:v>
                </c:pt>
                <c:pt idx="363">
                  <c:v>44734</c:v>
                </c:pt>
                <c:pt idx="364">
                  <c:v>44735</c:v>
                </c:pt>
                <c:pt idx="365">
                  <c:v>44736</c:v>
                </c:pt>
                <c:pt idx="366">
                  <c:v>44739</c:v>
                </c:pt>
                <c:pt idx="367">
                  <c:v>44740</c:v>
                </c:pt>
                <c:pt idx="368">
                  <c:v>44741</c:v>
                </c:pt>
                <c:pt idx="369">
                  <c:v>44742</c:v>
                </c:pt>
                <c:pt idx="370">
                  <c:v>44743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44774</c:v>
                </c:pt>
                <c:pt idx="392">
                  <c:v>44775</c:v>
                </c:pt>
                <c:pt idx="393">
                  <c:v>44776</c:v>
                </c:pt>
                <c:pt idx="394">
                  <c:v>44777</c:v>
                </c:pt>
                <c:pt idx="395">
                  <c:v>44778</c:v>
                </c:pt>
                <c:pt idx="396">
                  <c:v>44781</c:v>
                </c:pt>
                <c:pt idx="397">
                  <c:v>44782</c:v>
                </c:pt>
                <c:pt idx="398">
                  <c:v>44783</c:v>
                </c:pt>
                <c:pt idx="399">
                  <c:v>44784</c:v>
                </c:pt>
                <c:pt idx="400">
                  <c:v>44785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44809</c:v>
                </c:pt>
                <c:pt idx="416">
                  <c:v>44810</c:v>
                </c:pt>
                <c:pt idx="417">
                  <c:v>44811</c:v>
                </c:pt>
                <c:pt idx="418">
                  <c:v>44812</c:v>
                </c:pt>
                <c:pt idx="419">
                  <c:v>44817</c:v>
                </c:pt>
                <c:pt idx="420">
                  <c:v>44818</c:v>
                </c:pt>
                <c:pt idx="421">
                  <c:v>44819</c:v>
                </c:pt>
                <c:pt idx="422">
                  <c:v>44820</c:v>
                </c:pt>
                <c:pt idx="423">
                  <c:v>44823</c:v>
                </c:pt>
                <c:pt idx="424">
                  <c:v>44824</c:v>
                </c:pt>
                <c:pt idx="425">
                  <c:v>44825</c:v>
                </c:pt>
                <c:pt idx="426">
                  <c:v>44826</c:v>
                </c:pt>
                <c:pt idx="427">
                  <c:v>44827</c:v>
                </c:pt>
                <c:pt idx="428">
                  <c:v>44830</c:v>
                </c:pt>
                <c:pt idx="429">
                  <c:v>44831</c:v>
                </c:pt>
                <c:pt idx="430">
                  <c:v>44832</c:v>
                </c:pt>
                <c:pt idx="431">
                  <c:v>44833</c:v>
                </c:pt>
                <c:pt idx="432">
                  <c:v>44834</c:v>
                </c:pt>
                <c:pt idx="433">
                  <c:v>44838</c:v>
                </c:pt>
                <c:pt idx="434">
                  <c:v>44839</c:v>
                </c:pt>
                <c:pt idx="435">
                  <c:v>44840</c:v>
                </c:pt>
                <c:pt idx="436">
                  <c:v>44841</c:v>
                </c:pt>
                <c:pt idx="437">
                  <c:v>44845</c:v>
                </c:pt>
                <c:pt idx="438">
                  <c:v>44846</c:v>
                </c:pt>
                <c:pt idx="439">
                  <c:v>44847</c:v>
                </c:pt>
                <c:pt idx="440">
                  <c:v>44848</c:v>
                </c:pt>
                <c:pt idx="441">
                  <c:v>44851</c:v>
                </c:pt>
                <c:pt idx="442">
                  <c:v>44852</c:v>
                </c:pt>
                <c:pt idx="443">
                  <c:v>44853</c:v>
                </c:pt>
                <c:pt idx="444">
                  <c:v>44854</c:v>
                </c:pt>
                <c:pt idx="445">
                  <c:v>44855</c:v>
                </c:pt>
                <c:pt idx="446">
                  <c:v>44858</c:v>
                </c:pt>
                <c:pt idx="447">
                  <c:v>44859</c:v>
                </c:pt>
                <c:pt idx="448">
                  <c:v>44860</c:v>
                </c:pt>
                <c:pt idx="449">
                  <c:v>44861</c:v>
                </c:pt>
                <c:pt idx="450">
                  <c:v>44862</c:v>
                </c:pt>
                <c:pt idx="451">
                  <c:v>44865</c:v>
                </c:pt>
                <c:pt idx="452">
                  <c:v>44866</c:v>
                </c:pt>
                <c:pt idx="453">
                  <c:v>44867</c:v>
                </c:pt>
                <c:pt idx="454">
                  <c:v>44868</c:v>
                </c:pt>
                <c:pt idx="455">
                  <c:v>44869</c:v>
                </c:pt>
                <c:pt idx="456">
                  <c:v>44872</c:v>
                </c:pt>
                <c:pt idx="457">
                  <c:v>44873</c:v>
                </c:pt>
                <c:pt idx="458">
                  <c:v>44874</c:v>
                </c:pt>
                <c:pt idx="459">
                  <c:v>44875</c:v>
                </c:pt>
                <c:pt idx="460">
                  <c:v>44876</c:v>
                </c:pt>
                <c:pt idx="461">
                  <c:v>44879</c:v>
                </c:pt>
                <c:pt idx="462">
                  <c:v>44880</c:v>
                </c:pt>
                <c:pt idx="463">
                  <c:v>44881</c:v>
                </c:pt>
                <c:pt idx="464">
                  <c:v>44882</c:v>
                </c:pt>
                <c:pt idx="465">
                  <c:v>44883</c:v>
                </c:pt>
                <c:pt idx="466">
                  <c:v>44886</c:v>
                </c:pt>
                <c:pt idx="467">
                  <c:v>44887</c:v>
                </c:pt>
                <c:pt idx="468">
                  <c:v>44888</c:v>
                </c:pt>
                <c:pt idx="469">
                  <c:v>44889</c:v>
                </c:pt>
                <c:pt idx="470">
                  <c:v>44890</c:v>
                </c:pt>
                <c:pt idx="471">
                  <c:v>44893</c:v>
                </c:pt>
                <c:pt idx="472">
                  <c:v>44894</c:v>
                </c:pt>
                <c:pt idx="473">
                  <c:v>44895</c:v>
                </c:pt>
                <c:pt idx="474">
                  <c:v>44896</c:v>
                </c:pt>
                <c:pt idx="475">
                  <c:v>44897</c:v>
                </c:pt>
                <c:pt idx="476">
                  <c:v>44900</c:v>
                </c:pt>
                <c:pt idx="477">
                  <c:v>44901</c:v>
                </c:pt>
                <c:pt idx="478">
                  <c:v>44902</c:v>
                </c:pt>
                <c:pt idx="479">
                  <c:v>44903</c:v>
                </c:pt>
                <c:pt idx="480">
                  <c:v>44904</c:v>
                </c:pt>
                <c:pt idx="481">
                  <c:v>44907</c:v>
                </c:pt>
                <c:pt idx="482">
                  <c:v>44908</c:v>
                </c:pt>
                <c:pt idx="483">
                  <c:v>44909</c:v>
                </c:pt>
                <c:pt idx="484">
                  <c:v>44910</c:v>
                </c:pt>
                <c:pt idx="485">
                  <c:v>44911</c:v>
                </c:pt>
                <c:pt idx="486">
                  <c:v>44914</c:v>
                </c:pt>
                <c:pt idx="487">
                  <c:v>44915</c:v>
                </c:pt>
                <c:pt idx="488">
                  <c:v>44916</c:v>
                </c:pt>
                <c:pt idx="489">
                  <c:v>44917</c:v>
                </c:pt>
                <c:pt idx="490">
                  <c:v>44918</c:v>
                </c:pt>
                <c:pt idx="491">
                  <c:v>44921</c:v>
                </c:pt>
                <c:pt idx="492">
                  <c:v>44922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44928</c:v>
                </c:pt>
                <c:pt idx="497">
                  <c:v>44929</c:v>
                </c:pt>
                <c:pt idx="498">
                  <c:v>44930</c:v>
                </c:pt>
                <c:pt idx="499">
                  <c:v>44931</c:v>
                </c:pt>
                <c:pt idx="500">
                  <c:v>44932</c:v>
                </c:pt>
                <c:pt idx="501">
                  <c:v>44935</c:v>
                </c:pt>
                <c:pt idx="502">
                  <c:v>44936</c:v>
                </c:pt>
                <c:pt idx="503">
                  <c:v>44937</c:v>
                </c:pt>
                <c:pt idx="504">
                  <c:v>44938</c:v>
                </c:pt>
                <c:pt idx="505">
                  <c:v>44939</c:v>
                </c:pt>
                <c:pt idx="506">
                  <c:v>44942</c:v>
                </c:pt>
                <c:pt idx="507">
                  <c:v>44943</c:v>
                </c:pt>
                <c:pt idx="508">
                  <c:v>44944</c:v>
                </c:pt>
                <c:pt idx="509">
                  <c:v>44945</c:v>
                </c:pt>
                <c:pt idx="510">
                  <c:v>44946</c:v>
                </c:pt>
                <c:pt idx="511">
                  <c:v>44951</c:v>
                </c:pt>
                <c:pt idx="512">
                  <c:v>44952</c:v>
                </c:pt>
                <c:pt idx="513">
                  <c:v>44953</c:v>
                </c:pt>
                <c:pt idx="514">
                  <c:v>44956</c:v>
                </c:pt>
                <c:pt idx="515">
                  <c:v>44957</c:v>
                </c:pt>
                <c:pt idx="516">
                  <c:v>44958</c:v>
                </c:pt>
                <c:pt idx="517">
                  <c:v>44959</c:v>
                </c:pt>
                <c:pt idx="518">
                  <c:v>44960</c:v>
                </c:pt>
                <c:pt idx="519">
                  <c:v>44963</c:v>
                </c:pt>
                <c:pt idx="520">
                  <c:v>44964</c:v>
                </c:pt>
                <c:pt idx="521">
                  <c:v>44965</c:v>
                </c:pt>
                <c:pt idx="522">
                  <c:v>44966</c:v>
                </c:pt>
                <c:pt idx="523">
                  <c:v>44967</c:v>
                </c:pt>
                <c:pt idx="524">
                  <c:v>44970</c:v>
                </c:pt>
                <c:pt idx="525">
                  <c:v>44971</c:v>
                </c:pt>
                <c:pt idx="526">
                  <c:v>44972</c:v>
                </c:pt>
                <c:pt idx="527">
                  <c:v>44973</c:v>
                </c:pt>
                <c:pt idx="528">
                  <c:v>44974</c:v>
                </c:pt>
                <c:pt idx="529">
                  <c:v>44977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44987</c:v>
                </c:pt>
                <c:pt idx="537">
                  <c:v>44988</c:v>
                </c:pt>
                <c:pt idx="538">
                  <c:v>44991</c:v>
                </c:pt>
                <c:pt idx="539">
                  <c:v>44992</c:v>
                </c:pt>
                <c:pt idx="540">
                  <c:v>44993</c:v>
                </c:pt>
                <c:pt idx="541">
                  <c:v>44994</c:v>
                </c:pt>
                <c:pt idx="542">
                  <c:v>44995</c:v>
                </c:pt>
                <c:pt idx="543">
                  <c:v>44998</c:v>
                </c:pt>
                <c:pt idx="544">
                  <c:v>44999</c:v>
                </c:pt>
                <c:pt idx="545">
                  <c:v>45000</c:v>
                </c:pt>
                <c:pt idx="546">
                  <c:v>45001</c:v>
                </c:pt>
                <c:pt idx="547">
                  <c:v>45002</c:v>
                </c:pt>
                <c:pt idx="548">
                  <c:v>45005</c:v>
                </c:pt>
                <c:pt idx="549">
                  <c:v>45006</c:v>
                </c:pt>
                <c:pt idx="550">
                  <c:v>45007</c:v>
                </c:pt>
                <c:pt idx="551">
                  <c:v>45008</c:v>
                </c:pt>
                <c:pt idx="552">
                  <c:v>45009</c:v>
                </c:pt>
                <c:pt idx="553">
                  <c:v>45012</c:v>
                </c:pt>
                <c:pt idx="554">
                  <c:v>45013</c:v>
                </c:pt>
                <c:pt idx="555">
                  <c:v>45014</c:v>
                </c:pt>
                <c:pt idx="556">
                  <c:v>45015</c:v>
                </c:pt>
                <c:pt idx="557">
                  <c:v>45016</c:v>
                </c:pt>
                <c:pt idx="558">
                  <c:v>45019</c:v>
                </c:pt>
                <c:pt idx="559">
                  <c:v>45020</c:v>
                </c:pt>
                <c:pt idx="560">
                  <c:v>45021</c:v>
                </c:pt>
                <c:pt idx="561">
                  <c:v>45022</c:v>
                </c:pt>
                <c:pt idx="562">
                  <c:v>45023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45048</c:v>
                </c:pt>
                <c:pt idx="579">
                  <c:v>45049</c:v>
                </c:pt>
                <c:pt idx="580">
                  <c:v>45050</c:v>
                </c:pt>
                <c:pt idx="581">
                  <c:v>45054</c:v>
                </c:pt>
                <c:pt idx="582">
                  <c:v>45055</c:v>
                </c:pt>
                <c:pt idx="583">
                  <c:v>45056</c:v>
                </c:pt>
                <c:pt idx="584">
                  <c:v>45057</c:v>
                </c:pt>
                <c:pt idx="585">
                  <c:v>45058</c:v>
                </c:pt>
                <c:pt idx="586">
                  <c:v>45061</c:v>
                </c:pt>
                <c:pt idx="587">
                  <c:v>45062</c:v>
                </c:pt>
                <c:pt idx="588">
                  <c:v>45063</c:v>
                </c:pt>
                <c:pt idx="589">
                  <c:v>45064</c:v>
                </c:pt>
                <c:pt idx="590">
                  <c:v>45065</c:v>
                </c:pt>
                <c:pt idx="591">
                  <c:v>45068</c:v>
                </c:pt>
                <c:pt idx="592">
                  <c:v>45069</c:v>
                </c:pt>
                <c:pt idx="593">
                  <c:v>45070</c:v>
                </c:pt>
                <c:pt idx="594">
                  <c:v>45071</c:v>
                </c:pt>
                <c:pt idx="595">
                  <c:v>45072</c:v>
                </c:pt>
                <c:pt idx="596">
                  <c:v>45076</c:v>
                </c:pt>
                <c:pt idx="597">
                  <c:v>45077</c:v>
                </c:pt>
                <c:pt idx="598">
                  <c:v>45078</c:v>
                </c:pt>
                <c:pt idx="599">
                  <c:v>45079</c:v>
                </c:pt>
                <c:pt idx="600">
                  <c:v>45082</c:v>
                </c:pt>
                <c:pt idx="601">
                  <c:v>45084</c:v>
                </c:pt>
                <c:pt idx="602">
                  <c:v>45085</c:v>
                </c:pt>
                <c:pt idx="603">
                  <c:v>45086</c:v>
                </c:pt>
                <c:pt idx="604">
                  <c:v>45089</c:v>
                </c:pt>
                <c:pt idx="605">
                  <c:v>45090</c:v>
                </c:pt>
                <c:pt idx="606">
                  <c:v>45091</c:v>
                </c:pt>
                <c:pt idx="607">
                  <c:v>45092</c:v>
                </c:pt>
                <c:pt idx="608">
                  <c:v>45093</c:v>
                </c:pt>
                <c:pt idx="609">
                  <c:v>45096</c:v>
                </c:pt>
                <c:pt idx="610">
                  <c:v>45097</c:v>
                </c:pt>
                <c:pt idx="611">
                  <c:v>45098</c:v>
                </c:pt>
                <c:pt idx="612">
                  <c:v>45099</c:v>
                </c:pt>
                <c:pt idx="613">
                  <c:v>45100</c:v>
                </c:pt>
                <c:pt idx="614">
                  <c:v>45103</c:v>
                </c:pt>
                <c:pt idx="615">
                  <c:v>45104</c:v>
                </c:pt>
                <c:pt idx="616">
                  <c:v>45105</c:v>
                </c:pt>
                <c:pt idx="617">
                  <c:v>45106</c:v>
                </c:pt>
                <c:pt idx="618">
                  <c:v>45107</c:v>
                </c:pt>
                <c:pt idx="619">
                  <c:v>45110</c:v>
                </c:pt>
                <c:pt idx="620">
                  <c:v>45111</c:v>
                </c:pt>
                <c:pt idx="621">
                  <c:v>45112</c:v>
                </c:pt>
                <c:pt idx="622">
                  <c:v>45113</c:v>
                </c:pt>
                <c:pt idx="623">
                  <c:v>45114</c:v>
                </c:pt>
                <c:pt idx="624">
                  <c:v>45117</c:v>
                </c:pt>
                <c:pt idx="625">
                  <c:v>45118</c:v>
                </c:pt>
                <c:pt idx="626">
                  <c:v>45119</c:v>
                </c:pt>
                <c:pt idx="627">
                  <c:v>45120</c:v>
                </c:pt>
                <c:pt idx="628">
                  <c:v>45121</c:v>
                </c:pt>
                <c:pt idx="629">
                  <c:v>45124</c:v>
                </c:pt>
                <c:pt idx="630">
                  <c:v>45125</c:v>
                </c:pt>
                <c:pt idx="631">
                  <c:v>45126</c:v>
                </c:pt>
                <c:pt idx="632">
                  <c:v>45127</c:v>
                </c:pt>
                <c:pt idx="633">
                  <c:v>45128</c:v>
                </c:pt>
                <c:pt idx="634">
                  <c:v>45131</c:v>
                </c:pt>
                <c:pt idx="635">
                  <c:v>45132</c:v>
                </c:pt>
                <c:pt idx="636">
                  <c:v>45133</c:v>
                </c:pt>
                <c:pt idx="637">
                  <c:v>45134</c:v>
                </c:pt>
                <c:pt idx="638">
                  <c:v>45135</c:v>
                </c:pt>
                <c:pt idx="639">
                  <c:v>45138</c:v>
                </c:pt>
                <c:pt idx="640">
                  <c:v>45139</c:v>
                </c:pt>
                <c:pt idx="641">
                  <c:v>45140</c:v>
                </c:pt>
                <c:pt idx="642">
                  <c:v>45141</c:v>
                </c:pt>
                <c:pt idx="643">
                  <c:v>45142</c:v>
                </c:pt>
                <c:pt idx="644">
                  <c:v>45145</c:v>
                </c:pt>
                <c:pt idx="645">
                  <c:v>45146</c:v>
                </c:pt>
                <c:pt idx="646">
                  <c:v>45147</c:v>
                </c:pt>
                <c:pt idx="647">
                  <c:v>45148</c:v>
                </c:pt>
                <c:pt idx="648">
                  <c:v>45149</c:v>
                </c:pt>
                <c:pt idx="649">
                  <c:v>45152</c:v>
                </c:pt>
                <c:pt idx="650">
                  <c:v>45154</c:v>
                </c:pt>
                <c:pt idx="651">
                  <c:v>45155</c:v>
                </c:pt>
                <c:pt idx="652">
                  <c:v>45156</c:v>
                </c:pt>
                <c:pt idx="653">
                  <c:v>45159</c:v>
                </c:pt>
                <c:pt idx="654">
                  <c:v>45160</c:v>
                </c:pt>
                <c:pt idx="655">
                  <c:v>45161</c:v>
                </c:pt>
                <c:pt idx="656">
                  <c:v>45162</c:v>
                </c:pt>
                <c:pt idx="657">
                  <c:v>45163</c:v>
                </c:pt>
                <c:pt idx="658">
                  <c:v>45166</c:v>
                </c:pt>
                <c:pt idx="659">
                  <c:v>45167</c:v>
                </c:pt>
                <c:pt idx="660">
                  <c:v>45168</c:v>
                </c:pt>
                <c:pt idx="661">
                  <c:v>45169</c:v>
                </c:pt>
                <c:pt idx="662">
                  <c:v>45170</c:v>
                </c:pt>
                <c:pt idx="663">
                  <c:v>45173</c:v>
                </c:pt>
                <c:pt idx="664">
                  <c:v>45174</c:v>
                </c:pt>
                <c:pt idx="665">
                  <c:v>45175</c:v>
                </c:pt>
                <c:pt idx="666">
                  <c:v>45176</c:v>
                </c:pt>
                <c:pt idx="667">
                  <c:v>45177</c:v>
                </c:pt>
                <c:pt idx="668">
                  <c:v>45180</c:v>
                </c:pt>
                <c:pt idx="669">
                  <c:v>45181</c:v>
                </c:pt>
                <c:pt idx="670">
                  <c:v>45182</c:v>
                </c:pt>
                <c:pt idx="671">
                  <c:v>45183</c:v>
                </c:pt>
                <c:pt idx="672">
                  <c:v>45184</c:v>
                </c:pt>
                <c:pt idx="673">
                  <c:v>45187</c:v>
                </c:pt>
                <c:pt idx="674">
                  <c:v>45188</c:v>
                </c:pt>
                <c:pt idx="675">
                  <c:v>45189</c:v>
                </c:pt>
                <c:pt idx="676">
                  <c:v>45190</c:v>
                </c:pt>
                <c:pt idx="677">
                  <c:v>45191</c:v>
                </c:pt>
                <c:pt idx="678">
                  <c:v>45194</c:v>
                </c:pt>
                <c:pt idx="679">
                  <c:v>45195</c:v>
                </c:pt>
                <c:pt idx="680">
                  <c:v>45196</c:v>
                </c:pt>
                <c:pt idx="681">
                  <c:v>45203</c:v>
                </c:pt>
                <c:pt idx="682">
                  <c:v>45204</c:v>
                </c:pt>
                <c:pt idx="683">
                  <c:v>45205</c:v>
                </c:pt>
                <c:pt idx="684">
                  <c:v>45209</c:v>
                </c:pt>
                <c:pt idx="685">
                  <c:v>45210</c:v>
                </c:pt>
                <c:pt idx="686">
                  <c:v>45211</c:v>
                </c:pt>
                <c:pt idx="687">
                  <c:v>45212</c:v>
                </c:pt>
                <c:pt idx="688">
                  <c:v>45215</c:v>
                </c:pt>
                <c:pt idx="689">
                  <c:v>45216</c:v>
                </c:pt>
                <c:pt idx="690">
                  <c:v>45217</c:v>
                </c:pt>
                <c:pt idx="691">
                  <c:v>45218</c:v>
                </c:pt>
                <c:pt idx="692">
                  <c:v>45219</c:v>
                </c:pt>
                <c:pt idx="693">
                  <c:v>45222</c:v>
                </c:pt>
                <c:pt idx="694">
                  <c:v>45223</c:v>
                </c:pt>
                <c:pt idx="695">
                  <c:v>45224</c:v>
                </c:pt>
                <c:pt idx="696">
                  <c:v>45225</c:v>
                </c:pt>
                <c:pt idx="697">
                  <c:v>45226</c:v>
                </c:pt>
                <c:pt idx="698">
                  <c:v>45229</c:v>
                </c:pt>
                <c:pt idx="699">
                  <c:v>45230</c:v>
                </c:pt>
                <c:pt idx="700">
                  <c:v>45231</c:v>
                </c:pt>
                <c:pt idx="701">
                  <c:v>45232</c:v>
                </c:pt>
                <c:pt idx="702">
                  <c:v>45233</c:v>
                </c:pt>
                <c:pt idx="703">
                  <c:v>45236</c:v>
                </c:pt>
                <c:pt idx="704">
                  <c:v>45237</c:v>
                </c:pt>
                <c:pt idx="705">
                  <c:v>45238</c:v>
                </c:pt>
                <c:pt idx="706">
                  <c:v>45239</c:v>
                </c:pt>
                <c:pt idx="707">
                  <c:v>45240</c:v>
                </c:pt>
                <c:pt idx="708">
                  <c:v>45243</c:v>
                </c:pt>
                <c:pt idx="709">
                  <c:v>45244</c:v>
                </c:pt>
                <c:pt idx="710">
                  <c:v>45245</c:v>
                </c:pt>
                <c:pt idx="711">
                  <c:v>45246</c:v>
                </c:pt>
                <c:pt idx="712">
                  <c:v>45247</c:v>
                </c:pt>
                <c:pt idx="713">
                  <c:v>45250</c:v>
                </c:pt>
                <c:pt idx="714">
                  <c:v>45251</c:v>
                </c:pt>
                <c:pt idx="715">
                  <c:v>45252</c:v>
                </c:pt>
                <c:pt idx="716">
                  <c:v>45253</c:v>
                </c:pt>
                <c:pt idx="717">
                  <c:v>45254</c:v>
                </c:pt>
                <c:pt idx="718">
                  <c:v>45257</c:v>
                </c:pt>
                <c:pt idx="719">
                  <c:v>45258</c:v>
                </c:pt>
                <c:pt idx="720">
                  <c:v>45259</c:v>
                </c:pt>
                <c:pt idx="721">
                  <c:v>45260</c:v>
                </c:pt>
                <c:pt idx="722">
                  <c:v>45261</c:v>
                </c:pt>
                <c:pt idx="723">
                  <c:v>45264</c:v>
                </c:pt>
                <c:pt idx="724">
                  <c:v>45265</c:v>
                </c:pt>
                <c:pt idx="725">
                  <c:v>45266</c:v>
                </c:pt>
                <c:pt idx="726">
                  <c:v>45267</c:v>
                </c:pt>
                <c:pt idx="727">
                  <c:v>45268</c:v>
                </c:pt>
                <c:pt idx="728">
                  <c:v>45271</c:v>
                </c:pt>
                <c:pt idx="729">
                  <c:v>45272</c:v>
                </c:pt>
                <c:pt idx="730">
                  <c:v>45273</c:v>
                </c:pt>
                <c:pt idx="731">
                  <c:v>45274</c:v>
                </c:pt>
                <c:pt idx="732">
                  <c:v>45275</c:v>
                </c:pt>
                <c:pt idx="733">
                  <c:v>45278</c:v>
                </c:pt>
                <c:pt idx="734">
                  <c:v>45279</c:v>
                </c:pt>
                <c:pt idx="735">
                  <c:v>45280</c:v>
                </c:pt>
                <c:pt idx="736">
                  <c:v>45281</c:v>
                </c:pt>
                <c:pt idx="737">
                  <c:v>45282</c:v>
                </c:pt>
                <c:pt idx="738">
                  <c:v>45286</c:v>
                </c:pt>
                <c:pt idx="739">
                  <c:v>45287</c:v>
                </c:pt>
                <c:pt idx="740">
                  <c:v>45288</c:v>
                </c:pt>
                <c:pt idx="741">
                  <c:v>45289</c:v>
                </c:pt>
                <c:pt idx="742">
                  <c:v>45293</c:v>
                </c:pt>
                <c:pt idx="743">
                  <c:v>45294</c:v>
                </c:pt>
                <c:pt idx="744">
                  <c:v>45295</c:v>
                </c:pt>
                <c:pt idx="745">
                  <c:v>45296</c:v>
                </c:pt>
                <c:pt idx="746">
                  <c:v>45299</c:v>
                </c:pt>
                <c:pt idx="747">
                  <c:v>45300</c:v>
                </c:pt>
                <c:pt idx="748">
                  <c:v>45301</c:v>
                </c:pt>
                <c:pt idx="749">
                  <c:v>45302</c:v>
                </c:pt>
                <c:pt idx="750">
                  <c:v>45303</c:v>
                </c:pt>
                <c:pt idx="751">
                  <c:v>45306</c:v>
                </c:pt>
                <c:pt idx="752">
                  <c:v>45307</c:v>
                </c:pt>
                <c:pt idx="753">
                  <c:v>45308</c:v>
                </c:pt>
                <c:pt idx="754">
                  <c:v>45309</c:v>
                </c:pt>
                <c:pt idx="755">
                  <c:v>45310</c:v>
                </c:pt>
                <c:pt idx="756">
                  <c:v>45313</c:v>
                </c:pt>
                <c:pt idx="757">
                  <c:v>45314</c:v>
                </c:pt>
                <c:pt idx="758">
                  <c:v>45315</c:v>
                </c:pt>
                <c:pt idx="759">
                  <c:v>45316</c:v>
                </c:pt>
                <c:pt idx="760">
                  <c:v>45317</c:v>
                </c:pt>
                <c:pt idx="761">
                  <c:v>45320</c:v>
                </c:pt>
                <c:pt idx="762">
                  <c:v>45321</c:v>
                </c:pt>
                <c:pt idx="763">
                  <c:v>45322</c:v>
                </c:pt>
                <c:pt idx="764">
                  <c:v>45323</c:v>
                </c:pt>
                <c:pt idx="765">
                  <c:v>45324</c:v>
                </c:pt>
                <c:pt idx="766">
                  <c:v>45327</c:v>
                </c:pt>
                <c:pt idx="767">
                  <c:v>45328</c:v>
                </c:pt>
                <c:pt idx="768">
                  <c:v>45329</c:v>
                </c:pt>
                <c:pt idx="769">
                  <c:v>45330</c:v>
                </c:pt>
                <c:pt idx="770">
                  <c:v>45335</c:v>
                </c:pt>
                <c:pt idx="771">
                  <c:v>45336</c:v>
                </c:pt>
                <c:pt idx="772">
                  <c:v>45337</c:v>
                </c:pt>
                <c:pt idx="773">
                  <c:v>45338</c:v>
                </c:pt>
                <c:pt idx="774">
                  <c:v>45341</c:v>
                </c:pt>
                <c:pt idx="775">
                  <c:v>45342</c:v>
                </c:pt>
                <c:pt idx="776">
                  <c:v>45343</c:v>
                </c:pt>
                <c:pt idx="777">
                  <c:v>45344</c:v>
                </c:pt>
                <c:pt idx="778">
                  <c:v>45345</c:v>
                </c:pt>
                <c:pt idx="779">
                  <c:v>45348</c:v>
                </c:pt>
                <c:pt idx="780">
                  <c:v>45349</c:v>
                </c:pt>
                <c:pt idx="781">
                  <c:v>45350</c:v>
                </c:pt>
                <c:pt idx="782">
                  <c:v>45351</c:v>
                </c:pt>
                <c:pt idx="783">
                  <c:v>45355</c:v>
                </c:pt>
                <c:pt idx="784">
                  <c:v>45356</c:v>
                </c:pt>
                <c:pt idx="785">
                  <c:v>45357</c:v>
                </c:pt>
                <c:pt idx="786">
                  <c:v>45358</c:v>
                </c:pt>
                <c:pt idx="787">
                  <c:v>45359</c:v>
                </c:pt>
                <c:pt idx="788">
                  <c:v>45362</c:v>
                </c:pt>
                <c:pt idx="789">
                  <c:v>45363</c:v>
                </c:pt>
                <c:pt idx="790">
                  <c:v>45364</c:v>
                </c:pt>
                <c:pt idx="791">
                  <c:v>45365</c:v>
                </c:pt>
                <c:pt idx="792">
                  <c:v>45366</c:v>
                </c:pt>
                <c:pt idx="793">
                  <c:v>45369</c:v>
                </c:pt>
                <c:pt idx="794">
                  <c:v>45370</c:v>
                </c:pt>
                <c:pt idx="795">
                  <c:v>45371</c:v>
                </c:pt>
                <c:pt idx="796">
                  <c:v>45372</c:v>
                </c:pt>
                <c:pt idx="797">
                  <c:v>45373</c:v>
                </c:pt>
                <c:pt idx="798">
                  <c:v>45376</c:v>
                </c:pt>
                <c:pt idx="799">
                  <c:v>45377</c:v>
                </c:pt>
                <c:pt idx="800">
                  <c:v>45378</c:v>
                </c:pt>
                <c:pt idx="801">
                  <c:v>45379</c:v>
                </c:pt>
                <c:pt idx="802">
                  <c:v>45380</c:v>
                </c:pt>
                <c:pt idx="803">
                  <c:v>45383</c:v>
                </c:pt>
                <c:pt idx="804">
                  <c:v>45384</c:v>
                </c:pt>
                <c:pt idx="805">
                  <c:v>45385</c:v>
                </c:pt>
                <c:pt idx="806">
                  <c:v>45386</c:v>
                </c:pt>
                <c:pt idx="807">
                  <c:v>45387</c:v>
                </c:pt>
                <c:pt idx="808">
                  <c:v>45390</c:v>
                </c:pt>
                <c:pt idx="809">
                  <c:v>45391</c:v>
                </c:pt>
                <c:pt idx="810">
                  <c:v>45393</c:v>
                </c:pt>
                <c:pt idx="811">
                  <c:v>45394</c:v>
                </c:pt>
                <c:pt idx="812">
                  <c:v>45397</c:v>
                </c:pt>
                <c:pt idx="813">
                  <c:v>45398</c:v>
                </c:pt>
                <c:pt idx="814">
                  <c:v>45399</c:v>
                </c:pt>
                <c:pt idx="815">
                  <c:v>45400</c:v>
                </c:pt>
                <c:pt idx="816">
                  <c:v>45401</c:v>
                </c:pt>
                <c:pt idx="817">
                  <c:v>45404</c:v>
                </c:pt>
                <c:pt idx="818">
                  <c:v>45405</c:v>
                </c:pt>
                <c:pt idx="819">
                  <c:v>45406</c:v>
                </c:pt>
                <c:pt idx="820">
                  <c:v>45407</c:v>
                </c:pt>
                <c:pt idx="821">
                  <c:v>45408</c:v>
                </c:pt>
                <c:pt idx="822">
                  <c:v>45411</c:v>
                </c:pt>
                <c:pt idx="823">
                  <c:v>45412</c:v>
                </c:pt>
                <c:pt idx="824">
                  <c:v>45414</c:v>
                </c:pt>
                <c:pt idx="825">
                  <c:v>45415</c:v>
                </c:pt>
                <c:pt idx="826">
                  <c:v>45419</c:v>
                </c:pt>
                <c:pt idx="827">
                  <c:v>45420</c:v>
                </c:pt>
                <c:pt idx="828">
                  <c:v>45421</c:v>
                </c:pt>
                <c:pt idx="829">
                  <c:v>45422</c:v>
                </c:pt>
                <c:pt idx="830">
                  <c:v>45425</c:v>
                </c:pt>
                <c:pt idx="831">
                  <c:v>45426</c:v>
                </c:pt>
                <c:pt idx="832">
                  <c:v>45428</c:v>
                </c:pt>
                <c:pt idx="833">
                  <c:v>45429</c:v>
                </c:pt>
                <c:pt idx="834">
                  <c:v>45432</c:v>
                </c:pt>
                <c:pt idx="835">
                  <c:v>45433</c:v>
                </c:pt>
                <c:pt idx="836">
                  <c:v>45434</c:v>
                </c:pt>
                <c:pt idx="837">
                  <c:v>45435</c:v>
                </c:pt>
                <c:pt idx="838">
                  <c:v>45436</c:v>
                </c:pt>
                <c:pt idx="839">
                  <c:v>45439</c:v>
                </c:pt>
                <c:pt idx="840">
                  <c:v>45440</c:v>
                </c:pt>
                <c:pt idx="841">
                  <c:v>45441</c:v>
                </c:pt>
                <c:pt idx="842">
                  <c:v>45442</c:v>
                </c:pt>
                <c:pt idx="843">
                  <c:v>45443</c:v>
                </c:pt>
                <c:pt idx="844">
                  <c:v>45446</c:v>
                </c:pt>
                <c:pt idx="845">
                  <c:v>45447</c:v>
                </c:pt>
                <c:pt idx="846">
                  <c:v>45448</c:v>
                </c:pt>
                <c:pt idx="847">
                  <c:v>45450</c:v>
                </c:pt>
                <c:pt idx="848">
                  <c:v>45453</c:v>
                </c:pt>
                <c:pt idx="849">
                  <c:v>45454</c:v>
                </c:pt>
                <c:pt idx="850">
                  <c:v>45455</c:v>
                </c:pt>
                <c:pt idx="851">
                  <c:v>45456</c:v>
                </c:pt>
                <c:pt idx="852">
                  <c:v>45457</c:v>
                </c:pt>
                <c:pt idx="853">
                  <c:v>45460</c:v>
                </c:pt>
                <c:pt idx="854">
                  <c:v>45461</c:v>
                </c:pt>
                <c:pt idx="855">
                  <c:v>45462</c:v>
                </c:pt>
                <c:pt idx="856">
                  <c:v>45463</c:v>
                </c:pt>
                <c:pt idx="857">
                  <c:v>45464</c:v>
                </c:pt>
                <c:pt idx="858">
                  <c:v>45467</c:v>
                </c:pt>
                <c:pt idx="859">
                  <c:v>45468</c:v>
                </c:pt>
                <c:pt idx="860">
                  <c:v>45469</c:v>
                </c:pt>
                <c:pt idx="861">
                  <c:v>45470</c:v>
                </c:pt>
                <c:pt idx="862">
                  <c:v>45471</c:v>
                </c:pt>
                <c:pt idx="863">
                  <c:v>45474</c:v>
                </c:pt>
                <c:pt idx="864">
                  <c:v>45475</c:v>
                </c:pt>
                <c:pt idx="865">
                  <c:v>45476</c:v>
                </c:pt>
                <c:pt idx="866">
                  <c:v>45477</c:v>
                </c:pt>
                <c:pt idx="867">
                  <c:v>45478</c:v>
                </c:pt>
                <c:pt idx="868">
                  <c:v>45481</c:v>
                </c:pt>
                <c:pt idx="869">
                  <c:v>45482</c:v>
                </c:pt>
                <c:pt idx="870">
                  <c:v>45483</c:v>
                </c:pt>
                <c:pt idx="871">
                  <c:v>45484</c:v>
                </c:pt>
                <c:pt idx="872">
                  <c:v>45485</c:v>
                </c:pt>
                <c:pt idx="873">
                  <c:v>45488</c:v>
                </c:pt>
                <c:pt idx="874">
                  <c:v>45489</c:v>
                </c:pt>
                <c:pt idx="875">
                  <c:v>45490</c:v>
                </c:pt>
                <c:pt idx="876">
                  <c:v>45491</c:v>
                </c:pt>
                <c:pt idx="877">
                  <c:v>45492</c:v>
                </c:pt>
                <c:pt idx="878">
                  <c:v>45495</c:v>
                </c:pt>
                <c:pt idx="879">
                  <c:v>45496</c:v>
                </c:pt>
                <c:pt idx="880">
                  <c:v>45497</c:v>
                </c:pt>
                <c:pt idx="881">
                  <c:v>45498</c:v>
                </c:pt>
                <c:pt idx="882">
                  <c:v>45499</c:v>
                </c:pt>
                <c:pt idx="883">
                  <c:v>45502</c:v>
                </c:pt>
                <c:pt idx="884">
                  <c:v>45503</c:v>
                </c:pt>
                <c:pt idx="885">
                  <c:v>45504</c:v>
                </c:pt>
                <c:pt idx="886">
                  <c:v>45505</c:v>
                </c:pt>
                <c:pt idx="887">
                  <c:v>45506</c:v>
                </c:pt>
                <c:pt idx="888">
                  <c:v>45509</c:v>
                </c:pt>
                <c:pt idx="889">
                  <c:v>45510</c:v>
                </c:pt>
                <c:pt idx="890">
                  <c:v>45511</c:v>
                </c:pt>
                <c:pt idx="891">
                  <c:v>45512</c:v>
                </c:pt>
                <c:pt idx="892">
                  <c:v>45513</c:v>
                </c:pt>
                <c:pt idx="893">
                  <c:v>45516</c:v>
                </c:pt>
                <c:pt idx="894">
                  <c:v>45517</c:v>
                </c:pt>
                <c:pt idx="895">
                  <c:v>45518</c:v>
                </c:pt>
                <c:pt idx="896">
                  <c:v>45520</c:v>
                </c:pt>
                <c:pt idx="897">
                  <c:v>45523</c:v>
                </c:pt>
                <c:pt idx="898">
                  <c:v>45524</c:v>
                </c:pt>
                <c:pt idx="899">
                  <c:v>45525</c:v>
                </c:pt>
                <c:pt idx="900">
                  <c:v>45526</c:v>
                </c:pt>
                <c:pt idx="901">
                  <c:v>45527</c:v>
                </c:pt>
                <c:pt idx="902">
                  <c:v>45530</c:v>
                </c:pt>
                <c:pt idx="903">
                  <c:v>45531</c:v>
                </c:pt>
                <c:pt idx="904">
                  <c:v>45532</c:v>
                </c:pt>
                <c:pt idx="905">
                  <c:v>45533</c:v>
                </c:pt>
                <c:pt idx="906">
                  <c:v>45534</c:v>
                </c:pt>
                <c:pt idx="907">
                  <c:v>45537</c:v>
                </c:pt>
                <c:pt idx="908">
                  <c:v>45538</c:v>
                </c:pt>
                <c:pt idx="909">
                  <c:v>45539</c:v>
                </c:pt>
                <c:pt idx="910">
                  <c:v>45540</c:v>
                </c:pt>
                <c:pt idx="911">
                  <c:v>45541</c:v>
                </c:pt>
                <c:pt idx="912">
                  <c:v>45544</c:v>
                </c:pt>
                <c:pt idx="913">
                  <c:v>45545</c:v>
                </c:pt>
                <c:pt idx="914">
                  <c:v>45546</c:v>
                </c:pt>
                <c:pt idx="915">
                  <c:v>45547</c:v>
                </c:pt>
                <c:pt idx="916">
                  <c:v>45548</c:v>
                </c:pt>
                <c:pt idx="917">
                  <c:v>45554</c:v>
                </c:pt>
                <c:pt idx="918">
                  <c:v>45555</c:v>
                </c:pt>
                <c:pt idx="919">
                  <c:v>45558</c:v>
                </c:pt>
                <c:pt idx="920">
                  <c:v>45559</c:v>
                </c:pt>
                <c:pt idx="921">
                  <c:v>45560</c:v>
                </c:pt>
                <c:pt idx="922">
                  <c:v>45561</c:v>
                </c:pt>
                <c:pt idx="923">
                  <c:v>45562</c:v>
                </c:pt>
                <c:pt idx="924">
                  <c:v>45565</c:v>
                </c:pt>
                <c:pt idx="925">
                  <c:v>45567</c:v>
                </c:pt>
                <c:pt idx="926">
                  <c:v>45569</c:v>
                </c:pt>
                <c:pt idx="927">
                  <c:v>45572</c:v>
                </c:pt>
                <c:pt idx="928">
                  <c:v>45573</c:v>
                </c:pt>
                <c:pt idx="929">
                  <c:v>45575</c:v>
                </c:pt>
                <c:pt idx="930">
                  <c:v>45576</c:v>
                </c:pt>
                <c:pt idx="931">
                  <c:v>45579</c:v>
                </c:pt>
                <c:pt idx="932">
                  <c:v>45580</c:v>
                </c:pt>
                <c:pt idx="933">
                  <c:v>45581</c:v>
                </c:pt>
                <c:pt idx="934">
                  <c:v>45582</c:v>
                </c:pt>
                <c:pt idx="935">
                  <c:v>45583</c:v>
                </c:pt>
                <c:pt idx="936">
                  <c:v>45586</c:v>
                </c:pt>
                <c:pt idx="937">
                  <c:v>45587</c:v>
                </c:pt>
                <c:pt idx="938">
                  <c:v>45588</c:v>
                </c:pt>
                <c:pt idx="939">
                  <c:v>45589</c:v>
                </c:pt>
                <c:pt idx="940">
                  <c:v>45590</c:v>
                </c:pt>
                <c:pt idx="941">
                  <c:v>45593</c:v>
                </c:pt>
                <c:pt idx="942">
                  <c:v>45594</c:v>
                </c:pt>
                <c:pt idx="943">
                  <c:v>45595</c:v>
                </c:pt>
                <c:pt idx="944">
                  <c:v>45596</c:v>
                </c:pt>
                <c:pt idx="945">
                  <c:v>45597</c:v>
                </c:pt>
                <c:pt idx="946">
                  <c:v>45600</c:v>
                </c:pt>
                <c:pt idx="947">
                  <c:v>45601</c:v>
                </c:pt>
                <c:pt idx="948">
                  <c:v>45602</c:v>
                </c:pt>
                <c:pt idx="949">
                  <c:v>45603</c:v>
                </c:pt>
                <c:pt idx="950">
                  <c:v>45604</c:v>
                </c:pt>
                <c:pt idx="951">
                  <c:v>45607</c:v>
                </c:pt>
                <c:pt idx="952">
                  <c:v>45608</c:v>
                </c:pt>
                <c:pt idx="953">
                  <c:v>45609</c:v>
                </c:pt>
                <c:pt idx="954">
                  <c:v>45610</c:v>
                </c:pt>
                <c:pt idx="955">
                  <c:v>45611</c:v>
                </c:pt>
                <c:pt idx="956">
                  <c:v>45614</c:v>
                </c:pt>
                <c:pt idx="957">
                  <c:v>45615</c:v>
                </c:pt>
                <c:pt idx="958">
                  <c:v>45616</c:v>
                </c:pt>
                <c:pt idx="959">
                  <c:v>45617</c:v>
                </c:pt>
                <c:pt idx="960">
                  <c:v>45618</c:v>
                </c:pt>
                <c:pt idx="961">
                  <c:v>45621</c:v>
                </c:pt>
                <c:pt idx="962">
                  <c:v>45622</c:v>
                </c:pt>
                <c:pt idx="963">
                  <c:v>45623</c:v>
                </c:pt>
                <c:pt idx="964">
                  <c:v>45624</c:v>
                </c:pt>
                <c:pt idx="965">
                  <c:v>45625</c:v>
                </c:pt>
                <c:pt idx="966">
                  <c:v>45628</c:v>
                </c:pt>
                <c:pt idx="967">
                  <c:v>45629</c:v>
                </c:pt>
                <c:pt idx="968">
                  <c:v>45630</c:v>
                </c:pt>
                <c:pt idx="969">
                  <c:v>45631</c:v>
                </c:pt>
                <c:pt idx="970">
                  <c:v>45632</c:v>
                </c:pt>
                <c:pt idx="971">
                  <c:v>45635</c:v>
                </c:pt>
                <c:pt idx="972">
                  <c:v>45636</c:v>
                </c:pt>
                <c:pt idx="973">
                  <c:v>45637</c:v>
                </c:pt>
                <c:pt idx="974">
                  <c:v>45638</c:v>
                </c:pt>
                <c:pt idx="975">
                  <c:v>45639</c:v>
                </c:pt>
                <c:pt idx="976">
                  <c:v>45642</c:v>
                </c:pt>
                <c:pt idx="977">
                  <c:v>45643</c:v>
                </c:pt>
                <c:pt idx="978">
                  <c:v>45644</c:v>
                </c:pt>
                <c:pt idx="979">
                  <c:v>45645</c:v>
                </c:pt>
                <c:pt idx="980">
                  <c:v>45646</c:v>
                </c:pt>
                <c:pt idx="981">
                  <c:v>45649</c:v>
                </c:pt>
                <c:pt idx="982">
                  <c:v>45650</c:v>
                </c:pt>
                <c:pt idx="983">
                  <c:v>45652</c:v>
                </c:pt>
                <c:pt idx="984">
                  <c:v>45653</c:v>
                </c:pt>
                <c:pt idx="985">
                  <c:v>45656</c:v>
                </c:pt>
                <c:pt idx="986">
                  <c:v>45657</c:v>
                </c:pt>
                <c:pt idx="987">
                  <c:v>45659</c:v>
                </c:pt>
                <c:pt idx="988">
                  <c:v>45660</c:v>
                </c:pt>
                <c:pt idx="989">
                  <c:v>45663</c:v>
                </c:pt>
                <c:pt idx="990">
                  <c:v>45664</c:v>
                </c:pt>
                <c:pt idx="991">
                  <c:v>45665</c:v>
                </c:pt>
                <c:pt idx="992">
                  <c:v>45666</c:v>
                </c:pt>
                <c:pt idx="993">
                  <c:v>45667</c:v>
                </c:pt>
                <c:pt idx="994">
                  <c:v>45670</c:v>
                </c:pt>
                <c:pt idx="995">
                  <c:v>45671</c:v>
                </c:pt>
                <c:pt idx="996">
                  <c:v>45672</c:v>
                </c:pt>
                <c:pt idx="997">
                  <c:v>45673</c:v>
                </c:pt>
                <c:pt idx="998">
                  <c:v>45674</c:v>
                </c:pt>
                <c:pt idx="999">
                  <c:v>45677</c:v>
                </c:pt>
                <c:pt idx="1000">
                  <c:v>45678</c:v>
                </c:pt>
                <c:pt idx="1001">
                  <c:v>45679</c:v>
                </c:pt>
                <c:pt idx="1002">
                  <c:v>45680</c:v>
                </c:pt>
                <c:pt idx="1003">
                  <c:v>45681</c:v>
                </c:pt>
                <c:pt idx="1004">
                  <c:v>45688</c:v>
                </c:pt>
                <c:pt idx="1005">
                  <c:v>45691</c:v>
                </c:pt>
                <c:pt idx="1006">
                  <c:v>45692</c:v>
                </c:pt>
                <c:pt idx="1007">
                  <c:v>45693</c:v>
                </c:pt>
                <c:pt idx="1008">
                  <c:v>45694</c:v>
                </c:pt>
                <c:pt idx="1009">
                  <c:v>45695</c:v>
                </c:pt>
                <c:pt idx="1010">
                  <c:v>45698</c:v>
                </c:pt>
                <c:pt idx="1011">
                  <c:v>45699</c:v>
                </c:pt>
                <c:pt idx="1012">
                  <c:v>45700</c:v>
                </c:pt>
                <c:pt idx="1013">
                  <c:v>45701</c:v>
                </c:pt>
                <c:pt idx="1014">
                  <c:v>45702</c:v>
                </c:pt>
                <c:pt idx="1015">
                  <c:v>45705</c:v>
                </c:pt>
                <c:pt idx="1016">
                  <c:v>45706</c:v>
                </c:pt>
                <c:pt idx="1017">
                  <c:v>45707</c:v>
                </c:pt>
                <c:pt idx="1018">
                  <c:v>45708</c:v>
                </c:pt>
                <c:pt idx="1019">
                  <c:v>45709</c:v>
                </c:pt>
                <c:pt idx="1020">
                  <c:v>45712</c:v>
                </c:pt>
                <c:pt idx="1021">
                  <c:v>45713</c:v>
                </c:pt>
                <c:pt idx="1022">
                  <c:v>45714</c:v>
                </c:pt>
                <c:pt idx="1023">
                  <c:v>45715</c:v>
                </c:pt>
                <c:pt idx="1024">
                  <c:v>45716</c:v>
                </c:pt>
                <c:pt idx="1025">
                  <c:v>45720</c:v>
                </c:pt>
                <c:pt idx="1026">
                  <c:v>45721</c:v>
                </c:pt>
                <c:pt idx="1027">
                  <c:v>45722</c:v>
                </c:pt>
                <c:pt idx="1028">
                  <c:v>45723</c:v>
                </c:pt>
                <c:pt idx="1029">
                  <c:v>45726</c:v>
                </c:pt>
                <c:pt idx="1030">
                  <c:v>45727</c:v>
                </c:pt>
                <c:pt idx="1031">
                  <c:v>45728</c:v>
                </c:pt>
                <c:pt idx="1032">
                  <c:v>45729</c:v>
                </c:pt>
                <c:pt idx="1033">
                  <c:v>45730</c:v>
                </c:pt>
                <c:pt idx="1034">
                  <c:v>45733</c:v>
                </c:pt>
                <c:pt idx="1035">
                  <c:v>45734</c:v>
                </c:pt>
                <c:pt idx="1036">
                  <c:v>45735</c:v>
                </c:pt>
                <c:pt idx="1037">
                  <c:v>45736</c:v>
                </c:pt>
                <c:pt idx="1038">
                  <c:v>45737</c:v>
                </c:pt>
                <c:pt idx="1039">
                  <c:v>45740</c:v>
                </c:pt>
                <c:pt idx="1040">
                  <c:v>45741</c:v>
                </c:pt>
                <c:pt idx="1041">
                  <c:v>45742</c:v>
                </c:pt>
                <c:pt idx="1042">
                  <c:v>45743</c:v>
                </c:pt>
                <c:pt idx="1043">
                  <c:v>45744</c:v>
                </c:pt>
                <c:pt idx="1044">
                  <c:v>45747</c:v>
                </c:pt>
                <c:pt idx="1045">
                  <c:v>45748</c:v>
                </c:pt>
                <c:pt idx="1046">
                  <c:v>45749</c:v>
                </c:pt>
                <c:pt idx="1047">
                  <c:v>45750</c:v>
                </c:pt>
                <c:pt idx="1048">
                  <c:v>45751</c:v>
                </c:pt>
                <c:pt idx="1049">
                  <c:v>45754</c:v>
                </c:pt>
                <c:pt idx="1050">
                  <c:v>45755</c:v>
                </c:pt>
                <c:pt idx="1051">
                  <c:v>45756</c:v>
                </c:pt>
                <c:pt idx="1052">
                  <c:v>45757</c:v>
                </c:pt>
                <c:pt idx="1053">
                  <c:v>45758</c:v>
                </c:pt>
                <c:pt idx="1054">
                  <c:v>45761</c:v>
                </c:pt>
                <c:pt idx="1055">
                  <c:v>45762</c:v>
                </c:pt>
                <c:pt idx="1056">
                  <c:v>45763</c:v>
                </c:pt>
                <c:pt idx="1057">
                  <c:v>45764</c:v>
                </c:pt>
                <c:pt idx="1058">
                  <c:v>45765</c:v>
                </c:pt>
                <c:pt idx="1059">
                  <c:v>45768</c:v>
                </c:pt>
                <c:pt idx="1060">
                  <c:v>45769</c:v>
                </c:pt>
                <c:pt idx="1061">
                  <c:v>45770</c:v>
                </c:pt>
                <c:pt idx="1062">
                  <c:v>45771</c:v>
                </c:pt>
                <c:pt idx="1063">
                  <c:v>45772</c:v>
                </c:pt>
                <c:pt idx="1064">
                  <c:v>45775</c:v>
                </c:pt>
                <c:pt idx="1065">
                  <c:v>45776</c:v>
                </c:pt>
                <c:pt idx="1066">
                  <c:v>45777</c:v>
                </c:pt>
                <c:pt idx="1067">
                  <c:v>45779</c:v>
                </c:pt>
                <c:pt idx="1068">
                  <c:v>45784</c:v>
                </c:pt>
                <c:pt idx="1069">
                  <c:v>45785</c:v>
                </c:pt>
                <c:pt idx="1070">
                  <c:v>45786</c:v>
                </c:pt>
                <c:pt idx="1071">
                  <c:v>45789</c:v>
                </c:pt>
                <c:pt idx="1072">
                  <c:v>45790</c:v>
                </c:pt>
                <c:pt idx="1073">
                  <c:v>45791</c:v>
                </c:pt>
                <c:pt idx="1074">
                  <c:v>45792</c:v>
                </c:pt>
                <c:pt idx="1075">
                  <c:v>45793</c:v>
                </c:pt>
                <c:pt idx="1076">
                  <c:v>45796</c:v>
                </c:pt>
                <c:pt idx="1077">
                  <c:v>45797</c:v>
                </c:pt>
                <c:pt idx="1078">
                  <c:v>45798</c:v>
                </c:pt>
                <c:pt idx="1079">
                  <c:v>45799</c:v>
                </c:pt>
                <c:pt idx="1080">
                  <c:v>45800</c:v>
                </c:pt>
                <c:pt idx="1081">
                  <c:v>45803</c:v>
                </c:pt>
                <c:pt idx="1082">
                  <c:v>45804</c:v>
                </c:pt>
                <c:pt idx="1083">
                  <c:v>45805</c:v>
                </c:pt>
                <c:pt idx="1084">
                  <c:v>45806</c:v>
                </c:pt>
                <c:pt idx="1085">
                  <c:v>45807</c:v>
                </c:pt>
                <c:pt idx="1086">
                  <c:v>45810</c:v>
                </c:pt>
                <c:pt idx="1087">
                  <c:v>45812</c:v>
                </c:pt>
                <c:pt idx="1088">
                  <c:v>45813</c:v>
                </c:pt>
                <c:pt idx="1089">
                  <c:v>45817</c:v>
                </c:pt>
                <c:pt idx="1090">
                  <c:v>45818</c:v>
                </c:pt>
                <c:pt idx="1091">
                  <c:v>45819</c:v>
                </c:pt>
                <c:pt idx="1092">
                  <c:v>45820</c:v>
                </c:pt>
                <c:pt idx="1093">
                  <c:v>45821</c:v>
                </c:pt>
                <c:pt idx="1094">
                  <c:v>45824</c:v>
                </c:pt>
                <c:pt idx="1095">
                  <c:v>45825</c:v>
                </c:pt>
                <c:pt idx="1096">
                  <c:v>45826</c:v>
                </c:pt>
                <c:pt idx="1097">
                  <c:v>45827</c:v>
                </c:pt>
                <c:pt idx="1098">
                  <c:v>45828</c:v>
                </c:pt>
                <c:pt idx="1099">
                  <c:v>45831</c:v>
                </c:pt>
                <c:pt idx="1100">
                  <c:v>45832</c:v>
                </c:pt>
                <c:pt idx="1101">
                  <c:v>45833</c:v>
                </c:pt>
                <c:pt idx="1102">
                  <c:v>45834</c:v>
                </c:pt>
                <c:pt idx="1103">
                  <c:v>45835</c:v>
                </c:pt>
                <c:pt idx="1104">
                  <c:v>45838</c:v>
                </c:pt>
                <c:pt idx="1105">
                  <c:v>45839</c:v>
                </c:pt>
                <c:pt idx="1106">
                  <c:v>45840</c:v>
                </c:pt>
                <c:pt idx="1107">
                  <c:v>45841</c:v>
                </c:pt>
                <c:pt idx="1108">
                  <c:v>45842</c:v>
                </c:pt>
                <c:pt idx="1109">
                  <c:v>45845</c:v>
                </c:pt>
                <c:pt idx="1110">
                  <c:v>45846</c:v>
                </c:pt>
                <c:pt idx="1111">
                  <c:v>45847</c:v>
                </c:pt>
                <c:pt idx="1112">
                  <c:v>45848</c:v>
                </c:pt>
                <c:pt idx="1113">
                  <c:v>45849</c:v>
                </c:pt>
                <c:pt idx="1114">
                  <c:v>45852</c:v>
                </c:pt>
                <c:pt idx="1115">
                  <c:v>45853</c:v>
                </c:pt>
                <c:pt idx="1116">
                  <c:v>45854</c:v>
                </c:pt>
                <c:pt idx="1117">
                  <c:v>45855</c:v>
                </c:pt>
                <c:pt idx="1118">
                  <c:v>45856</c:v>
                </c:pt>
                <c:pt idx="1119">
                  <c:v>45859</c:v>
                </c:pt>
                <c:pt idx="1120">
                  <c:v>45860</c:v>
                </c:pt>
                <c:pt idx="1121">
                  <c:v>45861</c:v>
                </c:pt>
                <c:pt idx="1122">
                  <c:v>45862</c:v>
                </c:pt>
                <c:pt idx="1123">
                  <c:v>45863</c:v>
                </c:pt>
                <c:pt idx="1124">
                  <c:v>45866</c:v>
                </c:pt>
                <c:pt idx="1125">
                  <c:v>45867</c:v>
                </c:pt>
                <c:pt idx="1126">
                  <c:v>45868</c:v>
                </c:pt>
                <c:pt idx="1127">
                  <c:v>45869</c:v>
                </c:pt>
                <c:pt idx="1128">
                  <c:v>45870</c:v>
                </c:pt>
                <c:pt idx="1129">
                  <c:v>45873</c:v>
                </c:pt>
                <c:pt idx="1130">
                  <c:v>45874</c:v>
                </c:pt>
                <c:pt idx="1131">
                  <c:v>45875</c:v>
                </c:pt>
                <c:pt idx="1132">
                  <c:v>45876</c:v>
                </c:pt>
                <c:pt idx="1133">
                  <c:v>45877</c:v>
                </c:pt>
                <c:pt idx="1134">
                  <c:v>45878</c:v>
                </c:pt>
                <c:pt idx="1135">
                  <c:v>45879</c:v>
                </c:pt>
                <c:pt idx="1136">
                  <c:v>45880</c:v>
                </c:pt>
                <c:pt idx="1137">
                  <c:v>45881</c:v>
                </c:pt>
                <c:pt idx="1138">
                  <c:v>45882</c:v>
                </c:pt>
                <c:pt idx="1139">
                  <c:v>45883</c:v>
                </c:pt>
                <c:pt idx="1140">
                  <c:v>45884</c:v>
                </c:pt>
                <c:pt idx="1141">
                  <c:v>45885</c:v>
                </c:pt>
                <c:pt idx="1142">
                  <c:v>45886</c:v>
                </c:pt>
                <c:pt idx="1143">
                  <c:v>45887</c:v>
                </c:pt>
                <c:pt idx="1144">
                  <c:v>45888</c:v>
                </c:pt>
                <c:pt idx="1145">
                  <c:v>45889</c:v>
                </c:pt>
                <c:pt idx="1146">
                  <c:v>45890</c:v>
                </c:pt>
                <c:pt idx="1147">
                  <c:v>45891</c:v>
                </c:pt>
                <c:pt idx="1148">
                  <c:v>45892</c:v>
                </c:pt>
                <c:pt idx="1149">
                  <c:v>45893</c:v>
                </c:pt>
                <c:pt idx="1150">
                  <c:v>45894</c:v>
                </c:pt>
                <c:pt idx="1151">
                  <c:v>45895</c:v>
                </c:pt>
                <c:pt idx="1152">
                  <c:v>45896</c:v>
                </c:pt>
                <c:pt idx="1153">
                  <c:v>45897</c:v>
                </c:pt>
                <c:pt idx="1154">
                  <c:v>45898</c:v>
                </c:pt>
                <c:pt idx="1155">
                  <c:v>45899</c:v>
                </c:pt>
                <c:pt idx="1156">
                  <c:v>45900</c:v>
                </c:pt>
                <c:pt idx="1157">
                  <c:v>45901</c:v>
                </c:pt>
                <c:pt idx="1158">
                  <c:v>45902</c:v>
                </c:pt>
                <c:pt idx="1159">
                  <c:v>45903</c:v>
                </c:pt>
                <c:pt idx="1160">
                  <c:v>45904</c:v>
                </c:pt>
                <c:pt idx="1161">
                  <c:v>45905</c:v>
                </c:pt>
                <c:pt idx="1162">
                  <c:v>45906</c:v>
                </c:pt>
                <c:pt idx="1163">
                  <c:v>45907</c:v>
                </c:pt>
                <c:pt idx="1164">
                  <c:v>45908</c:v>
                </c:pt>
                <c:pt idx="1165">
                  <c:v>45909</c:v>
                </c:pt>
                <c:pt idx="1166">
                  <c:v>45910</c:v>
                </c:pt>
                <c:pt idx="1167">
                  <c:v>45911</c:v>
                </c:pt>
                <c:pt idx="1168">
                  <c:v>45912</c:v>
                </c:pt>
                <c:pt idx="1169">
                  <c:v>45913</c:v>
                </c:pt>
                <c:pt idx="1170">
                  <c:v>45914</c:v>
                </c:pt>
                <c:pt idx="1171">
                  <c:v>45915</c:v>
                </c:pt>
                <c:pt idx="1172">
                  <c:v>45916</c:v>
                </c:pt>
                <c:pt idx="1173">
                  <c:v>45917</c:v>
                </c:pt>
                <c:pt idx="1174">
                  <c:v>45918</c:v>
                </c:pt>
                <c:pt idx="1175">
                  <c:v>45919</c:v>
                </c:pt>
                <c:pt idx="1176">
                  <c:v>45920</c:v>
                </c:pt>
                <c:pt idx="1177">
                  <c:v>45921</c:v>
                </c:pt>
                <c:pt idx="1178">
                  <c:v>45922</c:v>
                </c:pt>
                <c:pt idx="1179">
                  <c:v>45923</c:v>
                </c:pt>
                <c:pt idx="1180">
                  <c:v>45924</c:v>
                </c:pt>
                <c:pt idx="1181">
                  <c:v>45925</c:v>
                </c:pt>
                <c:pt idx="1182">
                  <c:v>45926</c:v>
                </c:pt>
                <c:pt idx="1183">
                  <c:v>45927</c:v>
                </c:pt>
                <c:pt idx="1184">
                  <c:v>45928</c:v>
                </c:pt>
                <c:pt idx="1185">
                  <c:v>45929</c:v>
                </c:pt>
                <c:pt idx="1186">
                  <c:v>45930</c:v>
                </c:pt>
                <c:pt idx="1187">
                  <c:v>45931</c:v>
                </c:pt>
                <c:pt idx="1188">
                  <c:v>45932</c:v>
                </c:pt>
                <c:pt idx="1189">
                  <c:v>45933</c:v>
                </c:pt>
                <c:pt idx="1190">
                  <c:v>45934</c:v>
                </c:pt>
                <c:pt idx="1191">
                  <c:v>45935</c:v>
                </c:pt>
                <c:pt idx="1192">
                  <c:v>45936</c:v>
                </c:pt>
                <c:pt idx="1193">
                  <c:v>45937</c:v>
                </c:pt>
                <c:pt idx="1194">
                  <c:v>45938</c:v>
                </c:pt>
                <c:pt idx="1195">
                  <c:v>45939</c:v>
                </c:pt>
                <c:pt idx="1196">
                  <c:v>45940</c:v>
                </c:pt>
                <c:pt idx="1197">
                  <c:v>45941</c:v>
                </c:pt>
                <c:pt idx="1198">
                  <c:v>45942</c:v>
                </c:pt>
                <c:pt idx="1199">
                  <c:v>45943</c:v>
                </c:pt>
                <c:pt idx="1200">
                  <c:v>45944</c:v>
                </c:pt>
                <c:pt idx="1201">
                  <c:v>45945</c:v>
                </c:pt>
                <c:pt idx="1202">
                  <c:v>45946</c:v>
                </c:pt>
                <c:pt idx="1203">
                  <c:v>45947</c:v>
                </c:pt>
                <c:pt idx="1204">
                  <c:v>45948</c:v>
                </c:pt>
                <c:pt idx="1205">
                  <c:v>45949</c:v>
                </c:pt>
                <c:pt idx="1206">
                  <c:v>45950</c:v>
                </c:pt>
                <c:pt idx="1207">
                  <c:v>45951</c:v>
                </c:pt>
                <c:pt idx="1208">
                  <c:v>45952</c:v>
                </c:pt>
                <c:pt idx="1209">
                  <c:v>45953</c:v>
                </c:pt>
                <c:pt idx="1210">
                  <c:v>45954</c:v>
                </c:pt>
                <c:pt idx="1211">
                  <c:v>45955</c:v>
                </c:pt>
                <c:pt idx="1212">
                  <c:v>45956</c:v>
                </c:pt>
                <c:pt idx="1213">
                  <c:v>45957</c:v>
                </c:pt>
                <c:pt idx="1214">
                  <c:v>45958</c:v>
                </c:pt>
                <c:pt idx="1215">
                  <c:v>45959</c:v>
                </c:pt>
                <c:pt idx="1216">
                  <c:v>45960</c:v>
                </c:pt>
                <c:pt idx="1217">
                  <c:v>45961</c:v>
                </c:pt>
                <c:pt idx="1218">
                  <c:v>45962</c:v>
                </c:pt>
                <c:pt idx="1219">
                  <c:v>45963</c:v>
                </c:pt>
                <c:pt idx="1220">
                  <c:v>45964</c:v>
                </c:pt>
                <c:pt idx="1221">
                  <c:v>45965</c:v>
                </c:pt>
                <c:pt idx="1222">
                  <c:v>45966</c:v>
                </c:pt>
                <c:pt idx="1223">
                  <c:v>45967</c:v>
                </c:pt>
                <c:pt idx="1224">
                  <c:v>45968</c:v>
                </c:pt>
                <c:pt idx="1225">
                  <c:v>45969</c:v>
                </c:pt>
                <c:pt idx="1226">
                  <c:v>45970</c:v>
                </c:pt>
                <c:pt idx="1227">
                  <c:v>45971</c:v>
                </c:pt>
                <c:pt idx="1228">
                  <c:v>45972</c:v>
                </c:pt>
                <c:pt idx="1229">
                  <c:v>45973</c:v>
                </c:pt>
                <c:pt idx="1230">
                  <c:v>45974</c:v>
                </c:pt>
                <c:pt idx="1231">
                  <c:v>45975</c:v>
                </c:pt>
                <c:pt idx="1232">
                  <c:v>45976</c:v>
                </c:pt>
                <c:pt idx="1233">
                  <c:v>45977</c:v>
                </c:pt>
                <c:pt idx="1234">
                  <c:v>45978</c:v>
                </c:pt>
                <c:pt idx="1235">
                  <c:v>45979</c:v>
                </c:pt>
                <c:pt idx="1236">
                  <c:v>45980</c:v>
                </c:pt>
                <c:pt idx="1237">
                  <c:v>45981</c:v>
                </c:pt>
                <c:pt idx="1238">
                  <c:v>45982</c:v>
                </c:pt>
                <c:pt idx="1239">
                  <c:v>45983</c:v>
                </c:pt>
                <c:pt idx="1240">
                  <c:v>45984</c:v>
                </c:pt>
                <c:pt idx="1241">
                  <c:v>45985</c:v>
                </c:pt>
                <c:pt idx="1242">
                  <c:v>45986</c:v>
                </c:pt>
                <c:pt idx="1243">
                  <c:v>45987</c:v>
                </c:pt>
                <c:pt idx="1244">
                  <c:v>45988</c:v>
                </c:pt>
                <c:pt idx="1245">
                  <c:v>45989</c:v>
                </c:pt>
                <c:pt idx="1246">
                  <c:v>45990</c:v>
                </c:pt>
                <c:pt idx="1247">
                  <c:v>45991</c:v>
                </c:pt>
                <c:pt idx="1248">
                  <c:v>45992</c:v>
                </c:pt>
                <c:pt idx="1249">
                  <c:v>45993</c:v>
                </c:pt>
                <c:pt idx="1250">
                  <c:v>45994</c:v>
                </c:pt>
                <c:pt idx="1251">
                  <c:v>45995</c:v>
                </c:pt>
                <c:pt idx="1252">
                  <c:v>45996</c:v>
                </c:pt>
                <c:pt idx="1253">
                  <c:v>45997</c:v>
                </c:pt>
                <c:pt idx="1254">
                  <c:v>45998</c:v>
                </c:pt>
                <c:pt idx="1255">
                  <c:v>45999</c:v>
                </c:pt>
                <c:pt idx="1256">
                  <c:v>46000</c:v>
                </c:pt>
                <c:pt idx="1257">
                  <c:v>46001</c:v>
                </c:pt>
                <c:pt idx="1258">
                  <c:v>46002</c:v>
                </c:pt>
                <c:pt idx="1259">
                  <c:v>46003</c:v>
                </c:pt>
                <c:pt idx="1260">
                  <c:v>46004</c:v>
                </c:pt>
                <c:pt idx="1261">
                  <c:v>46005</c:v>
                </c:pt>
                <c:pt idx="1262">
                  <c:v>46006</c:v>
                </c:pt>
                <c:pt idx="1263">
                  <c:v>46007</c:v>
                </c:pt>
                <c:pt idx="1264">
                  <c:v>46008</c:v>
                </c:pt>
                <c:pt idx="1265">
                  <c:v>46009</c:v>
                </c:pt>
                <c:pt idx="1266">
                  <c:v>46010</c:v>
                </c:pt>
                <c:pt idx="1267">
                  <c:v>46011</c:v>
                </c:pt>
                <c:pt idx="1268">
                  <c:v>46012</c:v>
                </c:pt>
                <c:pt idx="1269">
                  <c:v>46013</c:v>
                </c:pt>
                <c:pt idx="1270">
                  <c:v>46014</c:v>
                </c:pt>
                <c:pt idx="1271">
                  <c:v>46015</c:v>
                </c:pt>
                <c:pt idx="1272">
                  <c:v>46016</c:v>
                </c:pt>
                <c:pt idx="1273">
                  <c:v>46017</c:v>
                </c:pt>
                <c:pt idx="1274">
                  <c:v>46018</c:v>
                </c:pt>
                <c:pt idx="1275">
                  <c:v>46019</c:v>
                </c:pt>
                <c:pt idx="1276">
                  <c:v>46020</c:v>
                </c:pt>
                <c:pt idx="1277">
                  <c:v>46021</c:v>
                </c:pt>
                <c:pt idx="1278">
                  <c:v>46022</c:v>
                </c:pt>
                <c:pt idx="1279">
                  <c:v>46023</c:v>
                </c:pt>
                <c:pt idx="1280">
                  <c:v>46024</c:v>
                </c:pt>
                <c:pt idx="1281">
                  <c:v>46025</c:v>
                </c:pt>
                <c:pt idx="1282">
                  <c:v>46026</c:v>
                </c:pt>
                <c:pt idx="1283">
                  <c:v>46027</c:v>
                </c:pt>
                <c:pt idx="1284">
                  <c:v>46028</c:v>
                </c:pt>
                <c:pt idx="1285">
                  <c:v>46029</c:v>
                </c:pt>
                <c:pt idx="1286">
                  <c:v>46030</c:v>
                </c:pt>
                <c:pt idx="1287">
                  <c:v>46031</c:v>
                </c:pt>
                <c:pt idx="1288">
                  <c:v>46032</c:v>
                </c:pt>
                <c:pt idx="1289">
                  <c:v>46033</c:v>
                </c:pt>
                <c:pt idx="1290">
                  <c:v>46034</c:v>
                </c:pt>
                <c:pt idx="1291">
                  <c:v>46035</c:v>
                </c:pt>
                <c:pt idx="1292">
                  <c:v>46036</c:v>
                </c:pt>
                <c:pt idx="1293">
                  <c:v>46037</c:v>
                </c:pt>
                <c:pt idx="1294">
                  <c:v>46038</c:v>
                </c:pt>
                <c:pt idx="1295">
                  <c:v>46039</c:v>
                </c:pt>
                <c:pt idx="1296">
                  <c:v>46040</c:v>
                </c:pt>
                <c:pt idx="1297">
                  <c:v>46041</c:v>
                </c:pt>
                <c:pt idx="1298">
                  <c:v>46042</c:v>
                </c:pt>
                <c:pt idx="1299">
                  <c:v>46043</c:v>
                </c:pt>
                <c:pt idx="1300">
                  <c:v>46044</c:v>
                </c:pt>
                <c:pt idx="1301">
                  <c:v>46045</c:v>
                </c:pt>
                <c:pt idx="1302">
                  <c:v>46046</c:v>
                </c:pt>
                <c:pt idx="1303">
                  <c:v>46047</c:v>
                </c:pt>
                <c:pt idx="1304">
                  <c:v>46048</c:v>
                </c:pt>
                <c:pt idx="1305">
                  <c:v>46049</c:v>
                </c:pt>
                <c:pt idx="1306">
                  <c:v>46050</c:v>
                </c:pt>
                <c:pt idx="1307">
                  <c:v>46051</c:v>
                </c:pt>
                <c:pt idx="1308">
                  <c:v>46052</c:v>
                </c:pt>
                <c:pt idx="1309">
                  <c:v>46053</c:v>
                </c:pt>
                <c:pt idx="1310">
                  <c:v>46054</c:v>
                </c:pt>
                <c:pt idx="1311">
                  <c:v>46055</c:v>
                </c:pt>
                <c:pt idx="1312">
                  <c:v>46056</c:v>
                </c:pt>
                <c:pt idx="1313">
                  <c:v>46057</c:v>
                </c:pt>
                <c:pt idx="1314">
                  <c:v>46058</c:v>
                </c:pt>
                <c:pt idx="1315">
                  <c:v>46059</c:v>
                </c:pt>
                <c:pt idx="1316">
                  <c:v>46060</c:v>
                </c:pt>
                <c:pt idx="1317">
                  <c:v>46061</c:v>
                </c:pt>
                <c:pt idx="1318">
                  <c:v>46062</c:v>
                </c:pt>
                <c:pt idx="1319">
                  <c:v>46063</c:v>
                </c:pt>
                <c:pt idx="1320">
                  <c:v>46064</c:v>
                </c:pt>
                <c:pt idx="1321">
                  <c:v>46065</c:v>
                </c:pt>
                <c:pt idx="1322">
                  <c:v>46066</c:v>
                </c:pt>
                <c:pt idx="1323">
                  <c:v>46067</c:v>
                </c:pt>
                <c:pt idx="1324">
                  <c:v>46068</c:v>
                </c:pt>
                <c:pt idx="1325">
                  <c:v>46069</c:v>
                </c:pt>
                <c:pt idx="1326">
                  <c:v>46070</c:v>
                </c:pt>
                <c:pt idx="1327">
                  <c:v>46071</c:v>
                </c:pt>
                <c:pt idx="1328">
                  <c:v>46072</c:v>
                </c:pt>
                <c:pt idx="1329">
                  <c:v>46073</c:v>
                </c:pt>
                <c:pt idx="1330">
                  <c:v>46074</c:v>
                </c:pt>
                <c:pt idx="1331">
                  <c:v>46075</c:v>
                </c:pt>
                <c:pt idx="1332">
                  <c:v>46076</c:v>
                </c:pt>
                <c:pt idx="1333">
                  <c:v>46077</c:v>
                </c:pt>
                <c:pt idx="1334">
                  <c:v>46078</c:v>
                </c:pt>
                <c:pt idx="1335">
                  <c:v>46079</c:v>
                </c:pt>
                <c:pt idx="1336">
                  <c:v>46080</c:v>
                </c:pt>
                <c:pt idx="1337">
                  <c:v>46081</c:v>
                </c:pt>
                <c:pt idx="1338">
                  <c:v>46082</c:v>
                </c:pt>
                <c:pt idx="1339">
                  <c:v>46083</c:v>
                </c:pt>
                <c:pt idx="1340">
                  <c:v>46084</c:v>
                </c:pt>
                <c:pt idx="1341">
                  <c:v>46085</c:v>
                </c:pt>
                <c:pt idx="1342">
                  <c:v>46086</c:v>
                </c:pt>
                <c:pt idx="1343">
                  <c:v>46087</c:v>
                </c:pt>
                <c:pt idx="1344">
                  <c:v>46088</c:v>
                </c:pt>
                <c:pt idx="1345">
                  <c:v>46089</c:v>
                </c:pt>
                <c:pt idx="1346">
                  <c:v>46090</c:v>
                </c:pt>
                <c:pt idx="1347">
                  <c:v>46091</c:v>
                </c:pt>
                <c:pt idx="1348">
                  <c:v>46092</c:v>
                </c:pt>
                <c:pt idx="1349">
                  <c:v>46093</c:v>
                </c:pt>
                <c:pt idx="1350">
                  <c:v>46094</c:v>
                </c:pt>
                <c:pt idx="1351">
                  <c:v>46095</c:v>
                </c:pt>
                <c:pt idx="1352">
                  <c:v>46096</c:v>
                </c:pt>
                <c:pt idx="1353">
                  <c:v>46097</c:v>
                </c:pt>
                <c:pt idx="1354">
                  <c:v>46098</c:v>
                </c:pt>
                <c:pt idx="1355">
                  <c:v>46099</c:v>
                </c:pt>
                <c:pt idx="1356">
                  <c:v>46100</c:v>
                </c:pt>
                <c:pt idx="1357">
                  <c:v>46101</c:v>
                </c:pt>
                <c:pt idx="1358">
                  <c:v>46102</c:v>
                </c:pt>
                <c:pt idx="1359">
                  <c:v>46103</c:v>
                </c:pt>
                <c:pt idx="1360">
                  <c:v>46104</c:v>
                </c:pt>
                <c:pt idx="1361">
                  <c:v>46105</c:v>
                </c:pt>
                <c:pt idx="1362">
                  <c:v>46106</c:v>
                </c:pt>
                <c:pt idx="1363">
                  <c:v>46107</c:v>
                </c:pt>
                <c:pt idx="1364">
                  <c:v>46108</c:v>
                </c:pt>
                <c:pt idx="1365">
                  <c:v>46109</c:v>
                </c:pt>
                <c:pt idx="1366">
                  <c:v>46110</c:v>
                </c:pt>
                <c:pt idx="1367">
                  <c:v>46111</c:v>
                </c:pt>
                <c:pt idx="1368">
                  <c:v>46112</c:v>
                </c:pt>
                <c:pt idx="1369">
                  <c:v>46113</c:v>
                </c:pt>
                <c:pt idx="1370">
                  <c:v>46114</c:v>
                </c:pt>
                <c:pt idx="1371">
                  <c:v>46115</c:v>
                </c:pt>
                <c:pt idx="1372">
                  <c:v>46116</c:v>
                </c:pt>
                <c:pt idx="1373">
                  <c:v>46117</c:v>
                </c:pt>
                <c:pt idx="1374">
                  <c:v>46118</c:v>
                </c:pt>
                <c:pt idx="1375">
                  <c:v>46119</c:v>
                </c:pt>
                <c:pt idx="1376">
                  <c:v>46120</c:v>
                </c:pt>
                <c:pt idx="1377">
                  <c:v>46121</c:v>
                </c:pt>
                <c:pt idx="1378">
                  <c:v>46122</c:v>
                </c:pt>
                <c:pt idx="1379">
                  <c:v>46123</c:v>
                </c:pt>
                <c:pt idx="1380">
                  <c:v>46124</c:v>
                </c:pt>
                <c:pt idx="1381">
                  <c:v>46125</c:v>
                </c:pt>
                <c:pt idx="1382">
                  <c:v>46126</c:v>
                </c:pt>
                <c:pt idx="1383">
                  <c:v>46127</c:v>
                </c:pt>
                <c:pt idx="1384">
                  <c:v>46128</c:v>
                </c:pt>
                <c:pt idx="1385">
                  <c:v>46129</c:v>
                </c:pt>
                <c:pt idx="1386">
                  <c:v>46130</c:v>
                </c:pt>
                <c:pt idx="1387">
                  <c:v>46131</c:v>
                </c:pt>
                <c:pt idx="1388">
                  <c:v>46132</c:v>
                </c:pt>
                <c:pt idx="1389">
                  <c:v>46133</c:v>
                </c:pt>
                <c:pt idx="1390">
                  <c:v>46134</c:v>
                </c:pt>
                <c:pt idx="1391">
                  <c:v>46135</c:v>
                </c:pt>
                <c:pt idx="1392">
                  <c:v>46136</c:v>
                </c:pt>
                <c:pt idx="1393">
                  <c:v>46137</c:v>
                </c:pt>
                <c:pt idx="1394">
                  <c:v>46138</c:v>
                </c:pt>
                <c:pt idx="1395">
                  <c:v>46139</c:v>
                </c:pt>
                <c:pt idx="1396">
                  <c:v>46140</c:v>
                </c:pt>
                <c:pt idx="1397">
                  <c:v>46141</c:v>
                </c:pt>
                <c:pt idx="1398">
                  <c:v>46142</c:v>
                </c:pt>
                <c:pt idx="1399">
                  <c:v>46143</c:v>
                </c:pt>
                <c:pt idx="1400">
                  <c:v>46144</c:v>
                </c:pt>
                <c:pt idx="1401">
                  <c:v>46145</c:v>
                </c:pt>
                <c:pt idx="1402">
                  <c:v>46146</c:v>
                </c:pt>
                <c:pt idx="1403">
                  <c:v>46147</c:v>
                </c:pt>
                <c:pt idx="1404">
                  <c:v>46148</c:v>
                </c:pt>
                <c:pt idx="1405">
                  <c:v>46149</c:v>
                </c:pt>
                <c:pt idx="1406">
                  <c:v>46150</c:v>
                </c:pt>
                <c:pt idx="1407">
                  <c:v>46151</c:v>
                </c:pt>
                <c:pt idx="1408">
                  <c:v>46152</c:v>
                </c:pt>
                <c:pt idx="1409">
                  <c:v>46153</c:v>
                </c:pt>
                <c:pt idx="1410">
                  <c:v>46154</c:v>
                </c:pt>
                <c:pt idx="1411">
                  <c:v>46155</c:v>
                </c:pt>
                <c:pt idx="1412">
                  <c:v>46156</c:v>
                </c:pt>
                <c:pt idx="1413">
                  <c:v>46157</c:v>
                </c:pt>
                <c:pt idx="1414">
                  <c:v>46158</c:v>
                </c:pt>
                <c:pt idx="1415">
                  <c:v>46159</c:v>
                </c:pt>
                <c:pt idx="1416">
                  <c:v>46160</c:v>
                </c:pt>
                <c:pt idx="1417">
                  <c:v>46161</c:v>
                </c:pt>
                <c:pt idx="1418">
                  <c:v>46162</c:v>
                </c:pt>
                <c:pt idx="1419">
                  <c:v>46163</c:v>
                </c:pt>
                <c:pt idx="1420">
                  <c:v>46164</c:v>
                </c:pt>
                <c:pt idx="1421">
                  <c:v>46165</c:v>
                </c:pt>
                <c:pt idx="1422">
                  <c:v>46166</c:v>
                </c:pt>
                <c:pt idx="1423">
                  <c:v>46167</c:v>
                </c:pt>
                <c:pt idx="1424">
                  <c:v>46168</c:v>
                </c:pt>
                <c:pt idx="1425">
                  <c:v>46169</c:v>
                </c:pt>
                <c:pt idx="1426">
                  <c:v>46170</c:v>
                </c:pt>
                <c:pt idx="1427">
                  <c:v>46171</c:v>
                </c:pt>
                <c:pt idx="1428">
                  <c:v>46172</c:v>
                </c:pt>
                <c:pt idx="1429">
                  <c:v>46173</c:v>
                </c:pt>
                <c:pt idx="1430">
                  <c:v>46174</c:v>
                </c:pt>
                <c:pt idx="1431">
                  <c:v>46175</c:v>
                </c:pt>
                <c:pt idx="1432">
                  <c:v>46176</c:v>
                </c:pt>
                <c:pt idx="1433">
                  <c:v>46177</c:v>
                </c:pt>
                <c:pt idx="1434">
                  <c:v>46178</c:v>
                </c:pt>
                <c:pt idx="1435">
                  <c:v>46179</c:v>
                </c:pt>
                <c:pt idx="1436">
                  <c:v>46180</c:v>
                </c:pt>
                <c:pt idx="1437">
                  <c:v>46181</c:v>
                </c:pt>
                <c:pt idx="1438">
                  <c:v>46182</c:v>
                </c:pt>
                <c:pt idx="1439">
                  <c:v>46183</c:v>
                </c:pt>
                <c:pt idx="1440">
                  <c:v>46184</c:v>
                </c:pt>
                <c:pt idx="1441">
                  <c:v>46185</c:v>
                </c:pt>
                <c:pt idx="1442">
                  <c:v>46186</c:v>
                </c:pt>
                <c:pt idx="1443">
                  <c:v>46187</c:v>
                </c:pt>
                <c:pt idx="1444">
                  <c:v>46188</c:v>
                </c:pt>
                <c:pt idx="1445">
                  <c:v>46189</c:v>
                </c:pt>
                <c:pt idx="1446">
                  <c:v>46190</c:v>
                </c:pt>
                <c:pt idx="1447">
                  <c:v>46191</c:v>
                </c:pt>
                <c:pt idx="1448">
                  <c:v>46192</c:v>
                </c:pt>
                <c:pt idx="1449">
                  <c:v>46193</c:v>
                </c:pt>
                <c:pt idx="1450">
                  <c:v>46194</c:v>
                </c:pt>
                <c:pt idx="1451">
                  <c:v>46195</c:v>
                </c:pt>
                <c:pt idx="1452">
                  <c:v>46196</c:v>
                </c:pt>
                <c:pt idx="1453">
                  <c:v>46197</c:v>
                </c:pt>
                <c:pt idx="1454">
                  <c:v>46198</c:v>
                </c:pt>
                <c:pt idx="1455">
                  <c:v>46199</c:v>
                </c:pt>
                <c:pt idx="1456">
                  <c:v>46200</c:v>
                </c:pt>
                <c:pt idx="1457">
                  <c:v>46201</c:v>
                </c:pt>
                <c:pt idx="1458">
                  <c:v>46202</c:v>
                </c:pt>
                <c:pt idx="1459">
                  <c:v>46203</c:v>
                </c:pt>
                <c:pt idx="1460">
                  <c:v>46204</c:v>
                </c:pt>
                <c:pt idx="1461">
                  <c:v>46205</c:v>
                </c:pt>
                <c:pt idx="1462">
                  <c:v>46206</c:v>
                </c:pt>
                <c:pt idx="1463">
                  <c:v>46207</c:v>
                </c:pt>
                <c:pt idx="1464">
                  <c:v>46208</c:v>
                </c:pt>
                <c:pt idx="1465">
                  <c:v>46209</c:v>
                </c:pt>
                <c:pt idx="1466">
                  <c:v>46210</c:v>
                </c:pt>
                <c:pt idx="1467">
                  <c:v>46211</c:v>
                </c:pt>
                <c:pt idx="1468">
                  <c:v>46212</c:v>
                </c:pt>
                <c:pt idx="1469">
                  <c:v>46213</c:v>
                </c:pt>
                <c:pt idx="1470">
                  <c:v>46214</c:v>
                </c:pt>
                <c:pt idx="1471">
                  <c:v>46215</c:v>
                </c:pt>
                <c:pt idx="1472">
                  <c:v>46216</c:v>
                </c:pt>
                <c:pt idx="1473">
                  <c:v>46217</c:v>
                </c:pt>
                <c:pt idx="1474">
                  <c:v>46218</c:v>
                </c:pt>
                <c:pt idx="1475">
                  <c:v>46219</c:v>
                </c:pt>
                <c:pt idx="1476">
                  <c:v>46220</c:v>
                </c:pt>
                <c:pt idx="1477">
                  <c:v>46221</c:v>
                </c:pt>
                <c:pt idx="1478">
                  <c:v>46222</c:v>
                </c:pt>
                <c:pt idx="1479">
                  <c:v>46223</c:v>
                </c:pt>
                <c:pt idx="1480">
                  <c:v>46224</c:v>
                </c:pt>
                <c:pt idx="1481">
                  <c:v>46225</c:v>
                </c:pt>
                <c:pt idx="1482">
                  <c:v>46226</c:v>
                </c:pt>
                <c:pt idx="1483">
                  <c:v>46227</c:v>
                </c:pt>
                <c:pt idx="1484">
                  <c:v>46228</c:v>
                </c:pt>
                <c:pt idx="1485">
                  <c:v>46229</c:v>
                </c:pt>
                <c:pt idx="1486">
                  <c:v>46230</c:v>
                </c:pt>
                <c:pt idx="1487">
                  <c:v>46231</c:v>
                </c:pt>
                <c:pt idx="1488">
                  <c:v>46232</c:v>
                </c:pt>
                <c:pt idx="1489">
                  <c:v>46233</c:v>
                </c:pt>
                <c:pt idx="1490">
                  <c:v>46234</c:v>
                </c:pt>
                <c:pt idx="1491">
                  <c:v>46235</c:v>
                </c:pt>
                <c:pt idx="1492">
                  <c:v>46236</c:v>
                </c:pt>
                <c:pt idx="1493">
                  <c:v>46237</c:v>
                </c:pt>
                <c:pt idx="1494">
                  <c:v>46238</c:v>
                </c:pt>
                <c:pt idx="1495">
                  <c:v>46239</c:v>
                </c:pt>
                <c:pt idx="1496">
                  <c:v>46240</c:v>
                </c:pt>
                <c:pt idx="1497">
                  <c:v>46241</c:v>
                </c:pt>
                <c:pt idx="1498">
                  <c:v>46242</c:v>
                </c:pt>
                <c:pt idx="1499">
                  <c:v>46243</c:v>
                </c:pt>
                <c:pt idx="1500">
                  <c:v>46244</c:v>
                </c:pt>
                <c:pt idx="1501">
                  <c:v>46245</c:v>
                </c:pt>
                <c:pt idx="1502">
                  <c:v>46246</c:v>
                </c:pt>
                <c:pt idx="1503">
                  <c:v>46247</c:v>
                </c:pt>
                <c:pt idx="1504">
                  <c:v>46248</c:v>
                </c:pt>
                <c:pt idx="1505">
                  <c:v>46249</c:v>
                </c:pt>
                <c:pt idx="1506">
                  <c:v>46250</c:v>
                </c:pt>
                <c:pt idx="1507">
                  <c:v>46251</c:v>
                </c:pt>
                <c:pt idx="1508">
                  <c:v>46252</c:v>
                </c:pt>
                <c:pt idx="1509">
                  <c:v>46253</c:v>
                </c:pt>
                <c:pt idx="1510">
                  <c:v>46254</c:v>
                </c:pt>
                <c:pt idx="1511">
                  <c:v>46255</c:v>
                </c:pt>
                <c:pt idx="1512">
                  <c:v>46256</c:v>
                </c:pt>
                <c:pt idx="1513">
                  <c:v>46257</c:v>
                </c:pt>
                <c:pt idx="1514">
                  <c:v>46258</c:v>
                </c:pt>
                <c:pt idx="1515">
                  <c:v>46259</c:v>
                </c:pt>
                <c:pt idx="1516">
                  <c:v>46260</c:v>
                </c:pt>
                <c:pt idx="1517">
                  <c:v>46261</c:v>
                </c:pt>
                <c:pt idx="1518">
                  <c:v>46262</c:v>
                </c:pt>
                <c:pt idx="1519">
                  <c:v>46263</c:v>
                </c:pt>
                <c:pt idx="1520">
                  <c:v>46264</c:v>
                </c:pt>
                <c:pt idx="1521">
                  <c:v>46265</c:v>
                </c:pt>
                <c:pt idx="1522">
                  <c:v>46266</c:v>
                </c:pt>
                <c:pt idx="1523">
                  <c:v>46267</c:v>
                </c:pt>
                <c:pt idx="1524">
                  <c:v>46268</c:v>
                </c:pt>
                <c:pt idx="1525">
                  <c:v>46269</c:v>
                </c:pt>
                <c:pt idx="1526">
                  <c:v>46270</c:v>
                </c:pt>
                <c:pt idx="1527">
                  <c:v>46271</c:v>
                </c:pt>
                <c:pt idx="1528">
                  <c:v>46272</c:v>
                </c:pt>
                <c:pt idx="1529">
                  <c:v>46273</c:v>
                </c:pt>
                <c:pt idx="1530">
                  <c:v>46274</c:v>
                </c:pt>
                <c:pt idx="1531">
                  <c:v>46275</c:v>
                </c:pt>
                <c:pt idx="1532">
                  <c:v>46276</c:v>
                </c:pt>
                <c:pt idx="1533">
                  <c:v>46277</c:v>
                </c:pt>
                <c:pt idx="1534">
                  <c:v>46278</c:v>
                </c:pt>
                <c:pt idx="1535">
                  <c:v>46279</c:v>
                </c:pt>
                <c:pt idx="1536">
                  <c:v>46280</c:v>
                </c:pt>
                <c:pt idx="1537">
                  <c:v>46281</c:v>
                </c:pt>
                <c:pt idx="1538">
                  <c:v>46282</c:v>
                </c:pt>
                <c:pt idx="1539">
                  <c:v>46283</c:v>
                </c:pt>
                <c:pt idx="1540">
                  <c:v>46284</c:v>
                </c:pt>
                <c:pt idx="1541">
                  <c:v>46285</c:v>
                </c:pt>
                <c:pt idx="1542">
                  <c:v>46286</c:v>
                </c:pt>
                <c:pt idx="1543">
                  <c:v>46287</c:v>
                </c:pt>
                <c:pt idx="1544">
                  <c:v>46288</c:v>
                </c:pt>
                <c:pt idx="1545">
                  <c:v>46289</c:v>
                </c:pt>
                <c:pt idx="1546">
                  <c:v>46290</c:v>
                </c:pt>
                <c:pt idx="1547">
                  <c:v>46291</c:v>
                </c:pt>
                <c:pt idx="1548">
                  <c:v>46292</c:v>
                </c:pt>
                <c:pt idx="1549">
                  <c:v>46293</c:v>
                </c:pt>
                <c:pt idx="1550">
                  <c:v>46294</c:v>
                </c:pt>
                <c:pt idx="1551">
                  <c:v>46295</c:v>
                </c:pt>
                <c:pt idx="1552">
                  <c:v>46296</c:v>
                </c:pt>
                <c:pt idx="1553">
                  <c:v>46297</c:v>
                </c:pt>
                <c:pt idx="1554">
                  <c:v>46298</c:v>
                </c:pt>
                <c:pt idx="1555">
                  <c:v>46299</c:v>
                </c:pt>
                <c:pt idx="1556">
                  <c:v>46300</c:v>
                </c:pt>
                <c:pt idx="1557">
                  <c:v>46301</c:v>
                </c:pt>
                <c:pt idx="1558">
                  <c:v>46302</c:v>
                </c:pt>
                <c:pt idx="1559">
                  <c:v>46303</c:v>
                </c:pt>
                <c:pt idx="1560">
                  <c:v>46304</c:v>
                </c:pt>
                <c:pt idx="1561">
                  <c:v>46305</c:v>
                </c:pt>
                <c:pt idx="1562">
                  <c:v>46306</c:v>
                </c:pt>
                <c:pt idx="1563">
                  <c:v>46307</c:v>
                </c:pt>
                <c:pt idx="1564">
                  <c:v>46308</c:v>
                </c:pt>
                <c:pt idx="1565">
                  <c:v>46309</c:v>
                </c:pt>
                <c:pt idx="1566">
                  <c:v>46310</c:v>
                </c:pt>
                <c:pt idx="1567">
                  <c:v>46311</c:v>
                </c:pt>
                <c:pt idx="1568">
                  <c:v>46312</c:v>
                </c:pt>
                <c:pt idx="1569">
                  <c:v>46313</c:v>
                </c:pt>
                <c:pt idx="1570">
                  <c:v>46314</c:v>
                </c:pt>
                <c:pt idx="1571">
                  <c:v>46315</c:v>
                </c:pt>
                <c:pt idx="1572">
                  <c:v>46316</c:v>
                </c:pt>
                <c:pt idx="1573">
                  <c:v>46317</c:v>
                </c:pt>
                <c:pt idx="1574">
                  <c:v>46318</c:v>
                </c:pt>
                <c:pt idx="1575">
                  <c:v>46319</c:v>
                </c:pt>
                <c:pt idx="1576">
                  <c:v>46320</c:v>
                </c:pt>
                <c:pt idx="1577">
                  <c:v>46321</c:v>
                </c:pt>
                <c:pt idx="1578">
                  <c:v>46322</c:v>
                </c:pt>
                <c:pt idx="1579">
                  <c:v>46323</c:v>
                </c:pt>
                <c:pt idx="1580">
                  <c:v>46324</c:v>
                </c:pt>
                <c:pt idx="1581">
                  <c:v>46325</c:v>
                </c:pt>
                <c:pt idx="1582">
                  <c:v>46326</c:v>
                </c:pt>
                <c:pt idx="1583">
                  <c:v>46327</c:v>
                </c:pt>
                <c:pt idx="1584">
                  <c:v>46328</c:v>
                </c:pt>
                <c:pt idx="1585">
                  <c:v>46329</c:v>
                </c:pt>
                <c:pt idx="1586">
                  <c:v>46330</c:v>
                </c:pt>
                <c:pt idx="1587">
                  <c:v>46331</c:v>
                </c:pt>
                <c:pt idx="1588">
                  <c:v>46332</c:v>
                </c:pt>
                <c:pt idx="1589">
                  <c:v>46333</c:v>
                </c:pt>
                <c:pt idx="1590">
                  <c:v>46334</c:v>
                </c:pt>
                <c:pt idx="1591">
                  <c:v>46335</c:v>
                </c:pt>
                <c:pt idx="1592">
                  <c:v>46336</c:v>
                </c:pt>
                <c:pt idx="1593">
                  <c:v>46337</c:v>
                </c:pt>
                <c:pt idx="1594">
                  <c:v>46338</c:v>
                </c:pt>
                <c:pt idx="1595">
                  <c:v>46339</c:v>
                </c:pt>
                <c:pt idx="1596">
                  <c:v>46340</c:v>
                </c:pt>
                <c:pt idx="1597">
                  <c:v>46341</c:v>
                </c:pt>
                <c:pt idx="1598">
                  <c:v>46342</c:v>
                </c:pt>
                <c:pt idx="1599">
                  <c:v>46343</c:v>
                </c:pt>
                <c:pt idx="1600">
                  <c:v>46344</c:v>
                </c:pt>
                <c:pt idx="1601">
                  <c:v>46345</c:v>
                </c:pt>
                <c:pt idx="1602">
                  <c:v>46346</c:v>
                </c:pt>
                <c:pt idx="1603">
                  <c:v>46347</c:v>
                </c:pt>
                <c:pt idx="1604">
                  <c:v>46348</c:v>
                </c:pt>
                <c:pt idx="1605">
                  <c:v>46349</c:v>
                </c:pt>
                <c:pt idx="1606">
                  <c:v>46350</c:v>
                </c:pt>
                <c:pt idx="1607">
                  <c:v>46351</c:v>
                </c:pt>
                <c:pt idx="1608">
                  <c:v>46352</c:v>
                </c:pt>
                <c:pt idx="1609">
                  <c:v>46353</c:v>
                </c:pt>
                <c:pt idx="1610">
                  <c:v>46354</c:v>
                </c:pt>
                <c:pt idx="1611">
                  <c:v>46355</c:v>
                </c:pt>
                <c:pt idx="1612">
                  <c:v>46356</c:v>
                </c:pt>
                <c:pt idx="1613">
                  <c:v>46357</c:v>
                </c:pt>
                <c:pt idx="1614">
                  <c:v>46358</c:v>
                </c:pt>
                <c:pt idx="1615">
                  <c:v>46359</c:v>
                </c:pt>
                <c:pt idx="1616">
                  <c:v>46360</c:v>
                </c:pt>
                <c:pt idx="1617">
                  <c:v>46361</c:v>
                </c:pt>
                <c:pt idx="1618">
                  <c:v>46362</c:v>
                </c:pt>
                <c:pt idx="1619">
                  <c:v>46363</c:v>
                </c:pt>
                <c:pt idx="1620">
                  <c:v>46364</c:v>
                </c:pt>
                <c:pt idx="1621">
                  <c:v>46365</c:v>
                </c:pt>
                <c:pt idx="1622">
                  <c:v>46366</c:v>
                </c:pt>
                <c:pt idx="1623">
                  <c:v>46367</c:v>
                </c:pt>
                <c:pt idx="1624">
                  <c:v>46368</c:v>
                </c:pt>
                <c:pt idx="1625">
                  <c:v>46369</c:v>
                </c:pt>
                <c:pt idx="1626">
                  <c:v>46370</c:v>
                </c:pt>
                <c:pt idx="1627">
                  <c:v>46371</c:v>
                </c:pt>
                <c:pt idx="1628">
                  <c:v>46372</c:v>
                </c:pt>
                <c:pt idx="1629">
                  <c:v>46373</c:v>
                </c:pt>
                <c:pt idx="1630">
                  <c:v>46374</c:v>
                </c:pt>
                <c:pt idx="1631">
                  <c:v>46375</c:v>
                </c:pt>
                <c:pt idx="1632">
                  <c:v>46376</c:v>
                </c:pt>
                <c:pt idx="1633">
                  <c:v>46377</c:v>
                </c:pt>
                <c:pt idx="1634">
                  <c:v>46378</c:v>
                </c:pt>
                <c:pt idx="1635">
                  <c:v>46379</c:v>
                </c:pt>
                <c:pt idx="1636">
                  <c:v>46380</c:v>
                </c:pt>
                <c:pt idx="1637">
                  <c:v>46381</c:v>
                </c:pt>
                <c:pt idx="1638">
                  <c:v>46382</c:v>
                </c:pt>
                <c:pt idx="1639">
                  <c:v>46383</c:v>
                </c:pt>
                <c:pt idx="1640">
                  <c:v>46384</c:v>
                </c:pt>
                <c:pt idx="1641">
                  <c:v>46385</c:v>
                </c:pt>
                <c:pt idx="1642">
                  <c:v>46386</c:v>
                </c:pt>
                <c:pt idx="1643">
                  <c:v>46387</c:v>
                </c:pt>
                <c:pt idx="1644">
                  <c:v>46388</c:v>
                </c:pt>
                <c:pt idx="1645">
                  <c:v>46389</c:v>
                </c:pt>
                <c:pt idx="1646">
                  <c:v>46390</c:v>
                </c:pt>
                <c:pt idx="1647">
                  <c:v>46391</c:v>
                </c:pt>
                <c:pt idx="1648">
                  <c:v>46392</c:v>
                </c:pt>
                <c:pt idx="1649">
                  <c:v>46393</c:v>
                </c:pt>
                <c:pt idx="1650">
                  <c:v>46394</c:v>
                </c:pt>
                <c:pt idx="1651">
                  <c:v>46395</c:v>
                </c:pt>
                <c:pt idx="1652">
                  <c:v>46396</c:v>
                </c:pt>
                <c:pt idx="1653">
                  <c:v>46397</c:v>
                </c:pt>
                <c:pt idx="1654">
                  <c:v>46398</c:v>
                </c:pt>
                <c:pt idx="1655">
                  <c:v>46399</c:v>
                </c:pt>
                <c:pt idx="1656">
                  <c:v>46400</c:v>
                </c:pt>
                <c:pt idx="1657">
                  <c:v>46401</c:v>
                </c:pt>
                <c:pt idx="1658">
                  <c:v>46402</c:v>
                </c:pt>
                <c:pt idx="1659">
                  <c:v>46403</c:v>
                </c:pt>
                <c:pt idx="1660">
                  <c:v>46404</c:v>
                </c:pt>
                <c:pt idx="1661">
                  <c:v>46405</c:v>
                </c:pt>
                <c:pt idx="1662">
                  <c:v>46406</c:v>
                </c:pt>
                <c:pt idx="1663">
                  <c:v>46407</c:v>
                </c:pt>
                <c:pt idx="1664">
                  <c:v>46408</c:v>
                </c:pt>
                <c:pt idx="1665">
                  <c:v>46409</c:v>
                </c:pt>
                <c:pt idx="1666">
                  <c:v>46410</c:v>
                </c:pt>
                <c:pt idx="1667">
                  <c:v>46411</c:v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/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/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/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  <c:pt idx="7942">
                  <c:v/>
                </c:pt>
                <c:pt idx="7943">
                  <c:v/>
                </c:pt>
                <c:pt idx="7944">
                  <c:v/>
                </c:pt>
                <c:pt idx="7945">
                  <c:v/>
                </c:pt>
                <c:pt idx="7946">
                  <c:v/>
                </c:pt>
                <c:pt idx="7947">
                  <c:v/>
                </c:pt>
                <c:pt idx="7948">
                  <c:v/>
                </c:pt>
                <c:pt idx="7949">
                  <c:v/>
                </c:pt>
                <c:pt idx="7950">
                  <c:v/>
                </c:pt>
                <c:pt idx="7951">
                  <c:v/>
                </c:pt>
                <c:pt idx="7952">
                  <c:v/>
                </c:pt>
                <c:pt idx="7953">
                  <c:v/>
                </c:pt>
                <c:pt idx="7954">
                  <c:v/>
                </c:pt>
                <c:pt idx="7955">
                  <c:v/>
                </c:pt>
                <c:pt idx="7956">
                  <c:v/>
                </c:pt>
                <c:pt idx="7957">
                  <c:v/>
                </c:pt>
                <c:pt idx="7958">
                  <c:v/>
                </c:pt>
                <c:pt idx="7959">
                  <c:v/>
                </c:pt>
                <c:pt idx="7960">
                  <c:v/>
                </c:pt>
                <c:pt idx="7961">
                  <c:v/>
                </c:pt>
                <c:pt idx="7962">
                  <c:v/>
                </c:pt>
                <c:pt idx="7963">
                  <c:v/>
                </c:pt>
                <c:pt idx="7964">
                  <c:v/>
                </c:pt>
                <c:pt idx="7965">
                  <c:v/>
                </c:pt>
                <c:pt idx="7966">
                  <c:v/>
                </c:pt>
                <c:pt idx="7967">
                  <c:v/>
                </c:pt>
                <c:pt idx="7968">
                  <c:v/>
                </c:pt>
                <c:pt idx="7969">
                  <c:v/>
                </c:pt>
                <c:pt idx="7970">
                  <c:v/>
                </c:pt>
                <c:pt idx="7971">
                  <c:v/>
                </c:pt>
                <c:pt idx="7972">
                  <c:v/>
                </c:pt>
                <c:pt idx="7973">
                  <c:v/>
                </c:pt>
                <c:pt idx="7974">
                  <c:v/>
                </c:pt>
                <c:pt idx="7975">
                  <c:v/>
                </c:pt>
                <c:pt idx="7976">
                  <c:v/>
                </c:pt>
                <c:pt idx="7977">
                  <c:v/>
                </c:pt>
                <c:pt idx="7978">
                  <c:v/>
                </c:pt>
                <c:pt idx="7979">
                  <c:v/>
                </c:pt>
                <c:pt idx="7980">
                  <c:v/>
                </c:pt>
                <c:pt idx="7981">
                  <c:v/>
                </c:pt>
                <c:pt idx="7982">
                  <c:v/>
                </c:pt>
                <c:pt idx="7983">
                  <c:v/>
                </c:pt>
                <c:pt idx="7984">
                  <c:v/>
                </c:pt>
                <c:pt idx="7985">
                  <c:v/>
                </c:pt>
                <c:pt idx="7986">
                  <c:v/>
                </c:pt>
                <c:pt idx="7987">
                  <c:v/>
                </c:pt>
                <c:pt idx="7988">
                  <c:v/>
                </c:pt>
                <c:pt idx="7989">
                  <c:v/>
                </c:pt>
                <c:pt idx="7990">
                  <c:v/>
                </c:pt>
                <c:pt idx="7991">
                  <c:v/>
                </c:pt>
                <c:pt idx="7992">
                  <c:v/>
                </c:pt>
                <c:pt idx="7993">
                  <c:v/>
                </c:pt>
                <c:pt idx="7994">
                  <c:v/>
                </c:pt>
                <c:pt idx="7995">
                  <c:v/>
                </c:pt>
                <c:pt idx="7996">
                  <c:v/>
                </c:pt>
                <c:pt idx="7997">
                  <c:v/>
                </c:pt>
                <c:pt idx="7998">
                  <c:v/>
                </c:pt>
                <c:pt idx="7999">
                  <c:v/>
                </c:pt>
                <c:pt idx="8000">
                  <c:v/>
                </c:pt>
                <c:pt idx="8001">
                  <c:v/>
                </c:pt>
                <c:pt idx="8002">
                  <c:v/>
                </c:pt>
                <c:pt idx="8003">
                  <c:v/>
                </c:pt>
                <c:pt idx="8004">
                  <c:v/>
                </c:pt>
                <c:pt idx="8005">
                  <c:v/>
                </c:pt>
                <c:pt idx="8006">
                  <c:v/>
                </c:pt>
                <c:pt idx="8007">
                  <c:v/>
                </c:pt>
                <c:pt idx="8008">
                  <c:v/>
                </c:pt>
                <c:pt idx="8009">
                  <c:v/>
                </c:pt>
                <c:pt idx="8010">
                  <c:v/>
                </c:pt>
                <c:pt idx="8011">
                  <c:v/>
                </c:pt>
                <c:pt idx="8012">
                  <c:v/>
                </c:pt>
                <c:pt idx="8013">
                  <c:v/>
                </c:pt>
                <c:pt idx="8014">
                  <c:v/>
                </c:pt>
                <c:pt idx="8015">
                  <c:v/>
                </c:pt>
                <c:pt idx="8016">
                  <c:v/>
                </c:pt>
                <c:pt idx="8017">
                  <c:v/>
                </c:pt>
                <c:pt idx="8018">
                  <c:v/>
                </c:pt>
                <c:pt idx="8019">
                  <c:v/>
                </c:pt>
                <c:pt idx="8020">
                  <c:v/>
                </c:pt>
                <c:pt idx="8021">
                  <c:v/>
                </c:pt>
                <c:pt idx="8022">
                  <c:v/>
                </c:pt>
                <c:pt idx="8023">
                  <c:v/>
                </c:pt>
                <c:pt idx="8024">
                  <c:v/>
                </c:pt>
                <c:pt idx="8025">
                  <c:v/>
                </c:pt>
                <c:pt idx="8026">
                  <c:v/>
                </c:pt>
                <c:pt idx="8027">
                  <c:v/>
                </c:pt>
                <c:pt idx="8028">
                  <c:v/>
                </c:pt>
                <c:pt idx="8029">
                  <c:v/>
                </c:pt>
                <c:pt idx="8030">
                  <c:v/>
                </c:pt>
                <c:pt idx="8031">
                  <c:v/>
                </c:pt>
                <c:pt idx="8032">
                  <c:v/>
                </c:pt>
                <c:pt idx="8033">
                  <c:v/>
                </c:pt>
                <c:pt idx="8034">
                  <c:v/>
                </c:pt>
                <c:pt idx="8035">
                  <c:v/>
                </c:pt>
                <c:pt idx="8036">
                  <c:v/>
                </c:pt>
                <c:pt idx="8037">
                  <c:v/>
                </c:pt>
                <c:pt idx="8038">
                  <c:v/>
                </c:pt>
                <c:pt idx="8039">
                  <c:v/>
                </c:pt>
                <c:pt idx="8040">
                  <c:v/>
                </c:pt>
                <c:pt idx="8041">
                  <c:v/>
                </c:pt>
                <c:pt idx="8042">
                  <c:v/>
                </c:pt>
                <c:pt idx="8043">
                  <c:v/>
                </c:pt>
                <c:pt idx="8044">
                  <c:v/>
                </c:pt>
                <c:pt idx="8045">
                  <c:v/>
                </c:pt>
                <c:pt idx="8046">
                  <c:v/>
                </c:pt>
                <c:pt idx="8047">
                  <c:v/>
                </c:pt>
                <c:pt idx="8048">
                  <c:v/>
                </c:pt>
                <c:pt idx="8049">
                  <c:v/>
                </c:pt>
                <c:pt idx="8050">
                  <c:v/>
                </c:pt>
                <c:pt idx="8051">
                  <c:v/>
                </c:pt>
                <c:pt idx="8052">
                  <c:v/>
                </c:pt>
                <c:pt idx="8053">
                  <c:v/>
                </c:pt>
                <c:pt idx="8054">
                  <c:v/>
                </c:pt>
                <c:pt idx="8055">
                  <c:v/>
                </c:pt>
                <c:pt idx="8056">
                  <c:v/>
                </c:pt>
                <c:pt idx="8057">
                  <c:v/>
                </c:pt>
                <c:pt idx="8058">
                  <c:v/>
                </c:pt>
                <c:pt idx="8059">
                  <c:v/>
                </c:pt>
                <c:pt idx="8060">
                  <c:v/>
                </c:pt>
                <c:pt idx="8061">
                  <c:v/>
                </c:pt>
                <c:pt idx="8062">
                  <c:v/>
                </c:pt>
                <c:pt idx="8063">
                  <c:v/>
                </c:pt>
                <c:pt idx="8064">
                  <c:v/>
                </c:pt>
                <c:pt idx="8065">
                  <c:v/>
                </c:pt>
                <c:pt idx="8066">
                  <c:v/>
                </c:pt>
                <c:pt idx="8067">
                  <c:v/>
                </c:pt>
                <c:pt idx="8068">
                  <c:v/>
                </c:pt>
                <c:pt idx="8069">
                  <c:v/>
                </c:pt>
                <c:pt idx="8070">
                  <c:v/>
                </c:pt>
                <c:pt idx="8071">
                  <c:v/>
                </c:pt>
                <c:pt idx="8072">
                  <c:v/>
                </c:pt>
                <c:pt idx="8073">
                  <c:v/>
                </c:pt>
                <c:pt idx="8074">
                  <c:v/>
                </c:pt>
                <c:pt idx="8075">
                  <c:v/>
                </c:pt>
                <c:pt idx="8076">
                  <c:v/>
                </c:pt>
                <c:pt idx="8077">
                  <c:v/>
                </c:pt>
                <c:pt idx="8078">
                  <c:v/>
                </c:pt>
                <c:pt idx="8079">
                  <c:v/>
                </c:pt>
                <c:pt idx="8080">
                  <c:v/>
                </c:pt>
                <c:pt idx="8081">
                  <c:v/>
                </c:pt>
                <c:pt idx="8082">
                  <c:v/>
                </c:pt>
                <c:pt idx="8083">
                  <c:v/>
                </c:pt>
                <c:pt idx="8084">
                  <c:v/>
                </c:pt>
                <c:pt idx="8085">
                  <c:v/>
                </c:pt>
                <c:pt idx="8086">
                  <c:v/>
                </c:pt>
                <c:pt idx="8087">
                  <c:v/>
                </c:pt>
                <c:pt idx="8088">
                  <c:v/>
                </c:pt>
                <c:pt idx="8089">
                  <c:v/>
                </c:pt>
                <c:pt idx="8090">
                  <c:v/>
                </c:pt>
                <c:pt idx="8091">
                  <c:v/>
                </c:pt>
                <c:pt idx="8092">
                  <c:v/>
                </c:pt>
                <c:pt idx="8093">
                  <c:v/>
                </c:pt>
                <c:pt idx="8094">
                  <c:v/>
                </c:pt>
                <c:pt idx="8095">
                  <c:v/>
                </c:pt>
                <c:pt idx="8096">
                  <c:v/>
                </c:pt>
                <c:pt idx="8097">
                  <c:v/>
                </c:pt>
                <c:pt idx="8098">
                  <c:v/>
                </c:pt>
                <c:pt idx="8099">
                  <c:v/>
                </c:pt>
                <c:pt idx="8100">
                  <c:v/>
                </c:pt>
                <c:pt idx="8101">
                  <c:v/>
                </c:pt>
                <c:pt idx="8102">
                  <c:v/>
                </c:pt>
                <c:pt idx="8103">
                  <c:v/>
                </c:pt>
                <c:pt idx="8104">
                  <c:v/>
                </c:pt>
                <c:pt idx="8105">
                  <c:v/>
                </c:pt>
                <c:pt idx="8106">
                  <c:v/>
                </c:pt>
                <c:pt idx="8107">
                  <c:v/>
                </c:pt>
                <c:pt idx="8108">
                  <c:v/>
                </c:pt>
                <c:pt idx="8109">
                  <c:v/>
                </c:pt>
                <c:pt idx="8110">
                  <c:v/>
                </c:pt>
                <c:pt idx="8111">
                  <c:v/>
                </c:pt>
                <c:pt idx="8112">
                  <c:v/>
                </c:pt>
                <c:pt idx="8113">
                  <c:v/>
                </c:pt>
                <c:pt idx="8114">
                  <c:v/>
                </c:pt>
                <c:pt idx="8115">
                  <c:v/>
                </c:pt>
                <c:pt idx="8116">
                  <c:v/>
                </c:pt>
                <c:pt idx="8117">
                  <c:v/>
                </c:pt>
                <c:pt idx="8118">
                  <c:v/>
                </c:pt>
                <c:pt idx="8119">
                  <c:v/>
                </c:pt>
                <c:pt idx="8120">
                  <c:v/>
                </c:pt>
                <c:pt idx="8121">
                  <c:v/>
                </c:pt>
                <c:pt idx="8122">
                  <c:v/>
                </c:pt>
                <c:pt idx="8123">
                  <c:v/>
                </c:pt>
                <c:pt idx="8124">
                  <c:v/>
                </c:pt>
                <c:pt idx="8125">
                  <c:v/>
                </c:pt>
                <c:pt idx="8126">
                  <c:v/>
                </c:pt>
                <c:pt idx="8127">
                  <c:v/>
                </c:pt>
                <c:pt idx="8128">
                  <c:v/>
                </c:pt>
                <c:pt idx="8129">
                  <c:v/>
                </c:pt>
                <c:pt idx="8130">
                  <c:v/>
                </c:pt>
                <c:pt idx="8131">
                  <c:v/>
                </c:pt>
                <c:pt idx="8132">
                  <c:v/>
                </c:pt>
                <c:pt idx="8133">
                  <c:v/>
                </c:pt>
                <c:pt idx="8134">
                  <c:v/>
                </c:pt>
                <c:pt idx="8135">
                  <c:v/>
                </c:pt>
                <c:pt idx="8136">
                  <c:v/>
                </c:pt>
                <c:pt idx="8137">
                  <c:v/>
                </c:pt>
                <c:pt idx="8138">
                  <c:v/>
                </c:pt>
                <c:pt idx="8139">
                  <c:v/>
                </c:pt>
                <c:pt idx="8140">
                  <c:v/>
                </c:pt>
                <c:pt idx="8141">
                  <c:v/>
                </c:pt>
                <c:pt idx="8142">
                  <c:v/>
                </c:pt>
                <c:pt idx="8143">
                  <c:v/>
                </c:pt>
                <c:pt idx="8144">
                  <c:v/>
                </c:pt>
                <c:pt idx="8145">
                  <c:v/>
                </c:pt>
                <c:pt idx="8146">
                  <c:v/>
                </c:pt>
                <c:pt idx="8147">
                  <c:v/>
                </c:pt>
                <c:pt idx="8148">
                  <c:v/>
                </c:pt>
                <c:pt idx="8149">
                  <c:v/>
                </c:pt>
                <c:pt idx="8150">
                  <c:v/>
                </c:pt>
                <c:pt idx="8151">
                  <c:v/>
                </c:pt>
                <c:pt idx="8152">
                  <c:v/>
                </c:pt>
                <c:pt idx="8153">
                  <c:v/>
                </c:pt>
                <c:pt idx="8154">
                  <c:v/>
                </c:pt>
                <c:pt idx="8155">
                  <c:v/>
                </c:pt>
                <c:pt idx="8156">
                  <c:v/>
                </c:pt>
                <c:pt idx="8157">
                  <c:v/>
                </c:pt>
                <c:pt idx="8158">
                  <c:v/>
                </c:pt>
                <c:pt idx="8159">
                  <c:v/>
                </c:pt>
                <c:pt idx="8160">
                  <c:v/>
                </c:pt>
                <c:pt idx="8161">
                  <c:v/>
                </c:pt>
                <c:pt idx="8162">
                  <c:v/>
                </c:pt>
                <c:pt idx="8163">
                  <c:v/>
                </c:pt>
                <c:pt idx="8164">
                  <c:v/>
                </c:pt>
                <c:pt idx="8165">
                  <c:v/>
                </c:pt>
                <c:pt idx="8166">
                  <c:v/>
                </c:pt>
                <c:pt idx="8167">
                  <c:v/>
                </c:pt>
                <c:pt idx="8168">
                  <c:v/>
                </c:pt>
                <c:pt idx="8169">
                  <c:v/>
                </c:pt>
                <c:pt idx="8170">
                  <c:v/>
                </c:pt>
                <c:pt idx="8171">
                  <c:v/>
                </c:pt>
                <c:pt idx="8172">
                  <c:v/>
                </c:pt>
                <c:pt idx="8173">
                  <c:v/>
                </c:pt>
                <c:pt idx="8174">
                  <c:v/>
                </c:pt>
                <c:pt idx="8175">
                  <c:v/>
                </c:pt>
                <c:pt idx="8176">
                  <c:v/>
                </c:pt>
                <c:pt idx="8177">
                  <c:v/>
                </c:pt>
                <c:pt idx="8178">
                  <c:v/>
                </c:pt>
                <c:pt idx="8179">
                  <c:v/>
                </c:pt>
                <c:pt idx="8180">
                  <c:v/>
                </c:pt>
                <c:pt idx="8181">
                  <c:v/>
                </c:pt>
                <c:pt idx="8182">
                  <c:v/>
                </c:pt>
                <c:pt idx="8183">
                  <c:v/>
                </c:pt>
                <c:pt idx="8184">
                  <c:v/>
                </c:pt>
                <c:pt idx="8185">
                  <c:v/>
                </c:pt>
                <c:pt idx="8186">
                  <c:v/>
                </c:pt>
                <c:pt idx="8187">
                  <c:v/>
                </c:pt>
                <c:pt idx="8188">
                  <c:v/>
                </c:pt>
                <c:pt idx="8189">
                  <c:v/>
                </c:pt>
                <c:pt idx="8190">
                  <c:v/>
                </c:pt>
                <c:pt idx="8191">
                  <c:v/>
                </c:pt>
                <c:pt idx="8192">
                  <c:v/>
                </c:pt>
                <c:pt idx="8193">
                  <c:v/>
                </c:pt>
                <c:pt idx="8194">
                  <c:v/>
                </c:pt>
                <c:pt idx="8195">
                  <c:v/>
                </c:pt>
                <c:pt idx="8196">
                  <c:v/>
                </c:pt>
                <c:pt idx="8197">
                  <c:v/>
                </c:pt>
                <c:pt idx="8198">
                  <c:v/>
                </c:pt>
                <c:pt idx="8199">
                  <c:v/>
                </c:pt>
                <c:pt idx="8200">
                  <c:v/>
                </c:pt>
                <c:pt idx="8201">
                  <c:v/>
                </c:pt>
                <c:pt idx="8202">
                  <c:v/>
                </c:pt>
                <c:pt idx="8203">
                  <c:v/>
                </c:pt>
                <c:pt idx="8204">
                  <c:v/>
                </c:pt>
                <c:pt idx="8205">
                  <c:v/>
                </c:pt>
                <c:pt idx="8206">
                  <c:v/>
                </c:pt>
                <c:pt idx="8207">
                  <c:v/>
                </c:pt>
                <c:pt idx="8208">
                  <c:v/>
                </c:pt>
                <c:pt idx="8209">
                  <c:v/>
                </c:pt>
                <c:pt idx="8210">
                  <c:v/>
                </c:pt>
                <c:pt idx="8211">
                  <c:v/>
                </c:pt>
                <c:pt idx="8212">
                  <c:v/>
                </c:pt>
                <c:pt idx="8213">
                  <c:v/>
                </c:pt>
                <c:pt idx="8214">
                  <c:v/>
                </c:pt>
                <c:pt idx="8215">
                  <c:v/>
                </c:pt>
                <c:pt idx="8216">
                  <c:v/>
                </c:pt>
                <c:pt idx="8217">
                  <c:v/>
                </c:pt>
                <c:pt idx="8218">
                  <c:v/>
                </c:pt>
                <c:pt idx="8219">
                  <c:v/>
                </c:pt>
                <c:pt idx="8220">
                  <c:v/>
                </c:pt>
                <c:pt idx="8221">
                  <c:v/>
                </c:pt>
                <c:pt idx="8222">
                  <c:v/>
                </c:pt>
                <c:pt idx="8223">
                  <c:v/>
                </c:pt>
                <c:pt idx="8224">
                  <c:v/>
                </c:pt>
                <c:pt idx="8225">
                  <c:v/>
                </c:pt>
                <c:pt idx="8226">
                  <c:v/>
                </c:pt>
                <c:pt idx="8227">
                  <c:v/>
                </c:pt>
                <c:pt idx="8228">
                  <c:v/>
                </c:pt>
                <c:pt idx="8229">
                  <c:v/>
                </c:pt>
                <c:pt idx="8230">
                  <c:v/>
                </c:pt>
                <c:pt idx="8231">
                  <c:v/>
                </c:pt>
                <c:pt idx="8232">
                  <c:v/>
                </c:pt>
                <c:pt idx="8233">
                  <c:v/>
                </c:pt>
                <c:pt idx="8234">
                  <c:v/>
                </c:pt>
                <c:pt idx="8235">
                  <c:v/>
                </c:pt>
                <c:pt idx="8236">
                  <c:v/>
                </c:pt>
                <c:pt idx="8237">
                  <c:v/>
                </c:pt>
                <c:pt idx="8238">
                  <c:v/>
                </c:pt>
                <c:pt idx="8239">
                  <c:v/>
                </c:pt>
                <c:pt idx="8240">
                  <c:v/>
                </c:pt>
                <c:pt idx="8241">
                  <c:v/>
                </c:pt>
                <c:pt idx="8242">
                  <c:v/>
                </c:pt>
                <c:pt idx="8243">
                  <c:v/>
                </c:pt>
                <c:pt idx="8244">
                  <c:v/>
                </c:pt>
                <c:pt idx="8245">
                  <c:v/>
                </c:pt>
                <c:pt idx="8246">
                  <c:v/>
                </c:pt>
                <c:pt idx="8247">
                  <c:v/>
                </c:pt>
                <c:pt idx="8248">
                  <c:v/>
                </c:pt>
                <c:pt idx="8249">
                  <c:v/>
                </c:pt>
                <c:pt idx="8250">
                  <c:v/>
                </c:pt>
                <c:pt idx="8251">
                  <c:v/>
                </c:pt>
                <c:pt idx="8252">
                  <c:v/>
                </c:pt>
                <c:pt idx="8253">
                  <c:v/>
                </c:pt>
                <c:pt idx="8254">
                  <c:v/>
                </c:pt>
                <c:pt idx="8255">
                  <c:v/>
                </c:pt>
                <c:pt idx="8256">
                  <c:v/>
                </c:pt>
                <c:pt idx="8257">
                  <c:v/>
                </c:pt>
                <c:pt idx="8258">
                  <c:v/>
                </c:pt>
                <c:pt idx="8259">
                  <c:v/>
                </c:pt>
                <c:pt idx="8260">
                  <c:v/>
                </c:pt>
                <c:pt idx="8261">
                  <c:v/>
                </c:pt>
                <c:pt idx="8262">
                  <c:v/>
                </c:pt>
                <c:pt idx="8263">
                  <c:v/>
                </c:pt>
                <c:pt idx="8264">
                  <c:v/>
                </c:pt>
                <c:pt idx="8265">
                  <c:v/>
                </c:pt>
                <c:pt idx="8266">
                  <c:v/>
                </c:pt>
                <c:pt idx="8267">
                  <c:v/>
                </c:pt>
                <c:pt idx="8268">
                  <c:v/>
                </c:pt>
                <c:pt idx="8269">
                  <c:v/>
                </c:pt>
                <c:pt idx="8270">
                  <c:v/>
                </c:pt>
                <c:pt idx="8271">
                  <c:v/>
                </c:pt>
                <c:pt idx="8272">
                  <c:v/>
                </c:pt>
                <c:pt idx="8273">
                  <c:v/>
                </c:pt>
                <c:pt idx="8274">
                  <c:v/>
                </c:pt>
                <c:pt idx="8275">
                  <c:v/>
                </c:pt>
                <c:pt idx="8276">
                  <c:v/>
                </c:pt>
                <c:pt idx="8277">
                  <c:v/>
                </c:pt>
                <c:pt idx="8278">
                  <c:v/>
                </c:pt>
                <c:pt idx="8279">
                  <c:v/>
                </c:pt>
                <c:pt idx="8280">
                  <c:v/>
                </c:pt>
                <c:pt idx="8281">
                  <c:v/>
                </c:pt>
                <c:pt idx="8282">
                  <c:v/>
                </c:pt>
                <c:pt idx="8283">
                  <c:v/>
                </c:pt>
                <c:pt idx="8284">
                  <c:v/>
                </c:pt>
                <c:pt idx="8285">
                  <c:v/>
                </c:pt>
                <c:pt idx="8286">
                  <c:v/>
                </c:pt>
                <c:pt idx="8287">
                  <c:v/>
                </c:pt>
                <c:pt idx="8288">
                  <c:v/>
                </c:pt>
                <c:pt idx="8289">
                  <c:v/>
                </c:pt>
                <c:pt idx="8290">
                  <c:v/>
                </c:pt>
                <c:pt idx="8291">
                  <c:v/>
                </c:pt>
                <c:pt idx="8292">
                  <c:v/>
                </c:pt>
                <c:pt idx="8293">
                  <c:v/>
                </c:pt>
                <c:pt idx="8294">
                  <c:v/>
                </c:pt>
                <c:pt idx="8295">
                  <c:v/>
                </c:pt>
                <c:pt idx="8296">
                  <c:v/>
                </c:pt>
                <c:pt idx="8297">
                  <c:v/>
                </c:pt>
                <c:pt idx="8298">
                  <c:v/>
                </c:pt>
                <c:pt idx="8299">
                  <c:v/>
                </c:pt>
                <c:pt idx="8300">
                  <c:v/>
                </c:pt>
                <c:pt idx="8301">
                  <c:v/>
                </c:pt>
                <c:pt idx="8302">
                  <c:v/>
                </c:pt>
                <c:pt idx="8303">
                  <c:v/>
                </c:pt>
                <c:pt idx="8304">
                  <c:v/>
                </c:pt>
                <c:pt idx="8305">
                  <c:v/>
                </c:pt>
                <c:pt idx="8306">
                  <c:v/>
                </c:pt>
                <c:pt idx="8307">
                  <c:v/>
                </c:pt>
                <c:pt idx="8308">
                  <c:v/>
                </c:pt>
                <c:pt idx="8309">
                  <c:v/>
                </c:pt>
                <c:pt idx="8310">
                  <c:v/>
                </c:pt>
                <c:pt idx="8311">
                  <c:v/>
                </c:pt>
                <c:pt idx="8312">
                  <c:v/>
                </c:pt>
                <c:pt idx="8313">
                  <c:v/>
                </c:pt>
                <c:pt idx="8314">
                  <c:v/>
                </c:pt>
                <c:pt idx="8315">
                  <c:v/>
                </c:pt>
                <c:pt idx="8316">
                  <c:v/>
                </c:pt>
                <c:pt idx="8317">
                  <c:v/>
                </c:pt>
                <c:pt idx="8318">
                  <c:v/>
                </c:pt>
                <c:pt idx="8319">
                  <c:v/>
                </c:pt>
                <c:pt idx="8320">
                  <c:v/>
                </c:pt>
                <c:pt idx="8321">
                  <c:v/>
                </c:pt>
                <c:pt idx="8322">
                  <c:v/>
                </c:pt>
                <c:pt idx="8323">
                  <c:v/>
                </c:pt>
                <c:pt idx="8324">
                  <c:v/>
                </c:pt>
                <c:pt idx="8325">
                  <c:v/>
                </c:pt>
                <c:pt idx="8326">
                  <c:v/>
                </c:pt>
                <c:pt idx="8327">
                  <c:v/>
                </c:pt>
                <c:pt idx="8328">
                  <c:v/>
                </c:pt>
                <c:pt idx="8329">
                  <c:v/>
                </c:pt>
                <c:pt idx="8330">
                  <c:v/>
                </c:pt>
                <c:pt idx="8331">
                  <c:v/>
                </c:pt>
                <c:pt idx="8332">
                  <c:v/>
                </c:pt>
                <c:pt idx="8333">
                  <c:v/>
                </c:pt>
                <c:pt idx="8334">
                  <c:v/>
                </c:pt>
                <c:pt idx="8335">
                  <c:v/>
                </c:pt>
                <c:pt idx="8336">
                  <c:v/>
                </c:pt>
                <c:pt idx="8337">
                  <c:v/>
                </c:pt>
                <c:pt idx="8338">
                  <c:v/>
                </c:pt>
                <c:pt idx="8339">
                  <c:v/>
                </c:pt>
                <c:pt idx="8340">
                  <c:v/>
                </c:pt>
                <c:pt idx="8341">
                  <c:v/>
                </c:pt>
                <c:pt idx="8342">
                  <c:v/>
                </c:pt>
                <c:pt idx="8343">
                  <c:v/>
                </c:pt>
                <c:pt idx="8344">
                  <c:v/>
                </c:pt>
                <c:pt idx="8345">
                  <c:v/>
                </c:pt>
                <c:pt idx="8346">
                  <c:v/>
                </c:pt>
                <c:pt idx="8347">
                  <c:v/>
                </c:pt>
                <c:pt idx="8348">
                  <c:v/>
                </c:pt>
                <c:pt idx="8349">
                  <c:v/>
                </c:pt>
                <c:pt idx="8350">
                  <c:v/>
                </c:pt>
                <c:pt idx="8351">
                  <c:v/>
                </c:pt>
                <c:pt idx="8352">
                  <c:v/>
                </c:pt>
                <c:pt idx="8353">
                  <c:v/>
                </c:pt>
                <c:pt idx="8354">
                  <c:v/>
                </c:pt>
                <c:pt idx="8355">
                  <c:v/>
                </c:pt>
                <c:pt idx="8356">
                  <c:v/>
                </c:pt>
                <c:pt idx="8357">
                  <c:v/>
                </c:pt>
                <c:pt idx="8358">
                  <c:v/>
                </c:pt>
                <c:pt idx="8359">
                  <c:v/>
                </c:pt>
                <c:pt idx="8360">
                  <c:v/>
                </c:pt>
                <c:pt idx="8361">
                  <c:v/>
                </c:pt>
                <c:pt idx="8362">
                  <c:v/>
                </c:pt>
                <c:pt idx="8363">
                  <c:v/>
                </c:pt>
                <c:pt idx="8364">
                  <c:v/>
                </c:pt>
                <c:pt idx="8365">
                  <c:v/>
                </c:pt>
                <c:pt idx="8366">
                  <c:v/>
                </c:pt>
                <c:pt idx="8367">
                  <c:v/>
                </c:pt>
                <c:pt idx="8368">
                  <c:v/>
                </c:pt>
                <c:pt idx="8369">
                  <c:v/>
                </c:pt>
                <c:pt idx="8370">
                  <c:v/>
                </c:pt>
                <c:pt idx="8371">
                  <c:v/>
                </c:pt>
                <c:pt idx="8372">
                  <c:v/>
                </c:pt>
                <c:pt idx="8373">
                  <c:v/>
                </c:pt>
                <c:pt idx="8374">
                  <c:v/>
                </c:pt>
                <c:pt idx="8375">
                  <c:v/>
                </c:pt>
                <c:pt idx="8376">
                  <c:v/>
                </c:pt>
                <c:pt idx="8377">
                  <c:v/>
                </c:pt>
                <c:pt idx="8378">
                  <c:v/>
                </c:pt>
                <c:pt idx="8379">
                  <c:v/>
                </c:pt>
                <c:pt idx="8380">
                  <c:v/>
                </c:pt>
                <c:pt idx="8381">
                  <c:v/>
                </c:pt>
                <c:pt idx="8382">
                  <c:v/>
                </c:pt>
                <c:pt idx="8383">
                  <c:v/>
                </c:pt>
                <c:pt idx="8384">
                  <c:v/>
                </c:pt>
                <c:pt idx="8385">
                  <c:v/>
                </c:pt>
                <c:pt idx="8386">
                  <c:v/>
                </c:pt>
                <c:pt idx="8387">
                  <c:v/>
                </c:pt>
                <c:pt idx="8388">
                  <c:v/>
                </c:pt>
                <c:pt idx="8389">
                  <c:v/>
                </c:pt>
                <c:pt idx="8390">
                  <c:v/>
                </c:pt>
                <c:pt idx="8391">
                  <c:v/>
                </c:pt>
                <c:pt idx="8392">
                  <c:v/>
                </c:pt>
                <c:pt idx="8393">
                  <c:v/>
                </c:pt>
                <c:pt idx="8394">
                  <c:v/>
                </c:pt>
                <c:pt idx="8395">
                  <c:v/>
                </c:pt>
                <c:pt idx="8396">
                  <c:v/>
                </c:pt>
                <c:pt idx="8397">
                  <c:v/>
                </c:pt>
                <c:pt idx="8398">
                  <c:v/>
                </c:pt>
                <c:pt idx="8399">
                  <c:v/>
                </c:pt>
                <c:pt idx="8400">
                  <c:v/>
                </c:pt>
                <c:pt idx="8401">
                  <c:v/>
                </c:pt>
                <c:pt idx="8402">
                  <c:v/>
                </c:pt>
                <c:pt idx="8403">
                  <c:v/>
                </c:pt>
                <c:pt idx="8404">
                  <c:v/>
                </c:pt>
                <c:pt idx="8405">
                  <c:v/>
                </c:pt>
                <c:pt idx="8406">
                  <c:v/>
                </c:pt>
                <c:pt idx="8407">
                  <c:v/>
                </c:pt>
                <c:pt idx="8408">
                  <c:v/>
                </c:pt>
                <c:pt idx="8409">
                  <c:v/>
                </c:pt>
                <c:pt idx="8410">
                  <c:v/>
                </c:pt>
                <c:pt idx="8411">
                  <c:v/>
                </c:pt>
                <c:pt idx="8412">
                  <c:v/>
                </c:pt>
                <c:pt idx="8413">
                  <c:v/>
                </c:pt>
                <c:pt idx="8414">
                  <c:v/>
                </c:pt>
                <c:pt idx="8415">
                  <c:v/>
                </c:pt>
                <c:pt idx="8416">
                  <c:v/>
                </c:pt>
                <c:pt idx="8417">
                  <c:v/>
                </c:pt>
                <c:pt idx="8418">
                  <c:v/>
                </c:pt>
                <c:pt idx="8419">
                  <c:v/>
                </c:pt>
                <c:pt idx="8420">
                  <c:v/>
                </c:pt>
                <c:pt idx="8421">
                  <c:v/>
                </c:pt>
                <c:pt idx="8422">
                  <c:v/>
                </c:pt>
                <c:pt idx="8423">
                  <c:v/>
                </c:pt>
                <c:pt idx="8424">
                  <c:v/>
                </c:pt>
                <c:pt idx="8425">
                  <c:v/>
                </c:pt>
                <c:pt idx="8426">
                  <c:v/>
                </c:pt>
                <c:pt idx="8427">
                  <c:v/>
                </c:pt>
                <c:pt idx="8428">
                  <c:v/>
                </c:pt>
                <c:pt idx="8429">
                  <c:v/>
                </c:pt>
                <c:pt idx="8430">
                  <c:v/>
                </c:pt>
                <c:pt idx="8431">
                  <c:v/>
                </c:pt>
                <c:pt idx="8432">
                  <c:v/>
                </c:pt>
                <c:pt idx="8433">
                  <c:v/>
                </c:pt>
                <c:pt idx="8434">
                  <c:v/>
                </c:pt>
                <c:pt idx="8435">
                  <c:v/>
                </c:pt>
                <c:pt idx="8436">
                  <c:v/>
                </c:pt>
                <c:pt idx="8437">
                  <c:v/>
                </c:pt>
                <c:pt idx="8438">
                  <c:v/>
                </c:pt>
                <c:pt idx="8439">
                  <c:v/>
                </c:pt>
                <c:pt idx="8440">
                  <c:v/>
                </c:pt>
                <c:pt idx="8441">
                  <c:v/>
                </c:pt>
                <c:pt idx="8442">
                  <c:v/>
                </c:pt>
                <c:pt idx="8443">
                  <c:v/>
                </c:pt>
                <c:pt idx="8444">
                  <c:v/>
                </c:pt>
                <c:pt idx="8445">
                  <c:v/>
                </c:pt>
                <c:pt idx="8446">
                  <c:v/>
                </c:pt>
                <c:pt idx="8447">
                  <c:v/>
                </c:pt>
                <c:pt idx="8448">
                  <c:v/>
                </c:pt>
                <c:pt idx="8449">
                  <c:v/>
                </c:pt>
                <c:pt idx="8450">
                  <c:v/>
                </c:pt>
                <c:pt idx="8451">
                  <c:v/>
                </c:pt>
                <c:pt idx="8452">
                  <c:v/>
                </c:pt>
                <c:pt idx="8453">
                  <c:v/>
                </c:pt>
                <c:pt idx="8454">
                  <c:v/>
                </c:pt>
                <c:pt idx="8455">
                  <c:v/>
                </c:pt>
                <c:pt idx="8456">
                  <c:v/>
                </c:pt>
                <c:pt idx="8457">
                  <c:v/>
                </c:pt>
                <c:pt idx="8458">
                  <c:v/>
                </c:pt>
                <c:pt idx="8459">
                  <c:v/>
                </c:pt>
                <c:pt idx="8460">
                  <c:v/>
                </c:pt>
                <c:pt idx="8461">
                  <c:v/>
                </c:pt>
                <c:pt idx="8462">
                  <c:v/>
                </c:pt>
                <c:pt idx="8463">
                  <c:v/>
                </c:pt>
                <c:pt idx="8464">
                  <c:v/>
                </c:pt>
                <c:pt idx="8465">
                  <c:v/>
                </c:pt>
                <c:pt idx="8466">
                  <c:v/>
                </c:pt>
                <c:pt idx="8467">
                  <c:v/>
                </c:pt>
                <c:pt idx="8468">
                  <c:v/>
                </c:pt>
                <c:pt idx="8469">
                  <c:v/>
                </c:pt>
                <c:pt idx="8470">
                  <c:v/>
                </c:pt>
                <c:pt idx="8471">
                  <c:v/>
                </c:pt>
                <c:pt idx="8472">
                  <c:v/>
                </c:pt>
                <c:pt idx="8473">
                  <c:v/>
                </c:pt>
                <c:pt idx="8474">
                  <c:v/>
                </c:pt>
                <c:pt idx="8475">
                  <c:v/>
                </c:pt>
                <c:pt idx="8476">
                  <c:v/>
                </c:pt>
                <c:pt idx="8477">
                  <c:v/>
                </c:pt>
                <c:pt idx="8478">
                  <c:v/>
                </c:pt>
                <c:pt idx="8479">
                  <c:v/>
                </c:pt>
                <c:pt idx="8480">
                  <c:v/>
                </c:pt>
                <c:pt idx="8481">
                  <c:v/>
                </c:pt>
                <c:pt idx="8482">
                  <c:v/>
                </c:pt>
                <c:pt idx="8483">
                  <c:v/>
                </c:pt>
                <c:pt idx="8484">
                  <c:v/>
                </c:pt>
                <c:pt idx="8485">
                  <c:v/>
                </c:pt>
                <c:pt idx="8486">
                  <c:v/>
                </c:pt>
                <c:pt idx="8487">
                  <c:v/>
                </c:pt>
                <c:pt idx="8488">
                  <c:v/>
                </c:pt>
                <c:pt idx="8489">
                  <c:v/>
                </c:pt>
                <c:pt idx="8490">
                  <c:v/>
                </c:pt>
                <c:pt idx="8491">
                  <c:v/>
                </c:pt>
                <c:pt idx="8492">
                  <c:v/>
                </c:pt>
                <c:pt idx="8493">
                  <c:v/>
                </c:pt>
                <c:pt idx="8494">
                  <c:v/>
                </c:pt>
                <c:pt idx="8495">
                  <c:v/>
                </c:pt>
                <c:pt idx="8496">
                  <c:v/>
                </c:pt>
                <c:pt idx="8497">
                  <c:v/>
                </c:pt>
                <c:pt idx="8498">
                  <c:v/>
                </c:pt>
                <c:pt idx="8499">
                  <c:v/>
                </c:pt>
                <c:pt idx="8500">
                  <c:v/>
                </c:pt>
                <c:pt idx="8501">
                  <c:v/>
                </c:pt>
                <c:pt idx="8502">
                  <c:v/>
                </c:pt>
                <c:pt idx="8503">
                  <c:v/>
                </c:pt>
                <c:pt idx="8504">
                  <c:v/>
                </c:pt>
                <c:pt idx="8505">
                  <c:v/>
                </c:pt>
                <c:pt idx="8506">
                  <c:v/>
                </c:pt>
                <c:pt idx="8507">
                  <c:v/>
                </c:pt>
                <c:pt idx="8508">
                  <c:v/>
                </c:pt>
                <c:pt idx="8509">
                  <c:v/>
                </c:pt>
                <c:pt idx="8510">
                  <c:v/>
                </c:pt>
                <c:pt idx="8511">
                  <c:v/>
                </c:pt>
                <c:pt idx="8512">
                  <c:v/>
                </c:pt>
                <c:pt idx="8513">
                  <c:v/>
                </c:pt>
                <c:pt idx="8514">
                  <c:v/>
                </c:pt>
                <c:pt idx="8515">
                  <c:v/>
                </c:pt>
                <c:pt idx="8516">
                  <c:v/>
                </c:pt>
                <c:pt idx="8517">
                  <c:v/>
                </c:pt>
                <c:pt idx="8518">
                  <c:v/>
                </c:pt>
                <c:pt idx="8519">
                  <c:v/>
                </c:pt>
                <c:pt idx="8520">
                  <c:v/>
                </c:pt>
                <c:pt idx="8521">
                  <c:v/>
                </c:pt>
                <c:pt idx="8522">
                  <c:v/>
                </c:pt>
                <c:pt idx="8523">
                  <c:v/>
                </c:pt>
                <c:pt idx="8524">
                  <c:v/>
                </c:pt>
                <c:pt idx="8525">
                  <c:v/>
                </c:pt>
                <c:pt idx="8526">
                  <c:v/>
                </c:pt>
                <c:pt idx="8527">
                  <c:v/>
                </c:pt>
                <c:pt idx="8528">
                  <c:v/>
                </c:pt>
                <c:pt idx="8529">
                  <c:v/>
                </c:pt>
                <c:pt idx="8530">
                  <c:v/>
                </c:pt>
                <c:pt idx="8531">
                  <c:v/>
                </c:pt>
                <c:pt idx="8532">
                  <c:v/>
                </c:pt>
                <c:pt idx="8533">
                  <c:v/>
                </c:pt>
                <c:pt idx="8534">
                  <c:v/>
                </c:pt>
                <c:pt idx="8535">
                  <c:v/>
                </c:pt>
                <c:pt idx="8536">
                  <c:v/>
                </c:pt>
                <c:pt idx="8537">
                  <c:v/>
                </c:pt>
                <c:pt idx="8538">
                  <c:v/>
                </c:pt>
                <c:pt idx="8539">
                  <c:v/>
                </c:pt>
                <c:pt idx="8540">
                  <c:v/>
                </c:pt>
                <c:pt idx="8541">
                  <c:v/>
                </c:pt>
                <c:pt idx="8542">
                  <c:v/>
                </c:pt>
                <c:pt idx="8543">
                  <c:v/>
                </c:pt>
                <c:pt idx="8544">
                  <c:v/>
                </c:pt>
                <c:pt idx="8545">
                  <c:v/>
                </c:pt>
                <c:pt idx="8546">
                  <c:v/>
                </c:pt>
                <c:pt idx="8547">
                  <c:v/>
                </c:pt>
                <c:pt idx="8548">
                  <c:v/>
                </c:pt>
                <c:pt idx="8549">
                  <c:v/>
                </c:pt>
                <c:pt idx="8550">
                  <c:v/>
                </c:pt>
                <c:pt idx="8551">
                  <c:v/>
                </c:pt>
                <c:pt idx="8552">
                  <c:v/>
                </c:pt>
                <c:pt idx="8553">
                  <c:v/>
                </c:pt>
                <c:pt idx="8554">
                  <c:v/>
                </c:pt>
                <c:pt idx="8555">
                  <c:v/>
                </c:pt>
                <c:pt idx="8556">
                  <c:v/>
                </c:pt>
                <c:pt idx="8557">
                  <c:v/>
                </c:pt>
                <c:pt idx="8558">
                  <c:v/>
                </c:pt>
                <c:pt idx="8559">
                  <c:v/>
                </c:pt>
                <c:pt idx="8560">
                  <c:v/>
                </c:pt>
                <c:pt idx="8561">
                  <c:v/>
                </c:pt>
                <c:pt idx="8562">
                  <c:v/>
                </c:pt>
                <c:pt idx="8563">
                  <c:v/>
                </c:pt>
                <c:pt idx="8564">
                  <c:v/>
                </c:pt>
                <c:pt idx="8565">
                  <c:v/>
                </c:pt>
                <c:pt idx="8566">
                  <c:v/>
                </c:pt>
                <c:pt idx="8567">
                  <c:v/>
                </c:pt>
                <c:pt idx="8568">
                  <c:v/>
                </c:pt>
                <c:pt idx="8569">
                  <c:v/>
                </c:pt>
                <c:pt idx="8570">
                  <c:v/>
                </c:pt>
                <c:pt idx="8571">
                  <c:v/>
                </c:pt>
                <c:pt idx="8572">
                  <c:v/>
                </c:pt>
                <c:pt idx="8573">
                  <c:v/>
                </c:pt>
                <c:pt idx="8574">
                  <c:v/>
                </c:pt>
                <c:pt idx="8575">
                  <c:v/>
                </c:pt>
                <c:pt idx="8576">
                  <c:v/>
                </c:pt>
                <c:pt idx="8577">
                  <c:v/>
                </c:pt>
                <c:pt idx="8578">
                  <c:v/>
                </c:pt>
                <c:pt idx="8579">
                  <c:v/>
                </c:pt>
                <c:pt idx="8580">
                  <c:v/>
                </c:pt>
                <c:pt idx="8581">
                  <c:v/>
                </c:pt>
                <c:pt idx="8582">
                  <c:v/>
                </c:pt>
                <c:pt idx="8583">
                  <c:v/>
                </c:pt>
                <c:pt idx="8584">
                  <c:v/>
                </c:pt>
                <c:pt idx="8585">
                  <c:v/>
                </c:pt>
                <c:pt idx="8586">
                  <c:v/>
                </c:pt>
                <c:pt idx="8587">
                  <c:v/>
                </c:pt>
                <c:pt idx="8588">
                  <c:v/>
                </c:pt>
                <c:pt idx="8589">
                  <c:v/>
                </c:pt>
                <c:pt idx="8590">
                  <c:v/>
                </c:pt>
                <c:pt idx="8591">
                  <c:v/>
                </c:pt>
                <c:pt idx="8592">
                  <c:v/>
                </c:pt>
                <c:pt idx="8593">
                  <c:v/>
                </c:pt>
                <c:pt idx="8594">
                  <c:v/>
                </c:pt>
                <c:pt idx="8595">
                  <c:v/>
                </c:pt>
                <c:pt idx="8596">
                  <c:v/>
                </c:pt>
                <c:pt idx="8597">
                  <c:v/>
                </c:pt>
                <c:pt idx="8598">
                  <c:v/>
                </c:pt>
                <c:pt idx="8599">
                  <c:v/>
                </c:pt>
                <c:pt idx="8600">
                  <c:v/>
                </c:pt>
                <c:pt idx="8601">
                  <c:v/>
                </c:pt>
                <c:pt idx="8602">
                  <c:v/>
                </c:pt>
                <c:pt idx="8603">
                  <c:v/>
                </c:pt>
                <c:pt idx="8604">
                  <c:v/>
                </c:pt>
                <c:pt idx="8605">
                  <c:v/>
                </c:pt>
                <c:pt idx="8606">
                  <c:v/>
                </c:pt>
                <c:pt idx="8607">
                  <c:v/>
                </c:pt>
                <c:pt idx="8608">
                  <c:v/>
                </c:pt>
                <c:pt idx="8609">
                  <c:v/>
                </c:pt>
                <c:pt idx="8610">
                  <c:v/>
                </c:pt>
                <c:pt idx="8611">
                  <c:v/>
                </c:pt>
                <c:pt idx="8612">
                  <c:v/>
                </c:pt>
                <c:pt idx="8613">
                  <c:v/>
                </c:pt>
                <c:pt idx="8614">
                  <c:v/>
                </c:pt>
                <c:pt idx="8615">
                  <c:v/>
                </c:pt>
                <c:pt idx="8616">
                  <c:v/>
                </c:pt>
                <c:pt idx="8617">
                  <c:v/>
                </c:pt>
                <c:pt idx="8618">
                  <c:v/>
                </c:pt>
                <c:pt idx="8619">
                  <c:v/>
                </c:pt>
                <c:pt idx="8620">
                  <c:v/>
                </c:pt>
                <c:pt idx="8621">
                  <c:v/>
                </c:pt>
                <c:pt idx="8622">
                  <c:v/>
                </c:pt>
                <c:pt idx="8623">
                  <c:v/>
                </c:pt>
                <c:pt idx="8624">
                  <c:v/>
                </c:pt>
                <c:pt idx="8625">
                  <c:v/>
                </c:pt>
                <c:pt idx="8626">
                  <c:v/>
                </c:pt>
                <c:pt idx="8627">
                  <c:v/>
                </c:pt>
                <c:pt idx="8628">
                  <c:v/>
                </c:pt>
                <c:pt idx="8629">
                  <c:v/>
                </c:pt>
                <c:pt idx="8630">
                  <c:v/>
                </c:pt>
                <c:pt idx="8631">
                  <c:v/>
                </c:pt>
                <c:pt idx="8632">
                  <c:v/>
                </c:pt>
                <c:pt idx="8633">
                  <c:v/>
                </c:pt>
                <c:pt idx="8634">
                  <c:v/>
                </c:pt>
                <c:pt idx="8635">
                  <c:v/>
                </c:pt>
                <c:pt idx="8636">
                  <c:v/>
                </c:pt>
                <c:pt idx="8637">
                  <c:v/>
                </c:pt>
                <c:pt idx="8638">
                  <c:v/>
                </c:pt>
                <c:pt idx="8639">
                  <c:v/>
                </c:pt>
                <c:pt idx="8640">
                  <c:v/>
                </c:pt>
                <c:pt idx="8641">
                  <c:v/>
                </c:pt>
                <c:pt idx="8642">
                  <c:v/>
                </c:pt>
                <c:pt idx="8643">
                  <c:v/>
                </c:pt>
                <c:pt idx="8644">
                  <c:v/>
                </c:pt>
                <c:pt idx="8645">
                  <c:v/>
                </c:pt>
                <c:pt idx="8646">
                  <c:v/>
                </c:pt>
                <c:pt idx="8647">
                  <c:v/>
                </c:pt>
                <c:pt idx="8648">
                  <c:v/>
                </c:pt>
                <c:pt idx="8649">
                  <c:v/>
                </c:pt>
                <c:pt idx="8650">
                  <c:v/>
                </c:pt>
                <c:pt idx="8651">
                  <c:v/>
                </c:pt>
                <c:pt idx="8652">
                  <c:v/>
                </c:pt>
                <c:pt idx="8653">
                  <c:v/>
                </c:pt>
                <c:pt idx="8654">
                  <c:v/>
                </c:pt>
                <c:pt idx="8655">
                  <c:v/>
                </c:pt>
                <c:pt idx="8656">
                  <c:v/>
                </c:pt>
                <c:pt idx="8657">
                  <c:v/>
                </c:pt>
                <c:pt idx="8658">
                  <c:v/>
                </c:pt>
                <c:pt idx="8659">
                  <c:v/>
                </c:pt>
                <c:pt idx="8660">
                  <c:v/>
                </c:pt>
                <c:pt idx="8661">
                  <c:v/>
                </c:pt>
                <c:pt idx="8662">
                  <c:v/>
                </c:pt>
                <c:pt idx="8663">
                  <c:v/>
                </c:pt>
                <c:pt idx="8664">
                  <c:v/>
                </c:pt>
                <c:pt idx="8665">
                  <c:v/>
                </c:pt>
                <c:pt idx="8666">
                  <c:v/>
                </c:pt>
                <c:pt idx="8667">
                  <c:v/>
                </c:pt>
                <c:pt idx="8668">
                  <c:v/>
                </c:pt>
                <c:pt idx="8669">
                  <c:v/>
                </c:pt>
                <c:pt idx="8670">
                  <c:v/>
                </c:pt>
                <c:pt idx="8671">
                  <c:v/>
                </c:pt>
                <c:pt idx="8672">
                  <c:v/>
                </c:pt>
                <c:pt idx="8673">
                  <c:v/>
                </c:pt>
                <c:pt idx="8674">
                  <c:v/>
                </c:pt>
                <c:pt idx="8675">
                  <c:v/>
                </c:pt>
                <c:pt idx="8676">
                  <c:v/>
                </c:pt>
                <c:pt idx="8677">
                  <c:v/>
                </c:pt>
                <c:pt idx="8678">
                  <c:v/>
                </c:pt>
                <c:pt idx="8679">
                  <c:v/>
                </c:pt>
                <c:pt idx="8680">
                  <c:v/>
                </c:pt>
                <c:pt idx="8681">
                  <c:v/>
                </c:pt>
                <c:pt idx="8682">
                  <c:v/>
                </c:pt>
                <c:pt idx="8683">
                  <c:v/>
                </c:pt>
                <c:pt idx="8684">
                  <c:v/>
                </c:pt>
                <c:pt idx="8685">
                  <c:v/>
                </c:pt>
                <c:pt idx="8686">
                  <c:v/>
                </c:pt>
                <c:pt idx="8687">
                  <c:v/>
                </c:pt>
                <c:pt idx="8688">
                  <c:v/>
                </c:pt>
                <c:pt idx="8689">
                  <c:v/>
                </c:pt>
                <c:pt idx="8690">
                  <c:v/>
                </c:pt>
                <c:pt idx="8691">
                  <c:v/>
                </c:pt>
                <c:pt idx="8692">
                  <c:v/>
                </c:pt>
                <c:pt idx="8693">
                  <c:v/>
                </c:pt>
                <c:pt idx="8694">
                  <c:v/>
                </c:pt>
                <c:pt idx="8695">
                  <c:v/>
                </c:pt>
                <c:pt idx="8696">
                  <c:v/>
                </c:pt>
                <c:pt idx="8697">
                  <c:v/>
                </c:pt>
                <c:pt idx="8698">
                  <c:v/>
                </c:pt>
                <c:pt idx="8699">
                  <c:v/>
                </c:pt>
                <c:pt idx="8700">
                  <c:v/>
                </c:pt>
                <c:pt idx="8701">
                  <c:v/>
                </c:pt>
                <c:pt idx="8702">
                  <c:v/>
                </c:pt>
                <c:pt idx="8703">
                  <c:v/>
                </c:pt>
                <c:pt idx="8704">
                  <c:v/>
                </c:pt>
                <c:pt idx="8705">
                  <c:v/>
                </c:pt>
                <c:pt idx="8706">
                  <c:v/>
                </c:pt>
                <c:pt idx="8707">
                  <c:v/>
                </c:pt>
                <c:pt idx="8708">
                  <c:v/>
                </c:pt>
                <c:pt idx="8709">
                  <c:v/>
                </c:pt>
                <c:pt idx="8710">
                  <c:v/>
                </c:pt>
                <c:pt idx="8711">
                  <c:v/>
                </c:pt>
                <c:pt idx="8712">
                  <c:v/>
                </c:pt>
                <c:pt idx="8713">
                  <c:v/>
                </c:pt>
                <c:pt idx="8714">
                  <c:v/>
                </c:pt>
                <c:pt idx="8715">
                  <c:v/>
                </c:pt>
                <c:pt idx="8716">
                  <c:v/>
                </c:pt>
                <c:pt idx="8717">
                  <c:v/>
                </c:pt>
                <c:pt idx="8718">
                  <c:v/>
                </c:pt>
                <c:pt idx="8719">
                  <c:v/>
                </c:pt>
                <c:pt idx="8720">
                  <c:v/>
                </c:pt>
                <c:pt idx="8721">
                  <c:v/>
                </c:pt>
                <c:pt idx="8722">
                  <c:v/>
                </c:pt>
                <c:pt idx="8723">
                  <c:v/>
                </c:pt>
                <c:pt idx="8724">
                  <c:v/>
                </c:pt>
                <c:pt idx="8725">
                  <c:v/>
                </c:pt>
                <c:pt idx="8726">
                  <c:v/>
                </c:pt>
                <c:pt idx="8727">
                  <c:v/>
                </c:pt>
                <c:pt idx="8728">
                  <c:v/>
                </c:pt>
                <c:pt idx="8729">
                  <c:v/>
                </c:pt>
                <c:pt idx="8730">
                  <c:v/>
                </c:pt>
                <c:pt idx="8731">
                  <c:v/>
                </c:pt>
                <c:pt idx="8732">
                  <c:v/>
                </c:pt>
                <c:pt idx="8733">
                  <c:v/>
                </c:pt>
                <c:pt idx="8734">
                  <c:v/>
                </c:pt>
                <c:pt idx="8735">
                  <c:v/>
                </c:pt>
                <c:pt idx="8736">
                  <c:v/>
                </c:pt>
                <c:pt idx="8737">
                  <c:v/>
                </c:pt>
                <c:pt idx="8738">
                  <c:v/>
                </c:pt>
                <c:pt idx="8739">
                  <c:v/>
                </c:pt>
                <c:pt idx="8740">
                  <c:v/>
                </c:pt>
                <c:pt idx="8741">
                  <c:v/>
                </c:pt>
                <c:pt idx="8742">
                  <c:v/>
                </c:pt>
                <c:pt idx="8743">
                  <c:v/>
                </c:pt>
                <c:pt idx="8744">
                  <c:v/>
                </c:pt>
                <c:pt idx="8745">
                  <c:v/>
                </c:pt>
                <c:pt idx="8746">
                  <c:v/>
                </c:pt>
                <c:pt idx="8747">
                  <c:v/>
                </c:pt>
                <c:pt idx="8748">
                  <c:v/>
                </c:pt>
                <c:pt idx="8749">
                  <c:v/>
                </c:pt>
                <c:pt idx="8750">
                  <c:v/>
                </c:pt>
                <c:pt idx="8751">
                  <c:v/>
                </c:pt>
                <c:pt idx="8752">
                  <c:v/>
                </c:pt>
                <c:pt idx="8753">
                  <c:v/>
                </c:pt>
                <c:pt idx="8754">
                  <c:v/>
                </c:pt>
                <c:pt idx="8755">
                  <c:v/>
                </c:pt>
                <c:pt idx="8756">
                  <c:v/>
                </c:pt>
                <c:pt idx="8757">
                  <c:v/>
                </c:pt>
                <c:pt idx="8758">
                  <c:v/>
                </c:pt>
                <c:pt idx="8759">
                  <c:v/>
                </c:pt>
                <c:pt idx="8760">
                  <c:v/>
                </c:pt>
                <c:pt idx="8761">
                  <c:v/>
                </c:pt>
                <c:pt idx="8762">
                  <c:v/>
                </c:pt>
                <c:pt idx="8763">
                  <c:v/>
                </c:pt>
                <c:pt idx="8764">
                  <c:v/>
                </c:pt>
                <c:pt idx="8765">
                  <c:v/>
                </c:pt>
                <c:pt idx="8766">
                  <c:v/>
                </c:pt>
                <c:pt idx="8767">
                  <c:v/>
                </c:pt>
                <c:pt idx="8768">
                  <c:v/>
                </c:pt>
                <c:pt idx="8769">
                  <c:v/>
                </c:pt>
                <c:pt idx="8770">
                  <c:v/>
                </c:pt>
                <c:pt idx="8771">
                  <c:v/>
                </c:pt>
                <c:pt idx="8772">
                  <c:v/>
                </c:pt>
                <c:pt idx="8773">
                  <c:v/>
                </c:pt>
                <c:pt idx="8774">
                  <c:v/>
                </c:pt>
                <c:pt idx="8775">
                  <c:v/>
                </c:pt>
                <c:pt idx="8776">
                  <c:v/>
                </c:pt>
                <c:pt idx="8777">
                  <c:v/>
                </c:pt>
                <c:pt idx="8778">
                  <c:v/>
                </c:pt>
                <c:pt idx="8779">
                  <c:v/>
                </c:pt>
                <c:pt idx="8780">
                  <c:v/>
                </c:pt>
                <c:pt idx="8781">
                  <c:v/>
                </c:pt>
                <c:pt idx="8782">
                  <c:v/>
                </c:pt>
                <c:pt idx="8783">
                  <c:v/>
                </c:pt>
                <c:pt idx="8784">
                  <c:v/>
                </c:pt>
                <c:pt idx="8785">
                  <c:v/>
                </c:pt>
                <c:pt idx="8786">
                  <c:v/>
                </c:pt>
                <c:pt idx="8787">
                  <c:v/>
                </c:pt>
                <c:pt idx="8788">
                  <c:v/>
                </c:pt>
                <c:pt idx="8789">
                  <c:v/>
                </c:pt>
                <c:pt idx="8790">
                  <c:v/>
                </c:pt>
                <c:pt idx="8791">
                  <c:v/>
                </c:pt>
                <c:pt idx="8792">
                  <c:v/>
                </c:pt>
                <c:pt idx="8793">
                  <c:v/>
                </c:pt>
                <c:pt idx="8794">
                  <c:v/>
                </c:pt>
                <c:pt idx="8795">
                  <c:v/>
                </c:pt>
                <c:pt idx="8796">
                  <c:v/>
                </c:pt>
                <c:pt idx="8797">
                  <c:v/>
                </c:pt>
                <c:pt idx="8798">
                  <c:v/>
                </c:pt>
                <c:pt idx="8799">
                  <c:v/>
                </c:pt>
                <c:pt idx="8800">
                  <c:v/>
                </c:pt>
                <c:pt idx="8801">
                  <c:v/>
                </c:pt>
                <c:pt idx="8802">
                  <c:v/>
                </c:pt>
                <c:pt idx="8803">
                  <c:v/>
                </c:pt>
                <c:pt idx="8804">
                  <c:v/>
                </c:pt>
                <c:pt idx="8805">
                  <c:v/>
                </c:pt>
                <c:pt idx="8806">
                  <c:v/>
                </c:pt>
                <c:pt idx="8807">
                  <c:v/>
                </c:pt>
                <c:pt idx="8808">
                  <c:v/>
                </c:pt>
                <c:pt idx="8809">
                  <c:v/>
                </c:pt>
                <c:pt idx="8810">
                  <c:v/>
                </c:pt>
                <c:pt idx="8811">
                  <c:v/>
                </c:pt>
                <c:pt idx="8812">
                  <c:v/>
                </c:pt>
                <c:pt idx="8813">
                  <c:v/>
                </c:pt>
                <c:pt idx="8814">
                  <c:v/>
                </c:pt>
                <c:pt idx="8815">
                  <c:v/>
                </c:pt>
                <c:pt idx="8816">
                  <c:v/>
                </c:pt>
                <c:pt idx="8817">
                  <c:v/>
                </c:pt>
                <c:pt idx="8818">
                  <c:v/>
                </c:pt>
                <c:pt idx="8819">
                  <c:v/>
                </c:pt>
                <c:pt idx="8820">
                  <c:v/>
                </c:pt>
                <c:pt idx="8821">
                  <c:v/>
                </c:pt>
                <c:pt idx="8822">
                  <c:v/>
                </c:pt>
                <c:pt idx="8823">
                  <c:v/>
                </c:pt>
                <c:pt idx="8824">
                  <c:v/>
                </c:pt>
                <c:pt idx="8825">
                  <c:v/>
                </c:pt>
                <c:pt idx="8826">
                  <c:v/>
                </c:pt>
                <c:pt idx="8827">
                  <c:v/>
                </c:pt>
                <c:pt idx="8828">
                  <c:v/>
                </c:pt>
                <c:pt idx="8829">
                  <c:v/>
                </c:pt>
                <c:pt idx="8830">
                  <c:v/>
                </c:pt>
                <c:pt idx="8831">
                  <c:v/>
                </c:pt>
                <c:pt idx="8832">
                  <c:v/>
                </c:pt>
                <c:pt idx="8833">
                  <c:v/>
                </c:pt>
                <c:pt idx="8834">
                  <c:v/>
                </c:pt>
                <c:pt idx="8835">
                  <c:v/>
                </c:pt>
                <c:pt idx="8836">
                  <c:v/>
                </c:pt>
                <c:pt idx="8837">
                  <c:v/>
                </c:pt>
                <c:pt idx="8838">
                  <c:v/>
                </c:pt>
                <c:pt idx="8839">
                  <c:v/>
                </c:pt>
                <c:pt idx="8840">
                  <c:v/>
                </c:pt>
                <c:pt idx="8841">
                  <c:v/>
                </c:pt>
                <c:pt idx="8842">
                  <c:v/>
                </c:pt>
                <c:pt idx="8843">
                  <c:v/>
                </c:pt>
                <c:pt idx="8844">
                  <c:v/>
                </c:pt>
                <c:pt idx="8845">
                  <c:v/>
                </c:pt>
                <c:pt idx="8846">
                  <c:v/>
                </c:pt>
                <c:pt idx="8847">
                  <c:v/>
                </c:pt>
                <c:pt idx="8848">
                  <c:v/>
                </c:pt>
                <c:pt idx="8849">
                  <c:v/>
                </c:pt>
                <c:pt idx="8850">
                  <c:v/>
                </c:pt>
                <c:pt idx="8851">
                  <c:v/>
                </c:pt>
                <c:pt idx="8852">
                  <c:v/>
                </c:pt>
                <c:pt idx="8853">
                  <c:v/>
                </c:pt>
                <c:pt idx="8854">
                  <c:v/>
                </c:pt>
                <c:pt idx="8855">
                  <c:v/>
                </c:pt>
                <c:pt idx="8856">
                  <c:v/>
                </c:pt>
                <c:pt idx="8857">
                  <c:v/>
                </c:pt>
                <c:pt idx="8858">
                  <c:v/>
                </c:pt>
                <c:pt idx="8859">
                  <c:v/>
                </c:pt>
                <c:pt idx="8860">
                  <c:v/>
                </c:pt>
                <c:pt idx="8861">
                  <c:v/>
                </c:pt>
                <c:pt idx="8862">
                  <c:v/>
                </c:pt>
                <c:pt idx="8863">
                  <c:v/>
                </c:pt>
                <c:pt idx="8864">
                  <c:v/>
                </c:pt>
                <c:pt idx="8865">
                  <c:v/>
                </c:pt>
                <c:pt idx="8866">
                  <c:v/>
                </c:pt>
                <c:pt idx="8867">
                  <c:v/>
                </c:pt>
                <c:pt idx="8868">
                  <c:v/>
                </c:pt>
                <c:pt idx="8869">
                  <c:v/>
                </c:pt>
                <c:pt idx="8870">
                  <c:v/>
                </c:pt>
                <c:pt idx="8871">
                  <c:v/>
                </c:pt>
                <c:pt idx="8872">
                  <c:v/>
                </c:pt>
                <c:pt idx="8873">
                  <c:v/>
                </c:pt>
                <c:pt idx="8874">
                  <c:v/>
                </c:pt>
                <c:pt idx="8875">
                  <c:v/>
                </c:pt>
                <c:pt idx="8876">
                  <c:v/>
                </c:pt>
                <c:pt idx="8877">
                  <c:v/>
                </c:pt>
                <c:pt idx="8878">
                  <c:v/>
                </c:pt>
                <c:pt idx="8879">
                  <c:v/>
                </c:pt>
                <c:pt idx="8880">
                  <c:v/>
                </c:pt>
                <c:pt idx="8881">
                  <c:v/>
                </c:pt>
                <c:pt idx="8882">
                  <c:v/>
                </c:pt>
                <c:pt idx="8883">
                  <c:v/>
                </c:pt>
                <c:pt idx="8884">
                  <c:v/>
                </c:pt>
                <c:pt idx="8885">
                  <c:v/>
                </c:pt>
                <c:pt idx="8886">
                  <c:v/>
                </c:pt>
                <c:pt idx="8887">
                  <c:v/>
                </c:pt>
                <c:pt idx="8888">
                  <c:v/>
                </c:pt>
                <c:pt idx="8889">
                  <c:v/>
                </c:pt>
                <c:pt idx="8890">
                  <c:v/>
                </c:pt>
                <c:pt idx="8891">
                  <c:v/>
                </c:pt>
                <c:pt idx="8892">
                  <c:v/>
                </c:pt>
                <c:pt idx="8893">
                  <c:v/>
                </c:pt>
                <c:pt idx="8894">
                  <c:v/>
                </c:pt>
                <c:pt idx="8895">
                  <c:v/>
                </c:pt>
                <c:pt idx="8896">
                  <c:v/>
                </c:pt>
                <c:pt idx="8897">
                  <c:v/>
                </c:pt>
                <c:pt idx="8898">
                  <c:v/>
                </c:pt>
                <c:pt idx="8899">
                  <c:v/>
                </c:pt>
                <c:pt idx="8900">
                  <c:v/>
                </c:pt>
                <c:pt idx="8901">
                  <c:v/>
                </c:pt>
                <c:pt idx="8902">
                  <c:v/>
                </c:pt>
                <c:pt idx="8903">
                  <c:v/>
                </c:pt>
                <c:pt idx="8904">
                  <c:v/>
                </c:pt>
                <c:pt idx="8905">
                  <c:v/>
                </c:pt>
                <c:pt idx="8906">
                  <c:v/>
                </c:pt>
                <c:pt idx="8907">
                  <c:v/>
                </c:pt>
                <c:pt idx="8908">
                  <c:v/>
                </c:pt>
                <c:pt idx="8909">
                  <c:v/>
                </c:pt>
                <c:pt idx="8910">
                  <c:v/>
                </c:pt>
                <c:pt idx="8911">
                  <c:v/>
                </c:pt>
                <c:pt idx="8912">
                  <c:v/>
                </c:pt>
                <c:pt idx="8913">
                  <c:v/>
                </c:pt>
                <c:pt idx="8914">
                  <c:v/>
                </c:pt>
                <c:pt idx="8915">
                  <c:v/>
                </c:pt>
                <c:pt idx="8916">
                  <c:v/>
                </c:pt>
                <c:pt idx="8917">
                  <c:v/>
                </c:pt>
                <c:pt idx="8918">
                  <c:v/>
                </c:pt>
                <c:pt idx="8919">
                  <c:v/>
                </c:pt>
                <c:pt idx="8920">
                  <c:v/>
                </c:pt>
                <c:pt idx="8921">
                  <c:v/>
                </c:pt>
                <c:pt idx="8922">
                  <c:v/>
                </c:pt>
                <c:pt idx="8923">
                  <c:v/>
                </c:pt>
                <c:pt idx="8924">
                  <c:v/>
                </c:pt>
                <c:pt idx="8925">
                  <c:v/>
                </c:pt>
                <c:pt idx="8926">
                  <c:v/>
                </c:pt>
                <c:pt idx="8927">
                  <c:v/>
                </c:pt>
                <c:pt idx="8928">
                  <c:v/>
                </c:pt>
                <c:pt idx="8929">
                  <c:v/>
                </c:pt>
                <c:pt idx="8930">
                  <c:v/>
                </c:pt>
                <c:pt idx="8931">
                  <c:v/>
                </c:pt>
                <c:pt idx="8932">
                  <c:v/>
                </c:pt>
                <c:pt idx="8933">
                  <c:v/>
                </c:pt>
                <c:pt idx="8934">
                  <c:v/>
                </c:pt>
                <c:pt idx="8935">
                  <c:v/>
                </c:pt>
                <c:pt idx="8936">
                  <c:v/>
                </c:pt>
                <c:pt idx="8937">
                  <c:v/>
                </c:pt>
                <c:pt idx="8938">
                  <c:v/>
                </c:pt>
                <c:pt idx="8939">
                  <c:v/>
                </c:pt>
                <c:pt idx="8940">
                  <c:v/>
                </c:pt>
                <c:pt idx="8941">
                  <c:v/>
                </c:pt>
                <c:pt idx="8942">
                  <c:v/>
                </c:pt>
                <c:pt idx="8943">
                  <c:v/>
                </c:pt>
                <c:pt idx="8944">
                  <c:v/>
                </c:pt>
                <c:pt idx="8945">
                  <c:v/>
                </c:pt>
                <c:pt idx="8946">
                  <c:v/>
                </c:pt>
                <c:pt idx="8947">
                  <c:v/>
                </c:pt>
                <c:pt idx="8948">
                  <c:v/>
                </c:pt>
                <c:pt idx="8949">
                  <c:v/>
                </c:pt>
                <c:pt idx="8950">
                  <c:v/>
                </c:pt>
                <c:pt idx="8951">
                  <c:v/>
                </c:pt>
                <c:pt idx="8952">
                  <c:v/>
                </c:pt>
                <c:pt idx="8953">
                  <c:v/>
                </c:pt>
                <c:pt idx="8954">
                  <c:v/>
                </c:pt>
                <c:pt idx="8955">
                  <c:v/>
                </c:pt>
                <c:pt idx="8956">
                  <c:v/>
                </c:pt>
                <c:pt idx="8957">
                  <c:v/>
                </c:pt>
                <c:pt idx="8958">
                  <c:v/>
                </c:pt>
                <c:pt idx="8959">
                  <c:v/>
                </c:pt>
                <c:pt idx="8960">
                  <c:v/>
                </c:pt>
                <c:pt idx="8961">
                  <c:v/>
                </c:pt>
                <c:pt idx="8962">
                  <c:v/>
                </c:pt>
                <c:pt idx="8963">
                  <c:v/>
                </c:pt>
                <c:pt idx="8964">
                  <c:v/>
                </c:pt>
                <c:pt idx="8965">
                  <c:v/>
                </c:pt>
                <c:pt idx="8966">
                  <c:v/>
                </c:pt>
                <c:pt idx="8967">
                  <c:v/>
                </c:pt>
                <c:pt idx="8968">
                  <c:v/>
                </c:pt>
                <c:pt idx="8969">
                  <c:v/>
                </c:pt>
                <c:pt idx="8970">
                  <c:v/>
                </c:pt>
                <c:pt idx="8971">
                  <c:v/>
                </c:pt>
                <c:pt idx="8972">
                  <c:v/>
                </c:pt>
                <c:pt idx="8973">
                  <c:v/>
                </c:pt>
                <c:pt idx="8974">
                  <c:v/>
                </c:pt>
                <c:pt idx="8975">
                  <c:v/>
                </c:pt>
                <c:pt idx="8976">
                  <c:v/>
                </c:pt>
                <c:pt idx="8977">
                  <c:v/>
                </c:pt>
                <c:pt idx="8978">
                  <c:v/>
                </c:pt>
                <c:pt idx="8979">
                  <c:v/>
                </c:pt>
                <c:pt idx="8980">
                  <c:v/>
                </c:pt>
                <c:pt idx="8981">
                  <c:v/>
                </c:pt>
                <c:pt idx="8982">
                  <c:v/>
                </c:pt>
                <c:pt idx="8983">
                  <c:v/>
                </c:pt>
                <c:pt idx="8984">
                  <c:v/>
                </c:pt>
                <c:pt idx="8985">
                  <c:v/>
                </c:pt>
                <c:pt idx="8986">
                  <c:v/>
                </c:pt>
                <c:pt idx="8987">
                  <c:v/>
                </c:pt>
                <c:pt idx="8988">
                  <c:v/>
                </c:pt>
                <c:pt idx="8989">
                  <c:v/>
                </c:pt>
                <c:pt idx="8990">
                  <c:v/>
                </c:pt>
                <c:pt idx="8991">
                  <c:v/>
                </c:pt>
                <c:pt idx="8992">
                  <c:v/>
                </c:pt>
                <c:pt idx="8993">
                  <c:v/>
                </c:pt>
                <c:pt idx="8994">
                  <c:v/>
                </c:pt>
                <c:pt idx="8995">
                  <c:v/>
                </c:pt>
                <c:pt idx="8996">
                  <c:v/>
                </c:pt>
                <c:pt idx="8997">
                  <c:v/>
                </c:pt>
                <c:pt idx="8998">
                  <c:v/>
                </c:pt>
                <c:pt idx="8999">
                  <c:v/>
                </c:pt>
                <c:pt idx="9000">
                  <c:v/>
                </c:pt>
                <c:pt idx="9001">
                  <c:v/>
                </c:pt>
                <c:pt idx="9002">
                  <c:v/>
                </c:pt>
                <c:pt idx="9003">
                  <c:v/>
                </c:pt>
                <c:pt idx="9004">
                  <c:v/>
                </c:pt>
                <c:pt idx="9005">
                  <c:v/>
                </c:pt>
                <c:pt idx="9006">
                  <c:v/>
                </c:pt>
                <c:pt idx="9007">
                  <c:v/>
                </c:pt>
                <c:pt idx="9008">
                  <c:v/>
                </c:pt>
                <c:pt idx="9009">
                  <c:v/>
                </c:pt>
                <c:pt idx="9010">
                  <c:v/>
                </c:pt>
                <c:pt idx="9011">
                  <c:v/>
                </c:pt>
                <c:pt idx="9012">
                  <c:v/>
                </c:pt>
                <c:pt idx="9013">
                  <c:v/>
                </c:pt>
                <c:pt idx="9014">
                  <c:v/>
                </c:pt>
                <c:pt idx="9015">
                  <c:v/>
                </c:pt>
                <c:pt idx="9016">
                  <c:v/>
                </c:pt>
                <c:pt idx="9017">
                  <c:v/>
                </c:pt>
                <c:pt idx="9018">
                  <c:v/>
                </c:pt>
                <c:pt idx="9019">
                  <c:v/>
                </c:pt>
                <c:pt idx="9020">
                  <c:v/>
                </c:pt>
                <c:pt idx="9021">
                  <c:v/>
                </c:pt>
                <c:pt idx="9022">
                  <c:v/>
                </c:pt>
                <c:pt idx="9023">
                  <c:v/>
                </c:pt>
                <c:pt idx="9024">
                  <c:v/>
                </c:pt>
                <c:pt idx="9025">
                  <c:v/>
                </c:pt>
                <c:pt idx="9026">
                  <c:v/>
                </c:pt>
                <c:pt idx="9027">
                  <c:v/>
                </c:pt>
                <c:pt idx="9028">
                  <c:v/>
                </c:pt>
                <c:pt idx="9029">
                  <c:v/>
                </c:pt>
                <c:pt idx="9030">
                  <c:v/>
                </c:pt>
                <c:pt idx="9031">
                  <c:v/>
                </c:pt>
                <c:pt idx="9032">
                  <c:v/>
                </c:pt>
                <c:pt idx="9033">
                  <c:v/>
                </c:pt>
                <c:pt idx="9034">
                  <c:v/>
                </c:pt>
                <c:pt idx="9035">
                  <c:v/>
                </c:pt>
                <c:pt idx="9036">
                  <c:v/>
                </c:pt>
                <c:pt idx="9037">
                  <c:v/>
                </c:pt>
                <c:pt idx="9038">
                  <c:v/>
                </c:pt>
                <c:pt idx="9039">
                  <c:v/>
                </c:pt>
                <c:pt idx="9040">
                  <c:v/>
                </c:pt>
                <c:pt idx="9041">
                  <c:v/>
                </c:pt>
                <c:pt idx="9042">
                  <c:v/>
                </c:pt>
                <c:pt idx="9043">
                  <c:v/>
                </c:pt>
                <c:pt idx="9044">
                  <c:v/>
                </c:pt>
                <c:pt idx="9045">
                  <c:v/>
                </c:pt>
                <c:pt idx="9046">
                  <c:v/>
                </c:pt>
                <c:pt idx="9047">
                  <c:v/>
                </c:pt>
                <c:pt idx="9048">
                  <c:v/>
                </c:pt>
                <c:pt idx="9049">
                  <c:v/>
                </c:pt>
                <c:pt idx="9050">
                  <c:v/>
                </c:pt>
                <c:pt idx="9051">
                  <c:v/>
                </c:pt>
                <c:pt idx="9052">
                  <c:v/>
                </c:pt>
                <c:pt idx="9053">
                  <c:v/>
                </c:pt>
                <c:pt idx="9054">
                  <c:v/>
                </c:pt>
                <c:pt idx="9055">
                  <c:v/>
                </c:pt>
                <c:pt idx="9056">
                  <c:v/>
                </c:pt>
                <c:pt idx="9057">
                  <c:v/>
                </c:pt>
                <c:pt idx="9058">
                  <c:v/>
                </c:pt>
                <c:pt idx="9059">
                  <c:v/>
                </c:pt>
                <c:pt idx="9060">
                  <c:v/>
                </c:pt>
                <c:pt idx="9061">
                  <c:v/>
                </c:pt>
                <c:pt idx="9062">
                  <c:v/>
                </c:pt>
                <c:pt idx="9063">
                  <c:v/>
                </c:pt>
                <c:pt idx="9064">
                  <c:v/>
                </c:pt>
                <c:pt idx="9065">
                  <c:v/>
                </c:pt>
                <c:pt idx="9066">
                  <c:v/>
                </c:pt>
                <c:pt idx="9067">
                  <c:v/>
                </c:pt>
                <c:pt idx="9068">
                  <c:v/>
                </c:pt>
                <c:pt idx="9069">
                  <c:v/>
                </c:pt>
                <c:pt idx="9070">
                  <c:v/>
                </c:pt>
                <c:pt idx="9071">
                  <c:v/>
                </c:pt>
                <c:pt idx="9072">
                  <c:v/>
                </c:pt>
                <c:pt idx="9073">
                  <c:v/>
                </c:pt>
                <c:pt idx="9074">
                  <c:v/>
                </c:pt>
                <c:pt idx="9075">
                  <c:v/>
                </c:pt>
                <c:pt idx="9076">
                  <c:v/>
                </c:pt>
                <c:pt idx="9077">
                  <c:v/>
                </c:pt>
                <c:pt idx="9078">
                  <c:v/>
                </c:pt>
                <c:pt idx="9079">
                  <c:v/>
                </c:pt>
                <c:pt idx="9080">
                  <c:v/>
                </c:pt>
                <c:pt idx="9081">
                  <c:v/>
                </c:pt>
                <c:pt idx="9082">
                  <c:v/>
                </c:pt>
                <c:pt idx="9083">
                  <c:v/>
                </c:pt>
                <c:pt idx="9084">
                  <c:v/>
                </c:pt>
                <c:pt idx="9085">
                  <c:v/>
                </c:pt>
                <c:pt idx="9086">
                  <c:v/>
                </c:pt>
                <c:pt idx="9087">
                  <c:v/>
                </c:pt>
                <c:pt idx="9088">
                  <c:v/>
                </c:pt>
                <c:pt idx="9089">
                  <c:v/>
                </c:pt>
                <c:pt idx="9090">
                  <c:v/>
                </c:pt>
                <c:pt idx="9091">
                  <c:v/>
                </c:pt>
                <c:pt idx="9092">
                  <c:v/>
                </c:pt>
                <c:pt idx="9093">
                  <c:v/>
                </c:pt>
                <c:pt idx="9094">
                  <c:v/>
                </c:pt>
                <c:pt idx="9095">
                  <c:v/>
                </c:pt>
                <c:pt idx="9096">
                  <c:v/>
                </c:pt>
                <c:pt idx="9097">
                  <c:v/>
                </c:pt>
                <c:pt idx="9098">
                  <c:v/>
                </c:pt>
                <c:pt idx="9099">
                  <c:v/>
                </c:pt>
                <c:pt idx="9100">
                  <c:v/>
                </c:pt>
                <c:pt idx="9101">
                  <c:v/>
                </c:pt>
                <c:pt idx="9102">
                  <c:v/>
                </c:pt>
                <c:pt idx="9103">
                  <c:v/>
                </c:pt>
                <c:pt idx="9104">
                  <c:v/>
                </c:pt>
                <c:pt idx="9105">
                  <c:v/>
                </c:pt>
                <c:pt idx="9106">
                  <c:v/>
                </c:pt>
                <c:pt idx="9107">
                  <c:v/>
                </c:pt>
                <c:pt idx="9108">
                  <c:v/>
                </c:pt>
                <c:pt idx="9109">
                  <c:v/>
                </c:pt>
                <c:pt idx="9110">
                  <c:v/>
                </c:pt>
                <c:pt idx="9111">
                  <c:v/>
                </c:pt>
                <c:pt idx="9112">
                  <c:v/>
                </c:pt>
                <c:pt idx="9113">
                  <c:v/>
                </c:pt>
                <c:pt idx="9114">
                  <c:v/>
                </c:pt>
                <c:pt idx="9115">
                  <c:v/>
                </c:pt>
                <c:pt idx="9116">
                  <c:v/>
                </c:pt>
                <c:pt idx="9117">
                  <c:v/>
                </c:pt>
                <c:pt idx="9118">
                  <c:v/>
                </c:pt>
                <c:pt idx="9119">
                  <c:v/>
                </c:pt>
                <c:pt idx="9120">
                  <c:v/>
                </c:pt>
                <c:pt idx="9121">
                  <c:v/>
                </c:pt>
                <c:pt idx="9122">
                  <c:v/>
                </c:pt>
                <c:pt idx="9123">
                  <c:v/>
                </c:pt>
                <c:pt idx="9124">
                  <c:v/>
                </c:pt>
                <c:pt idx="9125">
                  <c:v/>
                </c:pt>
                <c:pt idx="9126">
                  <c:v/>
                </c:pt>
                <c:pt idx="9127">
                  <c:v/>
                </c:pt>
                <c:pt idx="9128">
                  <c:v/>
                </c:pt>
                <c:pt idx="9129">
                  <c:v/>
                </c:pt>
                <c:pt idx="9130">
                  <c:v/>
                </c:pt>
                <c:pt idx="9131">
                  <c:v/>
                </c:pt>
                <c:pt idx="9132">
                  <c:v/>
                </c:pt>
                <c:pt idx="9133">
                  <c:v/>
                </c:pt>
                <c:pt idx="9134">
                  <c:v/>
                </c:pt>
                <c:pt idx="9135">
                  <c:v/>
                </c:pt>
                <c:pt idx="9136">
                  <c:v/>
                </c:pt>
                <c:pt idx="9137">
                  <c:v/>
                </c:pt>
                <c:pt idx="9138">
                  <c:v/>
                </c:pt>
                <c:pt idx="9139">
                  <c:v/>
                </c:pt>
                <c:pt idx="9140">
                  <c:v/>
                </c:pt>
                <c:pt idx="9141">
                  <c:v/>
                </c:pt>
                <c:pt idx="9142">
                  <c:v/>
                </c:pt>
                <c:pt idx="9143">
                  <c:v/>
                </c:pt>
                <c:pt idx="9144">
                  <c:v/>
                </c:pt>
                <c:pt idx="9145">
                  <c:v/>
                </c:pt>
                <c:pt idx="9146">
                  <c:v/>
                </c:pt>
                <c:pt idx="9147">
                  <c:v/>
                </c:pt>
                <c:pt idx="9148">
                  <c:v/>
                </c:pt>
                <c:pt idx="9149">
                  <c:v/>
                </c:pt>
                <c:pt idx="9150">
                  <c:v/>
                </c:pt>
                <c:pt idx="9151">
                  <c:v/>
                </c:pt>
                <c:pt idx="9152">
                  <c:v/>
                </c:pt>
                <c:pt idx="9153">
                  <c:v/>
                </c:pt>
                <c:pt idx="9154">
                  <c:v/>
                </c:pt>
                <c:pt idx="9155">
                  <c:v/>
                </c:pt>
                <c:pt idx="9156">
                  <c:v/>
                </c:pt>
                <c:pt idx="9157">
                  <c:v/>
                </c:pt>
                <c:pt idx="9158">
                  <c:v/>
                </c:pt>
                <c:pt idx="9159">
                  <c:v/>
                </c:pt>
                <c:pt idx="9160">
                  <c:v/>
                </c:pt>
                <c:pt idx="9161">
                  <c:v/>
                </c:pt>
                <c:pt idx="9162">
                  <c:v/>
                </c:pt>
                <c:pt idx="9163">
                  <c:v/>
                </c:pt>
                <c:pt idx="9164">
                  <c:v/>
                </c:pt>
                <c:pt idx="9165">
                  <c:v/>
                </c:pt>
                <c:pt idx="9166">
                  <c:v/>
                </c:pt>
                <c:pt idx="9167">
                  <c:v/>
                </c:pt>
                <c:pt idx="9168">
                  <c:v/>
                </c:pt>
                <c:pt idx="9169">
                  <c:v/>
                </c:pt>
                <c:pt idx="9170">
                  <c:v/>
                </c:pt>
                <c:pt idx="9171">
                  <c:v/>
                </c:pt>
                <c:pt idx="9172">
                  <c:v/>
                </c:pt>
                <c:pt idx="9173">
                  <c:v/>
                </c:pt>
                <c:pt idx="9174">
                  <c:v/>
                </c:pt>
                <c:pt idx="9175">
                  <c:v/>
                </c:pt>
                <c:pt idx="9176">
                  <c:v/>
                </c:pt>
                <c:pt idx="9177">
                  <c:v/>
                </c:pt>
                <c:pt idx="9178">
                  <c:v/>
                </c:pt>
                <c:pt idx="9179">
                  <c:v/>
                </c:pt>
                <c:pt idx="9180">
                  <c:v/>
                </c:pt>
                <c:pt idx="9181">
                  <c:v/>
                </c:pt>
                <c:pt idx="9182">
                  <c:v/>
                </c:pt>
                <c:pt idx="9183">
                  <c:v/>
                </c:pt>
                <c:pt idx="9184">
                  <c:v/>
                </c:pt>
                <c:pt idx="9185">
                  <c:v/>
                </c:pt>
                <c:pt idx="9186">
                  <c:v/>
                </c:pt>
                <c:pt idx="9187">
                  <c:v/>
                </c:pt>
                <c:pt idx="9188">
                  <c:v/>
                </c:pt>
                <c:pt idx="9189">
                  <c:v/>
                </c:pt>
                <c:pt idx="9190">
                  <c:v/>
                </c:pt>
                <c:pt idx="9191">
                  <c:v/>
                </c:pt>
                <c:pt idx="9192">
                  <c:v/>
                </c:pt>
                <c:pt idx="9193">
                  <c:v/>
                </c:pt>
                <c:pt idx="9194">
                  <c:v/>
                </c:pt>
                <c:pt idx="9195">
                  <c:v/>
                </c:pt>
                <c:pt idx="9196">
                  <c:v/>
                </c:pt>
                <c:pt idx="9197">
                  <c:v/>
                </c:pt>
                <c:pt idx="9198">
                  <c:v/>
                </c:pt>
                <c:pt idx="9199">
                  <c:v/>
                </c:pt>
                <c:pt idx="9200">
                  <c:v/>
                </c:pt>
                <c:pt idx="9201">
                  <c:v/>
                </c:pt>
                <c:pt idx="9202">
                  <c:v/>
                </c:pt>
                <c:pt idx="9203">
                  <c:v/>
                </c:pt>
                <c:pt idx="9204">
                  <c:v/>
                </c:pt>
                <c:pt idx="9205">
                  <c:v/>
                </c:pt>
                <c:pt idx="9206">
                  <c:v/>
                </c:pt>
                <c:pt idx="9207">
                  <c:v/>
                </c:pt>
                <c:pt idx="9208">
                  <c:v/>
                </c:pt>
                <c:pt idx="9209">
                  <c:v/>
                </c:pt>
                <c:pt idx="9210">
                  <c:v/>
                </c:pt>
                <c:pt idx="9211">
                  <c:v/>
                </c:pt>
                <c:pt idx="9212">
                  <c:v/>
                </c:pt>
                <c:pt idx="9213">
                  <c:v/>
                </c:pt>
                <c:pt idx="9214">
                  <c:v/>
                </c:pt>
                <c:pt idx="9215">
                  <c:v/>
                </c:pt>
                <c:pt idx="9216">
                  <c:v/>
                </c:pt>
                <c:pt idx="9217">
                  <c:v/>
                </c:pt>
                <c:pt idx="9218">
                  <c:v/>
                </c:pt>
                <c:pt idx="9219">
                  <c:v/>
                </c:pt>
                <c:pt idx="9220">
                  <c:v/>
                </c:pt>
                <c:pt idx="9221">
                  <c:v/>
                </c:pt>
                <c:pt idx="9222">
                  <c:v/>
                </c:pt>
                <c:pt idx="9223">
                  <c:v/>
                </c:pt>
                <c:pt idx="9224">
                  <c:v/>
                </c:pt>
                <c:pt idx="9225">
                  <c:v/>
                </c:pt>
                <c:pt idx="9226">
                  <c:v/>
                </c:pt>
                <c:pt idx="9227">
                  <c:v/>
                </c:pt>
                <c:pt idx="9228">
                  <c:v/>
                </c:pt>
                <c:pt idx="9229">
                  <c:v/>
                </c:pt>
                <c:pt idx="9230">
                  <c:v/>
                </c:pt>
                <c:pt idx="9231">
                  <c:v/>
                </c:pt>
                <c:pt idx="9232">
                  <c:v/>
                </c:pt>
                <c:pt idx="9233">
                  <c:v/>
                </c:pt>
                <c:pt idx="9234">
                  <c:v/>
                </c:pt>
                <c:pt idx="9235">
                  <c:v/>
                </c:pt>
                <c:pt idx="9236">
                  <c:v/>
                </c:pt>
                <c:pt idx="9237">
                  <c:v/>
                </c:pt>
                <c:pt idx="9238">
                  <c:v/>
                </c:pt>
                <c:pt idx="9239">
                  <c:v/>
                </c:pt>
                <c:pt idx="9240">
                  <c:v/>
                </c:pt>
                <c:pt idx="9241">
                  <c:v/>
                </c:pt>
                <c:pt idx="9242">
                  <c:v/>
                </c:pt>
                <c:pt idx="9243">
                  <c:v/>
                </c:pt>
                <c:pt idx="9244">
                  <c:v/>
                </c:pt>
                <c:pt idx="9245">
                  <c:v/>
                </c:pt>
                <c:pt idx="9246">
                  <c:v/>
                </c:pt>
                <c:pt idx="9247">
                  <c:v/>
                </c:pt>
                <c:pt idx="9248">
                  <c:v/>
                </c:pt>
                <c:pt idx="9249">
                  <c:v/>
                </c:pt>
                <c:pt idx="9250">
                  <c:v/>
                </c:pt>
                <c:pt idx="9251">
                  <c:v/>
                </c:pt>
                <c:pt idx="9252">
                  <c:v/>
                </c:pt>
                <c:pt idx="9253">
                  <c:v/>
                </c:pt>
                <c:pt idx="9254">
                  <c:v/>
                </c:pt>
                <c:pt idx="9255">
                  <c:v/>
                </c:pt>
                <c:pt idx="9256">
                  <c:v/>
                </c:pt>
                <c:pt idx="9257">
                  <c:v/>
                </c:pt>
                <c:pt idx="9258">
                  <c:v/>
                </c:pt>
                <c:pt idx="9259">
                  <c:v/>
                </c:pt>
                <c:pt idx="9260">
                  <c:v/>
                </c:pt>
                <c:pt idx="9261">
                  <c:v/>
                </c:pt>
                <c:pt idx="9262">
                  <c:v/>
                </c:pt>
                <c:pt idx="9263">
                  <c:v/>
                </c:pt>
                <c:pt idx="9264">
                  <c:v/>
                </c:pt>
                <c:pt idx="9265">
                  <c:v/>
                </c:pt>
                <c:pt idx="9266">
                  <c:v/>
                </c:pt>
                <c:pt idx="9267">
                  <c:v/>
                </c:pt>
                <c:pt idx="9268">
                  <c:v/>
                </c:pt>
                <c:pt idx="9269">
                  <c:v/>
                </c:pt>
                <c:pt idx="9270">
                  <c:v/>
                </c:pt>
                <c:pt idx="9271">
                  <c:v/>
                </c:pt>
                <c:pt idx="9272">
                  <c:v/>
                </c:pt>
                <c:pt idx="9273">
                  <c:v/>
                </c:pt>
                <c:pt idx="9274">
                  <c:v/>
                </c:pt>
                <c:pt idx="9275">
                  <c:v/>
                </c:pt>
                <c:pt idx="9276">
                  <c:v/>
                </c:pt>
                <c:pt idx="9277">
                  <c:v/>
                </c:pt>
                <c:pt idx="9278">
                  <c:v/>
                </c:pt>
                <c:pt idx="9279">
                  <c:v/>
                </c:pt>
                <c:pt idx="9280">
                  <c:v/>
                </c:pt>
                <c:pt idx="9281">
                  <c:v/>
                </c:pt>
                <c:pt idx="9282">
                  <c:v/>
                </c:pt>
                <c:pt idx="9283">
                  <c:v/>
                </c:pt>
                <c:pt idx="9284">
                  <c:v/>
                </c:pt>
                <c:pt idx="9285">
                  <c:v/>
                </c:pt>
                <c:pt idx="9286">
                  <c:v/>
                </c:pt>
                <c:pt idx="9287">
                  <c:v/>
                </c:pt>
                <c:pt idx="9288">
                  <c:v/>
                </c:pt>
                <c:pt idx="9289">
                  <c:v/>
                </c:pt>
                <c:pt idx="9290">
                  <c:v/>
                </c:pt>
                <c:pt idx="9291">
                  <c:v/>
                </c:pt>
                <c:pt idx="9292">
                  <c:v/>
                </c:pt>
                <c:pt idx="9293">
                  <c:v/>
                </c:pt>
                <c:pt idx="9294">
                  <c:v/>
                </c:pt>
                <c:pt idx="9295">
                  <c:v/>
                </c:pt>
                <c:pt idx="9296">
                  <c:v/>
                </c:pt>
                <c:pt idx="9297">
                  <c:v/>
                </c:pt>
                <c:pt idx="9298">
                  <c:v/>
                </c:pt>
                <c:pt idx="9299">
                  <c:v/>
                </c:pt>
                <c:pt idx="9300">
                  <c:v/>
                </c:pt>
                <c:pt idx="9301">
                  <c:v/>
                </c:pt>
                <c:pt idx="9302">
                  <c:v/>
                </c:pt>
                <c:pt idx="9303">
                  <c:v/>
                </c:pt>
                <c:pt idx="9304">
                  <c:v/>
                </c:pt>
                <c:pt idx="9305">
                  <c:v/>
                </c:pt>
                <c:pt idx="9306">
                  <c:v/>
                </c:pt>
                <c:pt idx="9307">
                  <c:v/>
                </c:pt>
                <c:pt idx="9308">
                  <c:v/>
                </c:pt>
                <c:pt idx="9309">
                  <c:v/>
                </c:pt>
                <c:pt idx="9310">
                  <c:v/>
                </c:pt>
                <c:pt idx="9311">
                  <c:v/>
                </c:pt>
                <c:pt idx="9312">
                  <c:v/>
                </c:pt>
                <c:pt idx="9313">
                  <c:v/>
                </c:pt>
                <c:pt idx="9314">
                  <c:v/>
                </c:pt>
                <c:pt idx="9315">
                  <c:v/>
                </c:pt>
                <c:pt idx="9316">
                  <c:v/>
                </c:pt>
                <c:pt idx="9317">
                  <c:v/>
                </c:pt>
                <c:pt idx="9318">
                  <c:v/>
                </c:pt>
                <c:pt idx="9319">
                  <c:v/>
                </c:pt>
                <c:pt idx="9320">
                  <c:v/>
                </c:pt>
                <c:pt idx="9321">
                  <c:v/>
                </c:pt>
                <c:pt idx="9322">
                  <c:v/>
                </c:pt>
                <c:pt idx="9323">
                  <c:v/>
                </c:pt>
                <c:pt idx="9324">
                  <c:v/>
                </c:pt>
                <c:pt idx="9325">
                  <c:v/>
                </c:pt>
                <c:pt idx="9326">
                  <c:v/>
                </c:pt>
                <c:pt idx="9327">
                  <c:v/>
                </c:pt>
                <c:pt idx="9328">
                  <c:v/>
                </c:pt>
                <c:pt idx="9329">
                  <c:v/>
                </c:pt>
                <c:pt idx="9330">
                  <c:v/>
                </c:pt>
                <c:pt idx="9331">
                  <c:v/>
                </c:pt>
                <c:pt idx="9332">
                  <c:v/>
                </c:pt>
                <c:pt idx="9333">
                  <c:v/>
                </c:pt>
                <c:pt idx="9334">
                  <c:v/>
                </c:pt>
                <c:pt idx="9335">
                  <c:v/>
                </c:pt>
                <c:pt idx="9336">
                  <c:v/>
                </c:pt>
                <c:pt idx="9337">
                  <c:v/>
                </c:pt>
                <c:pt idx="9338">
                  <c:v/>
                </c:pt>
                <c:pt idx="9339">
                  <c:v/>
                </c:pt>
                <c:pt idx="9340">
                  <c:v/>
                </c:pt>
                <c:pt idx="9341">
                  <c:v/>
                </c:pt>
                <c:pt idx="9342">
                  <c:v/>
                </c:pt>
                <c:pt idx="9343">
                  <c:v/>
                </c:pt>
                <c:pt idx="9344">
                  <c:v/>
                </c:pt>
                <c:pt idx="9345">
                  <c:v/>
                </c:pt>
                <c:pt idx="9346">
                  <c:v/>
                </c:pt>
                <c:pt idx="9347">
                  <c:v/>
                </c:pt>
                <c:pt idx="9348">
                  <c:v/>
                </c:pt>
                <c:pt idx="9349">
                  <c:v/>
                </c:pt>
                <c:pt idx="9350">
                  <c:v/>
                </c:pt>
                <c:pt idx="9351">
                  <c:v/>
                </c:pt>
                <c:pt idx="9352">
                  <c:v/>
                </c:pt>
                <c:pt idx="9353">
                  <c:v/>
                </c:pt>
                <c:pt idx="9354">
                  <c:v/>
                </c:pt>
                <c:pt idx="9355">
                  <c:v/>
                </c:pt>
                <c:pt idx="9356">
                  <c:v/>
                </c:pt>
                <c:pt idx="9357">
                  <c:v/>
                </c:pt>
                <c:pt idx="9358">
                  <c:v/>
                </c:pt>
                <c:pt idx="9359">
                  <c:v/>
                </c:pt>
                <c:pt idx="9360">
                  <c:v/>
                </c:pt>
                <c:pt idx="9361">
                  <c:v/>
                </c:pt>
                <c:pt idx="9362">
                  <c:v/>
                </c:pt>
                <c:pt idx="9363">
                  <c:v/>
                </c:pt>
                <c:pt idx="9364">
                  <c:v/>
                </c:pt>
                <c:pt idx="9365">
                  <c:v/>
                </c:pt>
                <c:pt idx="9366">
                  <c:v/>
                </c:pt>
                <c:pt idx="9367">
                  <c:v/>
                </c:pt>
                <c:pt idx="9368">
                  <c:v/>
                </c:pt>
                <c:pt idx="9369">
                  <c:v/>
                </c:pt>
                <c:pt idx="9370">
                  <c:v/>
                </c:pt>
                <c:pt idx="9371">
                  <c:v/>
                </c:pt>
                <c:pt idx="9372">
                  <c:v/>
                </c:pt>
                <c:pt idx="9373">
                  <c:v/>
                </c:pt>
                <c:pt idx="9374">
                  <c:v/>
                </c:pt>
                <c:pt idx="9375">
                  <c:v/>
                </c:pt>
                <c:pt idx="9376">
                  <c:v/>
                </c:pt>
                <c:pt idx="9377">
                  <c:v/>
                </c:pt>
                <c:pt idx="9378">
                  <c:v/>
                </c:pt>
                <c:pt idx="9379">
                  <c:v/>
                </c:pt>
                <c:pt idx="9380">
                  <c:v/>
                </c:pt>
                <c:pt idx="9381">
                  <c:v/>
                </c:pt>
                <c:pt idx="9382">
                  <c:v/>
                </c:pt>
                <c:pt idx="9383">
                  <c:v/>
                </c:pt>
                <c:pt idx="9384">
                  <c:v/>
                </c:pt>
                <c:pt idx="9385">
                  <c:v/>
                </c:pt>
                <c:pt idx="9386">
                  <c:v/>
                </c:pt>
                <c:pt idx="9387">
                  <c:v/>
                </c:pt>
                <c:pt idx="9388">
                  <c:v/>
                </c:pt>
                <c:pt idx="9389">
                  <c:v/>
                </c:pt>
                <c:pt idx="9390">
                  <c:v/>
                </c:pt>
                <c:pt idx="9391">
                  <c:v/>
                </c:pt>
                <c:pt idx="9392">
                  <c:v/>
                </c:pt>
                <c:pt idx="9393">
                  <c:v/>
                </c:pt>
                <c:pt idx="9394">
                  <c:v/>
                </c:pt>
                <c:pt idx="9395">
                  <c:v/>
                </c:pt>
                <c:pt idx="9396">
                  <c:v/>
                </c:pt>
                <c:pt idx="9397">
                  <c:v/>
                </c:pt>
                <c:pt idx="9398">
                  <c:v/>
                </c:pt>
                <c:pt idx="9399">
                  <c:v/>
                </c:pt>
                <c:pt idx="9400">
                  <c:v/>
                </c:pt>
                <c:pt idx="9401">
                  <c:v/>
                </c:pt>
                <c:pt idx="9402">
                  <c:v/>
                </c:pt>
                <c:pt idx="9403">
                  <c:v/>
                </c:pt>
                <c:pt idx="9404">
                  <c:v/>
                </c:pt>
                <c:pt idx="9405">
                  <c:v/>
                </c:pt>
                <c:pt idx="9406">
                  <c:v/>
                </c:pt>
                <c:pt idx="9407">
                  <c:v/>
                </c:pt>
                <c:pt idx="9408">
                  <c:v/>
                </c:pt>
                <c:pt idx="9409">
                  <c:v/>
                </c:pt>
                <c:pt idx="9410">
                  <c:v/>
                </c:pt>
                <c:pt idx="9411">
                  <c:v/>
                </c:pt>
                <c:pt idx="9412">
                  <c:v/>
                </c:pt>
                <c:pt idx="9413">
                  <c:v/>
                </c:pt>
                <c:pt idx="9414">
                  <c:v/>
                </c:pt>
                <c:pt idx="9415">
                  <c:v/>
                </c:pt>
                <c:pt idx="9416">
                  <c:v/>
                </c:pt>
                <c:pt idx="9417">
                  <c:v/>
                </c:pt>
                <c:pt idx="9418">
                  <c:v/>
                </c:pt>
                <c:pt idx="9419">
                  <c:v/>
                </c:pt>
                <c:pt idx="9420">
                  <c:v/>
                </c:pt>
                <c:pt idx="9421">
                  <c:v/>
                </c:pt>
                <c:pt idx="9422">
                  <c:v/>
                </c:pt>
                <c:pt idx="9423">
                  <c:v/>
                </c:pt>
                <c:pt idx="9424">
                  <c:v/>
                </c:pt>
                <c:pt idx="9425">
                  <c:v/>
                </c:pt>
                <c:pt idx="9426">
                  <c:v/>
                </c:pt>
                <c:pt idx="9427">
                  <c:v/>
                </c:pt>
                <c:pt idx="9428">
                  <c:v/>
                </c:pt>
                <c:pt idx="9429">
                  <c:v/>
                </c:pt>
                <c:pt idx="9430">
                  <c:v/>
                </c:pt>
                <c:pt idx="9431">
                  <c:v/>
                </c:pt>
                <c:pt idx="9432">
                  <c:v/>
                </c:pt>
                <c:pt idx="9433">
                  <c:v/>
                </c:pt>
                <c:pt idx="9434">
                  <c:v/>
                </c:pt>
                <c:pt idx="9435">
                  <c:v/>
                </c:pt>
                <c:pt idx="9436">
                  <c:v/>
                </c:pt>
                <c:pt idx="9437">
                  <c:v/>
                </c:pt>
                <c:pt idx="9438">
                  <c:v/>
                </c:pt>
                <c:pt idx="9439">
                  <c:v/>
                </c:pt>
                <c:pt idx="9440">
                  <c:v/>
                </c:pt>
                <c:pt idx="9441">
                  <c:v/>
                </c:pt>
                <c:pt idx="9442">
                  <c:v/>
                </c:pt>
                <c:pt idx="9443">
                  <c:v/>
                </c:pt>
                <c:pt idx="9444">
                  <c:v/>
                </c:pt>
                <c:pt idx="9445">
                  <c:v/>
                </c:pt>
                <c:pt idx="9446">
                  <c:v/>
                </c:pt>
                <c:pt idx="9447">
                  <c:v/>
                </c:pt>
                <c:pt idx="9448">
                  <c:v/>
                </c:pt>
                <c:pt idx="9449">
                  <c:v/>
                </c:pt>
                <c:pt idx="9450">
                  <c:v/>
                </c:pt>
                <c:pt idx="9451">
                  <c:v/>
                </c:pt>
                <c:pt idx="9452">
                  <c:v/>
                </c:pt>
                <c:pt idx="9453">
                  <c:v/>
                </c:pt>
                <c:pt idx="9454">
                  <c:v/>
                </c:pt>
                <c:pt idx="9455">
                  <c:v/>
                </c:pt>
                <c:pt idx="9456">
                  <c:v/>
                </c:pt>
                <c:pt idx="9457">
                  <c:v/>
                </c:pt>
                <c:pt idx="9458">
                  <c:v/>
                </c:pt>
                <c:pt idx="9459">
                  <c:v/>
                </c:pt>
                <c:pt idx="9460">
                  <c:v/>
                </c:pt>
                <c:pt idx="9461">
                  <c:v/>
                </c:pt>
                <c:pt idx="9462">
                  <c:v/>
                </c:pt>
                <c:pt idx="9463">
                  <c:v/>
                </c:pt>
                <c:pt idx="9464">
                  <c:v/>
                </c:pt>
                <c:pt idx="9465">
                  <c:v/>
                </c:pt>
                <c:pt idx="9466">
                  <c:v/>
                </c:pt>
                <c:pt idx="9467">
                  <c:v/>
                </c:pt>
                <c:pt idx="9468">
                  <c:v/>
                </c:pt>
                <c:pt idx="9469">
                  <c:v/>
                </c:pt>
                <c:pt idx="9470">
                  <c:v/>
                </c:pt>
                <c:pt idx="9471">
                  <c:v/>
                </c:pt>
                <c:pt idx="9472">
                  <c:v/>
                </c:pt>
                <c:pt idx="9473">
                  <c:v/>
                </c:pt>
                <c:pt idx="9474">
                  <c:v/>
                </c:pt>
                <c:pt idx="9475">
                  <c:v/>
                </c:pt>
                <c:pt idx="9476">
                  <c:v/>
                </c:pt>
                <c:pt idx="9477">
                  <c:v/>
                </c:pt>
                <c:pt idx="9478">
                  <c:v/>
                </c:pt>
                <c:pt idx="9479">
                  <c:v/>
                </c:pt>
                <c:pt idx="9480">
                  <c:v/>
                </c:pt>
                <c:pt idx="9481">
                  <c:v/>
                </c:pt>
                <c:pt idx="9482">
                  <c:v/>
                </c:pt>
                <c:pt idx="9483">
                  <c:v/>
                </c:pt>
                <c:pt idx="9484">
                  <c:v/>
                </c:pt>
                <c:pt idx="9485">
                  <c:v/>
                </c:pt>
                <c:pt idx="9486">
                  <c:v/>
                </c:pt>
                <c:pt idx="9487">
                  <c:v/>
                </c:pt>
                <c:pt idx="9488">
                  <c:v/>
                </c:pt>
                <c:pt idx="9489">
                  <c:v/>
                </c:pt>
                <c:pt idx="9490">
                  <c:v/>
                </c:pt>
                <c:pt idx="9491">
                  <c:v/>
                </c:pt>
                <c:pt idx="9492">
                  <c:v/>
                </c:pt>
                <c:pt idx="9493">
                  <c:v/>
                </c:pt>
                <c:pt idx="9494">
                  <c:v/>
                </c:pt>
                <c:pt idx="9495">
                  <c:v/>
                </c:pt>
                <c:pt idx="9496">
                  <c:v/>
                </c:pt>
                <c:pt idx="9497">
                  <c:v/>
                </c:pt>
                <c:pt idx="9498">
                  <c:v/>
                </c:pt>
                <c:pt idx="9499">
                  <c:v/>
                </c:pt>
                <c:pt idx="9500">
                  <c:v/>
                </c:pt>
                <c:pt idx="9501">
                  <c:v/>
                </c:pt>
                <c:pt idx="9502">
                  <c:v/>
                </c:pt>
                <c:pt idx="9503">
                  <c:v/>
                </c:pt>
                <c:pt idx="9504">
                  <c:v/>
                </c:pt>
                <c:pt idx="9505">
                  <c:v/>
                </c:pt>
                <c:pt idx="9506">
                  <c:v/>
                </c:pt>
                <c:pt idx="9507">
                  <c:v/>
                </c:pt>
                <c:pt idx="9508">
                  <c:v/>
                </c:pt>
                <c:pt idx="9509">
                  <c:v/>
                </c:pt>
                <c:pt idx="9510">
                  <c:v/>
                </c:pt>
                <c:pt idx="9511">
                  <c:v/>
                </c:pt>
                <c:pt idx="9512">
                  <c:v/>
                </c:pt>
                <c:pt idx="9513">
                  <c:v/>
                </c:pt>
                <c:pt idx="9514">
                  <c:v/>
                </c:pt>
                <c:pt idx="9515">
                  <c:v/>
                </c:pt>
                <c:pt idx="9516">
                  <c:v/>
                </c:pt>
                <c:pt idx="9517">
                  <c:v/>
                </c:pt>
                <c:pt idx="9518">
                  <c:v/>
                </c:pt>
                <c:pt idx="9519">
                  <c:v/>
                </c:pt>
                <c:pt idx="9520">
                  <c:v/>
                </c:pt>
                <c:pt idx="9521">
                  <c:v/>
                </c:pt>
                <c:pt idx="9522">
                  <c:v/>
                </c:pt>
                <c:pt idx="9523">
                  <c:v/>
                </c:pt>
                <c:pt idx="9524">
                  <c:v/>
                </c:pt>
                <c:pt idx="9525">
                  <c:v/>
                </c:pt>
                <c:pt idx="9526">
                  <c:v/>
                </c:pt>
                <c:pt idx="9527">
                  <c:v/>
                </c:pt>
                <c:pt idx="9528">
                  <c:v/>
                </c:pt>
                <c:pt idx="9529">
                  <c:v/>
                </c:pt>
                <c:pt idx="9530">
                  <c:v/>
                </c:pt>
                <c:pt idx="9531">
                  <c:v/>
                </c:pt>
                <c:pt idx="9532">
                  <c:v/>
                </c:pt>
                <c:pt idx="9533">
                  <c:v/>
                </c:pt>
                <c:pt idx="9534">
                  <c:v/>
                </c:pt>
                <c:pt idx="9535">
                  <c:v/>
                </c:pt>
                <c:pt idx="9536">
                  <c:v/>
                </c:pt>
                <c:pt idx="9537">
                  <c:v/>
                </c:pt>
                <c:pt idx="9538">
                  <c:v/>
                </c:pt>
                <c:pt idx="9539">
                  <c:v/>
                </c:pt>
                <c:pt idx="9540">
                  <c:v/>
                </c:pt>
                <c:pt idx="9541">
                  <c:v/>
                </c:pt>
                <c:pt idx="9542">
                  <c:v/>
                </c:pt>
                <c:pt idx="9543">
                  <c:v/>
                </c:pt>
                <c:pt idx="9544">
                  <c:v/>
                </c:pt>
                <c:pt idx="9545">
                  <c:v/>
                </c:pt>
                <c:pt idx="9546">
                  <c:v/>
                </c:pt>
                <c:pt idx="9547">
                  <c:v/>
                </c:pt>
                <c:pt idx="9548">
                  <c:v/>
                </c:pt>
                <c:pt idx="9549">
                  <c:v/>
                </c:pt>
                <c:pt idx="9550">
                  <c:v/>
                </c:pt>
                <c:pt idx="9551">
                  <c:v/>
                </c:pt>
                <c:pt idx="9552">
                  <c:v/>
                </c:pt>
                <c:pt idx="9553">
                  <c:v/>
                </c:pt>
                <c:pt idx="9554">
                  <c:v/>
                </c:pt>
                <c:pt idx="9555">
                  <c:v/>
                </c:pt>
                <c:pt idx="9556">
                  <c:v/>
                </c:pt>
                <c:pt idx="9557">
                  <c:v/>
                </c:pt>
                <c:pt idx="9558">
                  <c:v/>
                </c:pt>
                <c:pt idx="9559">
                  <c:v/>
                </c:pt>
                <c:pt idx="9560">
                  <c:v/>
                </c:pt>
                <c:pt idx="9561">
                  <c:v/>
                </c:pt>
                <c:pt idx="9562">
                  <c:v/>
                </c:pt>
                <c:pt idx="9563">
                  <c:v/>
                </c:pt>
                <c:pt idx="9564">
                  <c:v/>
                </c:pt>
                <c:pt idx="9565">
                  <c:v/>
                </c:pt>
                <c:pt idx="9566">
                  <c:v/>
                </c:pt>
                <c:pt idx="9567">
                  <c:v/>
                </c:pt>
                <c:pt idx="9568">
                  <c:v/>
                </c:pt>
                <c:pt idx="9569">
                  <c:v/>
                </c:pt>
                <c:pt idx="9570">
                  <c:v/>
                </c:pt>
                <c:pt idx="9571">
                  <c:v/>
                </c:pt>
                <c:pt idx="9572">
                  <c:v/>
                </c:pt>
                <c:pt idx="9573">
                  <c:v/>
                </c:pt>
                <c:pt idx="9574">
                  <c:v/>
                </c:pt>
                <c:pt idx="9575">
                  <c:v/>
                </c:pt>
                <c:pt idx="9576">
                  <c:v/>
                </c:pt>
                <c:pt idx="9577">
                  <c:v/>
                </c:pt>
                <c:pt idx="9578">
                  <c:v/>
                </c:pt>
                <c:pt idx="9579">
                  <c:v/>
                </c:pt>
                <c:pt idx="9580">
                  <c:v/>
                </c:pt>
                <c:pt idx="9581">
                  <c:v/>
                </c:pt>
                <c:pt idx="9582">
                  <c:v/>
                </c:pt>
                <c:pt idx="9583">
                  <c:v/>
                </c:pt>
                <c:pt idx="9584">
                  <c:v/>
                </c:pt>
                <c:pt idx="9585">
                  <c:v/>
                </c:pt>
                <c:pt idx="9586">
                  <c:v/>
                </c:pt>
                <c:pt idx="9587">
                  <c:v/>
                </c:pt>
                <c:pt idx="9588">
                  <c:v/>
                </c:pt>
                <c:pt idx="9589">
                  <c:v/>
                </c:pt>
                <c:pt idx="9590">
                  <c:v/>
                </c:pt>
                <c:pt idx="9591">
                  <c:v/>
                </c:pt>
                <c:pt idx="9592">
                  <c:v/>
                </c:pt>
                <c:pt idx="9593">
                  <c:v/>
                </c:pt>
                <c:pt idx="9594">
                  <c:v/>
                </c:pt>
                <c:pt idx="9595">
                  <c:v/>
                </c:pt>
                <c:pt idx="9596">
                  <c:v/>
                </c:pt>
                <c:pt idx="9597">
                  <c:v/>
                </c:pt>
                <c:pt idx="9598">
                  <c:v/>
                </c:pt>
                <c:pt idx="9599">
                  <c:v/>
                </c:pt>
                <c:pt idx="9600">
                  <c:v/>
                </c:pt>
                <c:pt idx="9601">
                  <c:v/>
                </c:pt>
                <c:pt idx="9602">
                  <c:v/>
                </c:pt>
                <c:pt idx="9603">
                  <c:v/>
                </c:pt>
                <c:pt idx="9604">
                  <c:v/>
                </c:pt>
                <c:pt idx="9605">
                  <c:v/>
                </c:pt>
                <c:pt idx="9606">
                  <c:v/>
                </c:pt>
                <c:pt idx="9607">
                  <c:v/>
                </c:pt>
                <c:pt idx="9608">
                  <c:v/>
                </c:pt>
                <c:pt idx="9609">
                  <c:v/>
                </c:pt>
                <c:pt idx="9610">
                  <c:v/>
                </c:pt>
                <c:pt idx="9611">
                  <c:v/>
                </c:pt>
                <c:pt idx="9612">
                  <c:v/>
                </c:pt>
                <c:pt idx="9613">
                  <c:v/>
                </c:pt>
                <c:pt idx="9614">
                  <c:v/>
                </c:pt>
                <c:pt idx="9615">
                  <c:v/>
                </c:pt>
                <c:pt idx="9616">
                  <c:v/>
                </c:pt>
                <c:pt idx="9617">
                  <c:v/>
                </c:pt>
                <c:pt idx="9618">
                  <c:v/>
                </c:pt>
                <c:pt idx="9619">
                  <c:v/>
                </c:pt>
                <c:pt idx="9620">
                  <c:v/>
                </c:pt>
                <c:pt idx="9621">
                  <c:v/>
                </c:pt>
                <c:pt idx="9622">
                  <c:v/>
                </c:pt>
                <c:pt idx="9623">
                  <c:v/>
                </c:pt>
                <c:pt idx="9624">
                  <c:v/>
                </c:pt>
                <c:pt idx="9625">
                  <c:v/>
                </c:pt>
                <c:pt idx="9626">
                  <c:v/>
                </c:pt>
                <c:pt idx="9627">
                  <c:v/>
                </c:pt>
                <c:pt idx="9628">
                  <c:v/>
                </c:pt>
                <c:pt idx="9629">
                  <c:v/>
                </c:pt>
                <c:pt idx="9630">
                  <c:v/>
                </c:pt>
                <c:pt idx="9631">
                  <c:v/>
                </c:pt>
                <c:pt idx="9632">
                  <c:v/>
                </c:pt>
                <c:pt idx="9633">
                  <c:v/>
                </c:pt>
                <c:pt idx="9634">
                  <c:v/>
                </c:pt>
                <c:pt idx="9635">
                  <c:v/>
                </c:pt>
                <c:pt idx="9636">
                  <c:v/>
                </c:pt>
                <c:pt idx="9637">
                  <c:v/>
                </c:pt>
                <c:pt idx="9638">
                  <c:v/>
                </c:pt>
                <c:pt idx="9639">
                  <c:v/>
                </c:pt>
                <c:pt idx="9640">
                  <c:v/>
                </c:pt>
                <c:pt idx="9641">
                  <c:v/>
                </c:pt>
                <c:pt idx="9642">
                  <c:v/>
                </c:pt>
                <c:pt idx="9643">
                  <c:v/>
                </c:pt>
                <c:pt idx="9644">
                  <c:v/>
                </c:pt>
                <c:pt idx="9645">
                  <c:v/>
                </c:pt>
                <c:pt idx="9646">
                  <c:v/>
                </c:pt>
                <c:pt idx="9647">
                  <c:v/>
                </c:pt>
                <c:pt idx="9648">
                  <c:v/>
                </c:pt>
                <c:pt idx="9649">
                  <c:v/>
                </c:pt>
                <c:pt idx="9650">
                  <c:v/>
                </c:pt>
                <c:pt idx="9651">
                  <c:v/>
                </c:pt>
                <c:pt idx="9652">
                  <c:v/>
                </c:pt>
                <c:pt idx="9653">
                  <c:v/>
                </c:pt>
                <c:pt idx="9654">
                  <c:v/>
                </c:pt>
                <c:pt idx="9655">
                  <c:v/>
                </c:pt>
                <c:pt idx="9656">
                  <c:v/>
                </c:pt>
                <c:pt idx="9657">
                  <c:v/>
                </c:pt>
                <c:pt idx="9658">
                  <c:v/>
                </c:pt>
                <c:pt idx="9659">
                  <c:v/>
                </c:pt>
                <c:pt idx="9660">
                  <c:v/>
                </c:pt>
                <c:pt idx="9661">
                  <c:v/>
                </c:pt>
                <c:pt idx="9662">
                  <c:v/>
                </c:pt>
                <c:pt idx="9663">
                  <c:v/>
                </c:pt>
                <c:pt idx="9664">
                  <c:v/>
                </c:pt>
                <c:pt idx="9665">
                  <c:v/>
                </c:pt>
                <c:pt idx="9666">
                  <c:v/>
                </c:pt>
                <c:pt idx="9667">
                  <c:v/>
                </c:pt>
                <c:pt idx="9668">
                  <c:v/>
                </c:pt>
                <c:pt idx="9669">
                  <c:v/>
                </c:pt>
                <c:pt idx="9670">
                  <c:v/>
                </c:pt>
                <c:pt idx="9671">
                  <c:v/>
                </c:pt>
                <c:pt idx="9672">
                  <c:v/>
                </c:pt>
                <c:pt idx="9673">
                  <c:v/>
                </c:pt>
                <c:pt idx="9674">
                  <c:v/>
                </c:pt>
                <c:pt idx="9675">
                  <c:v/>
                </c:pt>
                <c:pt idx="9676">
                  <c:v/>
                </c:pt>
                <c:pt idx="9677">
                  <c:v/>
                </c:pt>
                <c:pt idx="9678">
                  <c:v/>
                </c:pt>
                <c:pt idx="9679">
                  <c:v/>
                </c:pt>
                <c:pt idx="9680">
                  <c:v/>
                </c:pt>
                <c:pt idx="9681">
                  <c:v/>
                </c:pt>
                <c:pt idx="9682">
                  <c:v/>
                </c:pt>
                <c:pt idx="9683">
                  <c:v/>
                </c:pt>
                <c:pt idx="9684">
                  <c:v/>
                </c:pt>
                <c:pt idx="9685">
                  <c:v/>
                </c:pt>
                <c:pt idx="9686">
                  <c:v/>
                </c:pt>
                <c:pt idx="9687">
                  <c:v/>
                </c:pt>
                <c:pt idx="9688">
                  <c:v/>
                </c:pt>
                <c:pt idx="9689">
                  <c:v/>
                </c:pt>
                <c:pt idx="9690">
                  <c:v/>
                </c:pt>
                <c:pt idx="9691">
                  <c:v/>
                </c:pt>
                <c:pt idx="9692">
                  <c:v/>
                </c:pt>
                <c:pt idx="9693">
                  <c:v/>
                </c:pt>
                <c:pt idx="9694">
                  <c:v/>
                </c:pt>
                <c:pt idx="9695">
                  <c:v/>
                </c:pt>
                <c:pt idx="9696">
                  <c:v/>
                </c:pt>
                <c:pt idx="9697">
                  <c:v/>
                </c:pt>
                <c:pt idx="9698">
                  <c:v/>
                </c:pt>
                <c:pt idx="9699">
                  <c:v/>
                </c:pt>
                <c:pt idx="9700">
                  <c:v/>
                </c:pt>
                <c:pt idx="9701">
                  <c:v/>
                </c:pt>
                <c:pt idx="9702">
                  <c:v/>
                </c:pt>
                <c:pt idx="9703">
                  <c:v/>
                </c:pt>
                <c:pt idx="9704">
                  <c:v/>
                </c:pt>
                <c:pt idx="9705">
                  <c:v/>
                </c:pt>
                <c:pt idx="9706">
                  <c:v/>
                </c:pt>
                <c:pt idx="9707">
                  <c:v/>
                </c:pt>
                <c:pt idx="9708">
                  <c:v/>
                </c:pt>
                <c:pt idx="9709">
                  <c:v/>
                </c:pt>
                <c:pt idx="9710">
                  <c:v/>
                </c:pt>
                <c:pt idx="9711">
                  <c:v/>
                </c:pt>
                <c:pt idx="9712">
                  <c:v/>
                </c:pt>
                <c:pt idx="9713">
                  <c:v/>
                </c:pt>
                <c:pt idx="9714">
                  <c:v/>
                </c:pt>
                <c:pt idx="9715">
                  <c:v/>
                </c:pt>
                <c:pt idx="9716">
                  <c:v/>
                </c:pt>
                <c:pt idx="9717">
                  <c:v/>
                </c:pt>
                <c:pt idx="9718">
                  <c:v/>
                </c:pt>
                <c:pt idx="9719">
                  <c:v/>
                </c:pt>
                <c:pt idx="9720">
                  <c:v/>
                </c:pt>
                <c:pt idx="9721">
                  <c:v/>
                </c:pt>
                <c:pt idx="9722">
                  <c:v/>
                </c:pt>
                <c:pt idx="9723">
                  <c:v/>
                </c:pt>
                <c:pt idx="9724">
                  <c:v/>
                </c:pt>
                <c:pt idx="9725">
                  <c:v/>
                </c:pt>
                <c:pt idx="9726">
                  <c:v/>
                </c:pt>
                <c:pt idx="9727">
                  <c:v/>
                </c:pt>
                <c:pt idx="9728">
                  <c:v/>
                </c:pt>
                <c:pt idx="9729">
                  <c:v/>
                </c:pt>
                <c:pt idx="9730">
                  <c:v/>
                </c:pt>
                <c:pt idx="9731">
                  <c:v/>
                </c:pt>
                <c:pt idx="9732">
                  <c:v/>
                </c:pt>
                <c:pt idx="9733">
                  <c:v/>
                </c:pt>
                <c:pt idx="9734">
                  <c:v/>
                </c:pt>
                <c:pt idx="9735">
                  <c:v/>
                </c:pt>
                <c:pt idx="9736">
                  <c:v/>
                </c:pt>
                <c:pt idx="9737">
                  <c:v/>
                </c:pt>
                <c:pt idx="9738">
                  <c:v/>
                </c:pt>
                <c:pt idx="9739">
                  <c:v/>
                </c:pt>
                <c:pt idx="9740">
                  <c:v/>
                </c:pt>
                <c:pt idx="9741">
                  <c:v/>
                </c:pt>
                <c:pt idx="9742">
                  <c:v/>
                </c:pt>
                <c:pt idx="9743">
                  <c:v/>
                </c:pt>
                <c:pt idx="9744">
                  <c:v/>
                </c:pt>
                <c:pt idx="9745">
                  <c:v/>
                </c:pt>
                <c:pt idx="9746">
                  <c:v/>
                </c:pt>
                <c:pt idx="9747">
                  <c:v/>
                </c:pt>
                <c:pt idx="9748">
                  <c:v/>
                </c:pt>
                <c:pt idx="9749">
                  <c:v/>
                </c:pt>
                <c:pt idx="9750">
                  <c:v/>
                </c:pt>
                <c:pt idx="9751">
                  <c:v/>
                </c:pt>
                <c:pt idx="9752">
                  <c:v/>
                </c:pt>
                <c:pt idx="9753">
                  <c:v/>
                </c:pt>
                <c:pt idx="9754">
                  <c:v/>
                </c:pt>
                <c:pt idx="9755">
                  <c:v/>
                </c:pt>
                <c:pt idx="9756">
                  <c:v/>
                </c:pt>
                <c:pt idx="9757">
                  <c:v/>
                </c:pt>
                <c:pt idx="9758">
                  <c:v/>
                </c:pt>
                <c:pt idx="9759">
                  <c:v/>
                </c:pt>
                <c:pt idx="9760">
                  <c:v/>
                </c:pt>
                <c:pt idx="9761">
                  <c:v/>
                </c:pt>
                <c:pt idx="9762">
                  <c:v/>
                </c:pt>
                <c:pt idx="9763">
                  <c:v/>
                </c:pt>
                <c:pt idx="9764">
                  <c:v/>
                </c:pt>
                <c:pt idx="9765">
                  <c:v/>
                </c:pt>
                <c:pt idx="9766">
                  <c:v/>
                </c:pt>
                <c:pt idx="9767">
                  <c:v/>
                </c:pt>
                <c:pt idx="9768">
                  <c:v/>
                </c:pt>
                <c:pt idx="9769">
                  <c:v/>
                </c:pt>
                <c:pt idx="9770">
                  <c:v/>
                </c:pt>
                <c:pt idx="9771">
                  <c:v/>
                </c:pt>
                <c:pt idx="9772">
                  <c:v/>
                </c:pt>
                <c:pt idx="9773">
                  <c:v/>
                </c:pt>
                <c:pt idx="9774">
                  <c:v/>
                </c:pt>
                <c:pt idx="9775">
                  <c:v/>
                </c:pt>
                <c:pt idx="9776">
                  <c:v/>
                </c:pt>
                <c:pt idx="9777">
                  <c:v/>
                </c:pt>
                <c:pt idx="9778">
                  <c:v/>
                </c:pt>
                <c:pt idx="9779">
                  <c:v/>
                </c:pt>
                <c:pt idx="9780">
                  <c:v/>
                </c:pt>
                <c:pt idx="9781">
                  <c:v/>
                </c:pt>
                <c:pt idx="9782">
                  <c:v/>
                </c:pt>
                <c:pt idx="9783">
                  <c:v/>
                </c:pt>
                <c:pt idx="9784">
                  <c:v/>
                </c:pt>
                <c:pt idx="9785">
                  <c:v/>
                </c:pt>
                <c:pt idx="9786">
                  <c:v/>
                </c:pt>
                <c:pt idx="9787">
                  <c:v/>
                </c:pt>
                <c:pt idx="9788">
                  <c:v/>
                </c:pt>
                <c:pt idx="9789">
                  <c:v/>
                </c:pt>
                <c:pt idx="9790">
                  <c:v/>
                </c:pt>
                <c:pt idx="9791">
                  <c:v/>
                </c:pt>
                <c:pt idx="9792">
                  <c:v/>
                </c:pt>
                <c:pt idx="9793">
                  <c:v/>
                </c:pt>
                <c:pt idx="9794">
                  <c:v/>
                </c:pt>
                <c:pt idx="9795">
                  <c:v/>
                </c:pt>
                <c:pt idx="9796">
                  <c:v/>
                </c:pt>
                <c:pt idx="9797">
                  <c:v/>
                </c:pt>
                <c:pt idx="9798">
                  <c:v/>
                </c:pt>
                <c:pt idx="9799">
                  <c:v/>
                </c:pt>
                <c:pt idx="9800">
                  <c:v/>
                </c:pt>
                <c:pt idx="9801">
                  <c:v/>
                </c:pt>
                <c:pt idx="9802">
                  <c:v/>
                </c:pt>
                <c:pt idx="9803">
                  <c:v/>
                </c:pt>
                <c:pt idx="9804">
                  <c:v/>
                </c:pt>
                <c:pt idx="9805">
                  <c:v/>
                </c:pt>
                <c:pt idx="9806">
                  <c:v/>
                </c:pt>
                <c:pt idx="9807">
                  <c:v/>
                </c:pt>
                <c:pt idx="9808">
                  <c:v/>
                </c:pt>
                <c:pt idx="9809">
                  <c:v/>
                </c:pt>
                <c:pt idx="9810">
                  <c:v/>
                </c:pt>
                <c:pt idx="9811">
                  <c:v/>
                </c:pt>
                <c:pt idx="9812">
                  <c:v/>
                </c:pt>
                <c:pt idx="9813">
                  <c:v/>
                </c:pt>
                <c:pt idx="9814">
                  <c:v/>
                </c:pt>
                <c:pt idx="9815">
                  <c:v/>
                </c:pt>
                <c:pt idx="9816">
                  <c:v/>
                </c:pt>
                <c:pt idx="9817">
                  <c:v/>
                </c:pt>
                <c:pt idx="9818">
                  <c:v/>
                </c:pt>
                <c:pt idx="9819">
                  <c:v/>
                </c:pt>
                <c:pt idx="9820">
                  <c:v/>
                </c:pt>
                <c:pt idx="9821">
                  <c:v/>
                </c:pt>
                <c:pt idx="9822">
                  <c:v/>
                </c:pt>
                <c:pt idx="9823">
                  <c:v/>
                </c:pt>
                <c:pt idx="9824">
                  <c:v/>
                </c:pt>
                <c:pt idx="9825">
                  <c:v/>
                </c:pt>
                <c:pt idx="9826">
                  <c:v/>
                </c:pt>
                <c:pt idx="9827">
                  <c:v/>
                </c:pt>
                <c:pt idx="9828">
                  <c:v/>
                </c:pt>
                <c:pt idx="9829">
                  <c:v/>
                </c:pt>
                <c:pt idx="9830">
                  <c:v/>
                </c:pt>
                <c:pt idx="9831">
                  <c:v/>
                </c:pt>
                <c:pt idx="9832">
                  <c:v/>
                </c:pt>
                <c:pt idx="9833">
                  <c:v/>
                </c:pt>
                <c:pt idx="9834">
                  <c:v/>
                </c:pt>
                <c:pt idx="9835">
                  <c:v/>
                </c:pt>
                <c:pt idx="9836">
                  <c:v/>
                </c:pt>
                <c:pt idx="9837">
                  <c:v/>
                </c:pt>
                <c:pt idx="9838">
                  <c:v/>
                </c:pt>
                <c:pt idx="9839">
                  <c:v/>
                </c:pt>
                <c:pt idx="9840">
                  <c:v/>
                </c:pt>
                <c:pt idx="9841">
                  <c:v/>
                </c:pt>
                <c:pt idx="9842">
                  <c:v/>
                </c:pt>
                <c:pt idx="9843">
                  <c:v/>
                </c:pt>
                <c:pt idx="9844">
                  <c:v/>
                </c:pt>
                <c:pt idx="9845">
                  <c:v/>
                </c:pt>
                <c:pt idx="9846">
                  <c:v/>
                </c:pt>
                <c:pt idx="9847">
                  <c:v/>
                </c:pt>
                <c:pt idx="9848">
                  <c:v/>
                </c:pt>
                <c:pt idx="9849">
                  <c:v/>
                </c:pt>
                <c:pt idx="9850">
                  <c:v/>
                </c:pt>
                <c:pt idx="9851">
                  <c:v/>
                </c:pt>
                <c:pt idx="9852">
                  <c:v/>
                </c:pt>
                <c:pt idx="9853">
                  <c:v/>
                </c:pt>
                <c:pt idx="9854">
                  <c:v/>
                </c:pt>
                <c:pt idx="9855">
                  <c:v/>
                </c:pt>
                <c:pt idx="9856">
                  <c:v/>
                </c:pt>
                <c:pt idx="9857">
                  <c:v/>
                </c:pt>
                <c:pt idx="9858">
                  <c:v/>
                </c:pt>
                <c:pt idx="9859">
                  <c:v/>
                </c:pt>
                <c:pt idx="9860">
                  <c:v/>
                </c:pt>
                <c:pt idx="9861">
                  <c:v/>
                </c:pt>
                <c:pt idx="9862">
                  <c:v/>
                </c:pt>
                <c:pt idx="9863">
                  <c:v/>
                </c:pt>
                <c:pt idx="9864">
                  <c:v/>
                </c:pt>
                <c:pt idx="9865">
                  <c:v/>
                </c:pt>
                <c:pt idx="9866">
                  <c:v/>
                </c:pt>
                <c:pt idx="9867">
                  <c:v/>
                </c:pt>
                <c:pt idx="9868">
                  <c:v/>
                </c:pt>
                <c:pt idx="9869">
                  <c:v/>
                </c:pt>
                <c:pt idx="9870">
                  <c:v/>
                </c:pt>
                <c:pt idx="9871">
                  <c:v/>
                </c:pt>
                <c:pt idx="9872">
                  <c:v/>
                </c:pt>
                <c:pt idx="9873">
                  <c:v/>
                </c:pt>
                <c:pt idx="9874">
                  <c:v/>
                </c:pt>
                <c:pt idx="9875">
                  <c:v/>
                </c:pt>
                <c:pt idx="9876">
                  <c:v/>
                </c:pt>
                <c:pt idx="9877">
                  <c:v/>
                </c:pt>
                <c:pt idx="9878">
                  <c:v/>
                </c:pt>
                <c:pt idx="9879">
                  <c:v/>
                </c:pt>
                <c:pt idx="9880">
                  <c:v/>
                </c:pt>
                <c:pt idx="9881">
                  <c:v/>
                </c:pt>
                <c:pt idx="9882">
                  <c:v/>
                </c:pt>
                <c:pt idx="9883">
                  <c:v/>
                </c:pt>
                <c:pt idx="9884">
                  <c:v/>
                </c:pt>
                <c:pt idx="9885">
                  <c:v/>
                </c:pt>
                <c:pt idx="9886">
                  <c:v/>
                </c:pt>
                <c:pt idx="9887">
                  <c:v/>
                </c:pt>
                <c:pt idx="9888">
                  <c:v/>
                </c:pt>
                <c:pt idx="9889">
                  <c:v/>
                </c:pt>
                <c:pt idx="9890">
                  <c:v/>
                </c:pt>
                <c:pt idx="9891">
                  <c:v/>
                </c:pt>
                <c:pt idx="9892">
                  <c:v/>
                </c:pt>
                <c:pt idx="9893">
                  <c:v/>
                </c:pt>
                <c:pt idx="9894">
                  <c:v/>
                </c:pt>
                <c:pt idx="9895">
                  <c:v/>
                </c:pt>
                <c:pt idx="9896">
                  <c:v/>
                </c:pt>
                <c:pt idx="9897">
                  <c:v/>
                </c:pt>
                <c:pt idx="9898">
                  <c:v/>
                </c:pt>
                <c:pt idx="9899">
                  <c:v/>
                </c:pt>
                <c:pt idx="9900">
                  <c:v/>
                </c:pt>
                <c:pt idx="9901">
                  <c:v/>
                </c:pt>
                <c:pt idx="9902">
                  <c:v/>
                </c:pt>
                <c:pt idx="9903">
                  <c:v/>
                </c:pt>
                <c:pt idx="9904">
                  <c:v/>
                </c:pt>
                <c:pt idx="9905">
                  <c:v/>
                </c:pt>
                <c:pt idx="9906">
                  <c:v/>
                </c:pt>
                <c:pt idx="9907">
                  <c:v/>
                </c:pt>
                <c:pt idx="9908">
                  <c:v/>
                </c:pt>
                <c:pt idx="9909">
                  <c:v/>
                </c:pt>
                <c:pt idx="9910">
                  <c:v/>
                </c:pt>
                <c:pt idx="9911">
                  <c:v/>
                </c:pt>
                <c:pt idx="9912">
                  <c:v/>
                </c:pt>
                <c:pt idx="9913">
                  <c:v/>
                </c:pt>
                <c:pt idx="9914">
                  <c:v/>
                </c:pt>
                <c:pt idx="9915">
                  <c:v/>
                </c:pt>
                <c:pt idx="9916">
                  <c:v/>
                </c:pt>
                <c:pt idx="9917">
                  <c:v/>
                </c:pt>
                <c:pt idx="9918">
                  <c:v/>
                </c:pt>
                <c:pt idx="9919">
                  <c:v/>
                </c:pt>
                <c:pt idx="9920">
                  <c:v/>
                </c:pt>
                <c:pt idx="9921">
                  <c:v/>
                </c:pt>
                <c:pt idx="9922">
                  <c:v/>
                </c:pt>
                <c:pt idx="9923">
                  <c:v/>
                </c:pt>
                <c:pt idx="9924">
                  <c:v/>
                </c:pt>
                <c:pt idx="9925">
                  <c:v/>
                </c:pt>
                <c:pt idx="9926">
                  <c:v/>
                </c:pt>
                <c:pt idx="9927">
                  <c:v/>
                </c:pt>
                <c:pt idx="9928">
                  <c:v/>
                </c:pt>
                <c:pt idx="9929">
                  <c:v/>
                </c:pt>
                <c:pt idx="9930">
                  <c:v/>
                </c:pt>
                <c:pt idx="9931">
                  <c:v/>
                </c:pt>
                <c:pt idx="9932">
                  <c:v/>
                </c:pt>
                <c:pt idx="9933">
                  <c:v/>
                </c:pt>
                <c:pt idx="9934">
                  <c:v/>
                </c:pt>
                <c:pt idx="9935">
                  <c:v/>
                </c:pt>
                <c:pt idx="9936">
                  <c:v/>
                </c:pt>
                <c:pt idx="9937">
                  <c:v/>
                </c:pt>
                <c:pt idx="9938">
                  <c:v/>
                </c:pt>
                <c:pt idx="9939">
                  <c:v/>
                </c:pt>
                <c:pt idx="9940">
                  <c:v/>
                </c:pt>
                <c:pt idx="9941">
                  <c:v/>
                </c:pt>
                <c:pt idx="9942">
                  <c:v/>
                </c:pt>
                <c:pt idx="9943">
                  <c:v/>
                </c:pt>
                <c:pt idx="9944">
                  <c:v/>
                </c:pt>
                <c:pt idx="9945">
                  <c:v/>
                </c:pt>
                <c:pt idx="9946">
                  <c:v/>
                </c:pt>
                <c:pt idx="9947">
                  <c:v/>
                </c:pt>
                <c:pt idx="9948">
                  <c:v/>
                </c:pt>
                <c:pt idx="9949">
                  <c:v/>
                </c:pt>
                <c:pt idx="9950">
                  <c:v/>
                </c:pt>
                <c:pt idx="9951">
                  <c:v/>
                </c:pt>
                <c:pt idx="9952">
                  <c:v/>
                </c:pt>
                <c:pt idx="9953">
                  <c:v/>
                </c:pt>
                <c:pt idx="9954">
                  <c:v/>
                </c:pt>
                <c:pt idx="9955">
                  <c:v/>
                </c:pt>
                <c:pt idx="9956">
                  <c:v/>
                </c:pt>
                <c:pt idx="9957">
                  <c:v/>
                </c:pt>
                <c:pt idx="9958">
                  <c:v/>
                </c:pt>
                <c:pt idx="9959">
                  <c:v/>
                </c:pt>
                <c:pt idx="9960">
                  <c:v/>
                </c:pt>
                <c:pt idx="9961">
                  <c:v/>
                </c:pt>
                <c:pt idx="9962">
                  <c:v/>
                </c:pt>
                <c:pt idx="9963">
                  <c:v/>
                </c:pt>
                <c:pt idx="9964">
                  <c:v/>
                </c:pt>
                <c:pt idx="9965">
                  <c:v/>
                </c:pt>
                <c:pt idx="9966">
                  <c:v/>
                </c:pt>
                <c:pt idx="9967">
                  <c:v/>
                </c:pt>
                <c:pt idx="9968">
                  <c:v/>
                </c:pt>
                <c:pt idx="9969">
                  <c:v/>
                </c:pt>
                <c:pt idx="9970">
                  <c:v/>
                </c:pt>
                <c:pt idx="9971">
                  <c:v/>
                </c:pt>
                <c:pt idx="9972">
                  <c:v/>
                </c:pt>
                <c:pt idx="9973">
                  <c:v/>
                </c:pt>
                <c:pt idx="9974">
                  <c:v/>
                </c:pt>
                <c:pt idx="9975">
                  <c:v/>
                </c:pt>
                <c:pt idx="9976">
                  <c:v/>
                </c:pt>
                <c:pt idx="9977">
                  <c:v/>
                </c:pt>
                <c:pt idx="9978">
                  <c:v/>
                </c:pt>
                <c:pt idx="9979">
                  <c:v/>
                </c:pt>
                <c:pt idx="9980">
                  <c:v/>
                </c:pt>
                <c:pt idx="9981">
                  <c:v/>
                </c:pt>
                <c:pt idx="9982">
                  <c:v/>
                </c:pt>
                <c:pt idx="9983">
                  <c:v/>
                </c:pt>
                <c:pt idx="9984">
                  <c:v/>
                </c:pt>
                <c:pt idx="9985">
                  <c:v/>
                </c:pt>
                <c:pt idx="9986">
                  <c:v/>
                </c:pt>
                <c:pt idx="9987">
                  <c:v/>
                </c:pt>
                <c:pt idx="9988">
                  <c:v/>
                </c:pt>
                <c:pt idx="9989">
                  <c:v/>
                </c:pt>
                <c:pt idx="9990">
                  <c:v/>
                </c:pt>
                <c:pt idx="9991">
                  <c:v/>
                </c:pt>
                <c:pt idx="9992">
                  <c:v/>
                </c:pt>
                <c:pt idx="9993">
                  <c:v/>
                </c:pt>
              </c:strCache>
            </c:strRef>
          </c:cat>
          <c:val>
            <c:numRef>
              <c:f>3</c:f>
              <c:numCache>
                <c:formatCode>General</c:formatCode>
                <c:ptCount val="9994"/>
                <c:pt idx="0">
                  <c:v>1.723</c:v>
                </c:pt>
                <c:pt idx="1">
                  <c:v>1.691</c:v>
                </c:pt>
                <c:pt idx="2">
                  <c:v>1.731</c:v>
                </c:pt>
                <c:pt idx="3">
                  <c:v>1.724</c:v>
                </c:pt>
                <c:pt idx="4">
                  <c:v>1.729</c:v>
                </c:pt>
                <c:pt idx="5">
                  <c:v>1.692</c:v>
                </c:pt>
                <c:pt idx="6">
                  <c:v>1.718</c:v>
                </c:pt>
                <c:pt idx="7">
                  <c:v>1.719</c:v>
                </c:pt>
                <c:pt idx="8">
                  <c:v>1.734</c:v>
                </c:pt>
                <c:pt idx="9">
                  <c:v>1.731</c:v>
                </c:pt>
                <c:pt idx="10">
                  <c:v>1.714</c:v>
                </c:pt>
                <c:pt idx="11">
                  <c:v>1.711</c:v>
                </c:pt>
                <c:pt idx="12">
                  <c:v>1.703</c:v>
                </c:pt>
                <c:pt idx="13">
                  <c:v>1.706</c:v>
                </c:pt>
                <c:pt idx="14">
                  <c:v>1.758</c:v>
                </c:pt>
                <c:pt idx="15">
                  <c:v>1.78</c:v>
                </c:pt>
                <c:pt idx="16">
                  <c:v>1.77</c:v>
                </c:pt>
                <c:pt idx="17">
                  <c:v>1.757</c:v>
                </c:pt>
                <c:pt idx="18">
                  <c:v>1.764</c:v>
                </c:pt>
                <c:pt idx="19">
                  <c:v>1.768</c:v>
                </c:pt>
                <c:pt idx="20">
                  <c:v>1.803</c:v>
                </c:pt>
                <c:pt idx="21">
                  <c:v>1.758</c:v>
                </c:pt>
                <c:pt idx="22">
                  <c:v>1.768</c:v>
                </c:pt>
                <c:pt idx="23">
                  <c:v>1.793</c:v>
                </c:pt>
                <c:pt idx="24">
                  <c:v>1.791</c:v>
                </c:pt>
                <c:pt idx="25">
                  <c:v>1.822</c:v>
                </c:pt>
                <c:pt idx="26">
                  <c:v>1.813</c:v>
                </c:pt>
                <c:pt idx="27">
                  <c:v>1.831</c:v>
                </c:pt>
                <c:pt idx="28">
                  <c:v>1.871</c:v>
                </c:pt>
                <c:pt idx="29">
                  <c:v>1.85</c:v>
                </c:pt>
                <c:pt idx="30">
                  <c:v>1.862</c:v>
                </c:pt>
                <c:pt idx="31">
                  <c:v>1.854</c:v>
                </c:pt>
                <c:pt idx="32">
                  <c:v>1.875</c:v>
                </c:pt>
                <c:pt idx="33">
                  <c:v>1.922</c:v>
                </c:pt>
                <c:pt idx="34">
                  <c:v>1.906</c:v>
                </c:pt>
                <c:pt idx="35">
                  <c:v>1.851</c:v>
                </c:pt>
                <c:pt idx="36">
                  <c:v>1.884</c:v>
                </c:pt>
                <c:pt idx="37">
                  <c:v>1.96</c:v>
                </c:pt>
                <c:pt idx="38">
                  <c:v>1.966</c:v>
                </c:pt>
                <c:pt idx="39">
                  <c:v>1.951</c:v>
                </c:pt>
                <c:pt idx="40">
                  <c:v>1.972</c:v>
                </c:pt>
                <c:pt idx="41">
                  <c:v>1.992</c:v>
                </c:pt>
                <c:pt idx="42">
                  <c:v>2.028</c:v>
                </c:pt>
                <c:pt idx="43">
                  <c:v>2.034</c:v>
                </c:pt>
                <c:pt idx="44">
                  <c:v>2.036</c:v>
                </c:pt>
                <c:pt idx="45">
                  <c:v>2.027</c:v>
                </c:pt>
                <c:pt idx="46">
                  <c:v>2.092</c:v>
                </c:pt>
                <c:pt idx="47">
                  <c:v>2.152</c:v>
                </c:pt>
                <c:pt idx="48">
                  <c:v>2.098</c:v>
                </c:pt>
                <c:pt idx="49">
                  <c:v>2.134</c:v>
                </c:pt>
                <c:pt idx="50">
                  <c:v>2.15</c:v>
                </c:pt>
                <c:pt idx="51">
                  <c:v>2.099</c:v>
                </c:pt>
                <c:pt idx="52">
                  <c:v>2.057</c:v>
                </c:pt>
                <c:pt idx="53">
                  <c:v>2.032</c:v>
                </c:pt>
                <c:pt idx="54">
                  <c:v>1.992</c:v>
                </c:pt>
                <c:pt idx="55">
                  <c:v>1.967</c:v>
                </c:pt>
                <c:pt idx="56">
                  <c:v>2.005</c:v>
                </c:pt>
                <c:pt idx="57">
                  <c:v>1.98</c:v>
                </c:pt>
                <c:pt idx="58">
                  <c:v>2.063</c:v>
                </c:pt>
                <c:pt idx="59">
                  <c:v>2.057</c:v>
                </c:pt>
                <c:pt idx="60">
                  <c:v>2.023</c:v>
                </c:pt>
                <c:pt idx="61">
                  <c:v>2.049</c:v>
                </c:pt>
                <c:pt idx="62">
                  <c:v>2.094</c:v>
                </c:pt>
                <c:pt idx="63">
                  <c:v>2.069</c:v>
                </c:pt>
                <c:pt idx="64">
                  <c:v>2.064</c:v>
                </c:pt>
                <c:pt idx="65">
                  <c:v>2.012</c:v>
                </c:pt>
                <c:pt idx="66">
                  <c:v>2.029</c:v>
                </c:pt>
                <c:pt idx="67">
                  <c:v>2.003</c:v>
                </c:pt>
                <c:pt idx="68">
                  <c:v>2.027</c:v>
                </c:pt>
                <c:pt idx="69">
                  <c:v>1.99</c:v>
                </c:pt>
                <c:pt idx="70">
                  <c:v>2.02</c:v>
                </c:pt>
                <c:pt idx="71">
                  <c:v>2.023</c:v>
                </c:pt>
                <c:pt idx="72">
                  <c:v>1.981</c:v>
                </c:pt>
                <c:pt idx="73">
                  <c:v>2.003</c:v>
                </c:pt>
                <c:pt idx="74">
                  <c:v>2.005</c:v>
                </c:pt>
                <c:pt idx="75">
                  <c:v>1.989</c:v>
                </c:pt>
                <c:pt idx="76">
                  <c:v>2.043</c:v>
                </c:pt>
                <c:pt idx="77">
                  <c:v>2.089</c:v>
                </c:pt>
                <c:pt idx="78">
                  <c:v>2.071</c:v>
                </c:pt>
                <c:pt idx="79">
                  <c:v>2.082</c:v>
                </c:pt>
                <c:pt idx="80">
                  <c:v>2.098</c:v>
                </c:pt>
                <c:pt idx="81">
                  <c:v>2.128</c:v>
                </c:pt>
                <c:pt idx="82">
                  <c:v>2.124</c:v>
                </c:pt>
                <c:pt idx="83">
                  <c:v>2.13</c:v>
                </c:pt>
                <c:pt idx="84">
                  <c:v>2.102</c:v>
                </c:pt>
                <c:pt idx="85">
                  <c:v>2.123</c:v>
                </c:pt>
                <c:pt idx="86">
                  <c:v>2.134</c:v>
                </c:pt>
                <c:pt idx="87">
                  <c:v>2.139</c:v>
                </c:pt>
                <c:pt idx="88">
                  <c:v>2.125</c:v>
                </c:pt>
                <c:pt idx="89">
                  <c:v>2.156</c:v>
                </c:pt>
                <c:pt idx="90">
                  <c:v>2.158</c:v>
                </c:pt>
                <c:pt idx="91">
                  <c:v>2.117</c:v>
                </c:pt>
                <c:pt idx="92">
                  <c:v>2.118</c:v>
                </c:pt>
                <c:pt idx="93">
                  <c:v>2.135</c:v>
                </c:pt>
                <c:pt idx="94">
                  <c:v>2.123</c:v>
                </c:pt>
                <c:pt idx="95">
                  <c:v>2.12</c:v>
                </c:pt>
                <c:pt idx="96">
                  <c:v>2.129</c:v>
                </c:pt>
                <c:pt idx="97">
                  <c:v>2.128</c:v>
                </c:pt>
                <c:pt idx="98">
                  <c:v>2.111</c:v>
                </c:pt>
                <c:pt idx="99">
                  <c:v>2.132</c:v>
                </c:pt>
                <c:pt idx="100">
                  <c:v>2.179</c:v>
                </c:pt>
                <c:pt idx="101">
                  <c:v>2.186</c:v>
                </c:pt>
                <c:pt idx="102">
                  <c:v>2.202</c:v>
                </c:pt>
                <c:pt idx="103">
                  <c:v>2.195</c:v>
                </c:pt>
                <c:pt idx="104">
                  <c:v>2.173</c:v>
                </c:pt>
                <c:pt idx="105">
                  <c:v>2.156</c:v>
                </c:pt>
                <c:pt idx="106">
                  <c:v>2.116</c:v>
                </c:pt>
                <c:pt idx="107">
                  <c:v>2.103</c:v>
                </c:pt>
                <c:pt idx="108">
                  <c:v>2.085</c:v>
                </c:pt>
                <c:pt idx="109">
                  <c:v>2.101</c:v>
                </c:pt>
                <c:pt idx="110">
                  <c:v>2.096</c:v>
                </c:pt>
                <c:pt idx="111">
                  <c:v>2.071</c:v>
                </c:pt>
                <c:pt idx="112">
                  <c:v>2.07</c:v>
                </c:pt>
                <c:pt idx="113">
                  <c:v>2.079</c:v>
                </c:pt>
                <c:pt idx="114">
                  <c:v>2.041</c:v>
                </c:pt>
                <c:pt idx="115">
                  <c:v>2.006</c:v>
                </c:pt>
                <c:pt idx="116">
                  <c:v>2.05</c:v>
                </c:pt>
                <c:pt idx="117">
                  <c:v>2.041</c:v>
                </c:pt>
                <c:pt idx="118">
                  <c:v>2.06</c:v>
                </c:pt>
                <c:pt idx="119">
                  <c:v>2.1</c:v>
                </c:pt>
                <c:pt idx="120">
                  <c:v>2.137</c:v>
                </c:pt>
                <c:pt idx="121">
                  <c:v>2.109</c:v>
                </c:pt>
                <c:pt idx="122">
                  <c:v>2.092</c:v>
                </c:pt>
                <c:pt idx="123">
                  <c:v>2.09</c:v>
                </c:pt>
                <c:pt idx="124">
                  <c:v>2.101</c:v>
                </c:pt>
                <c:pt idx="125">
                  <c:v>2.089</c:v>
                </c:pt>
                <c:pt idx="126">
                  <c:v>2.119</c:v>
                </c:pt>
                <c:pt idx="127">
                  <c:v>2.039</c:v>
                </c:pt>
                <c:pt idx="128">
                  <c:v>2.002</c:v>
                </c:pt>
                <c:pt idx="129">
                  <c:v>2.033</c:v>
                </c:pt>
                <c:pt idx="130">
                  <c:v>2.022</c:v>
                </c:pt>
                <c:pt idx="131">
                  <c:v>2.035</c:v>
                </c:pt>
                <c:pt idx="132">
                  <c:v>2.008</c:v>
                </c:pt>
                <c:pt idx="133">
                  <c:v>2.024</c:v>
                </c:pt>
                <c:pt idx="134">
                  <c:v>2.008</c:v>
                </c:pt>
                <c:pt idx="135">
                  <c:v>1.972</c:v>
                </c:pt>
                <c:pt idx="136">
                  <c:v>1.893</c:v>
                </c:pt>
                <c:pt idx="137">
                  <c:v>1.878</c:v>
                </c:pt>
                <c:pt idx="138">
                  <c:v>1.921</c:v>
                </c:pt>
                <c:pt idx="139">
                  <c:v>1.888</c:v>
                </c:pt>
                <c:pt idx="140">
                  <c:v>1.863</c:v>
                </c:pt>
                <c:pt idx="141">
                  <c:v>1.868</c:v>
                </c:pt>
                <c:pt idx="142">
                  <c:v>1.862</c:v>
                </c:pt>
                <c:pt idx="143">
                  <c:v>1.889</c:v>
                </c:pt>
                <c:pt idx="144">
                  <c:v>1.874</c:v>
                </c:pt>
                <c:pt idx="145">
                  <c:v>1.907</c:v>
                </c:pt>
                <c:pt idx="146">
                  <c:v>1.89</c:v>
                </c:pt>
                <c:pt idx="147">
                  <c:v>1.866</c:v>
                </c:pt>
                <c:pt idx="148">
                  <c:v>1.878</c:v>
                </c:pt>
                <c:pt idx="149">
                  <c:v>1.9</c:v>
                </c:pt>
                <c:pt idx="150">
                  <c:v>1.914</c:v>
                </c:pt>
                <c:pt idx="151">
                  <c:v>1.916</c:v>
                </c:pt>
                <c:pt idx="152">
                  <c:v>1.934</c:v>
                </c:pt>
                <c:pt idx="153">
                  <c:v>1.922</c:v>
                </c:pt>
                <c:pt idx="154">
                  <c:v>1.924</c:v>
                </c:pt>
                <c:pt idx="155">
                  <c:v>1.886</c:v>
                </c:pt>
                <c:pt idx="156">
                  <c:v>1.881</c:v>
                </c:pt>
                <c:pt idx="157">
                  <c:v>1.868</c:v>
                </c:pt>
                <c:pt idx="158">
                  <c:v>1.853</c:v>
                </c:pt>
                <c:pt idx="159">
                  <c:v>1.889</c:v>
                </c:pt>
                <c:pt idx="160">
                  <c:v>1.939</c:v>
                </c:pt>
                <c:pt idx="161">
                  <c:v>1.936</c:v>
                </c:pt>
                <c:pt idx="162">
                  <c:v>1.928</c:v>
                </c:pt>
                <c:pt idx="163">
                  <c:v>1.939</c:v>
                </c:pt>
                <c:pt idx="164">
                  <c:v>1.913</c:v>
                </c:pt>
                <c:pt idx="165">
                  <c:v>1.912</c:v>
                </c:pt>
                <c:pt idx="166">
                  <c:v>1.942</c:v>
                </c:pt>
                <c:pt idx="167">
                  <c:v>1.941</c:v>
                </c:pt>
                <c:pt idx="168">
                  <c:v>1.943</c:v>
                </c:pt>
                <c:pt idx="169">
                  <c:v>1.97</c:v>
                </c:pt>
                <c:pt idx="170">
                  <c:v>1.975</c:v>
                </c:pt>
                <c:pt idx="171">
                  <c:v>2.016</c:v>
                </c:pt>
                <c:pt idx="172">
                  <c:v>2</c:v>
                </c:pt>
                <c:pt idx="173">
                  <c:v>2.006</c:v>
                </c:pt>
                <c:pt idx="174">
                  <c:v>2.037</c:v>
                </c:pt>
                <c:pt idx="175">
                  <c:v>2.06</c:v>
                </c:pt>
                <c:pt idx="176">
                  <c:v>2.025</c:v>
                </c:pt>
                <c:pt idx="177">
                  <c:v>2.043</c:v>
                </c:pt>
                <c:pt idx="178">
                  <c:v>2.068</c:v>
                </c:pt>
                <c:pt idx="179">
                  <c:v>2.099</c:v>
                </c:pt>
                <c:pt idx="180">
                  <c:v>2.152</c:v>
                </c:pt>
                <c:pt idx="181">
                  <c:v>2.168</c:v>
                </c:pt>
                <c:pt idx="182">
                  <c:v>2.256</c:v>
                </c:pt>
                <c:pt idx="183">
                  <c:v>2.223</c:v>
                </c:pt>
                <c:pt idx="184">
                  <c:v>2.237</c:v>
                </c:pt>
                <c:pt idx="185">
                  <c:v>2.258</c:v>
                </c:pt>
                <c:pt idx="186">
                  <c:v>2.291</c:v>
                </c:pt>
                <c:pt idx="187">
                  <c:v>2.399</c:v>
                </c:pt>
                <c:pt idx="188">
                  <c:v>2.387</c:v>
                </c:pt>
                <c:pt idx="189">
                  <c:v>2.374</c:v>
                </c:pt>
                <c:pt idx="190">
                  <c:v>2.447</c:v>
                </c:pt>
                <c:pt idx="191">
                  <c:v>2.401</c:v>
                </c:pt>
                <c:pt idx="192">
                  <c:v>2.351</c:v>
                </c:pt>
                <c:pt idx="193">
                  <c:v>2.356</c:v>
                </c:pt>
                <c:pt idx="194">
                  <c:v>2.4</c:v>
                </c:pt>
                <c:pt idx="195">
                  <c:v>2.379</c:v>
                </c:pt>
                <c:pt idx="196">
                  <c:v>2.392</c:v>
                </c:pt>
                <c:pt idx="197">
                  <c:v>2.388</c:v>
                </c:pt>
                <c:pt idx="198">
                  <c:v>2.411</c:v>
                </c:pt>
                <c:pt idx="199">
                  <c:v>2.426</c:v>
                </c:pt>
                <c:pt idx="200">
                  <c:v>2.457</c:v>
                </c:pt>
                <c:pt idx="201">
                  <c:v>2.487</c:v>
                </c:pt>
                <c:pt idx="202">
                  <c:v>2.397</c:v>
                </c:pt>
                <c:pt idx="203">
                  <c:v>2.575</c:v>
                </c:pt>
                <c:pt idx="204">
                  <c:v>2.506</c:v>
                </c:pt>
                <c:pt idx="205">
                  <c:v>2.48</c:v>
                </c:pt>
                <c:pt idx="206">
                  <c:v>2.47</c:v>
                </c:pt>
                <c:pt idx="207">
                  <c:v>2.428</c:v>
                </c:pt>
                <c:pt idx="208">
                  <c:v>2.35</c:v>
                </c:pt>
                <c:pt idx="209">
                  <c:v>2.329</c:v>
                </c:pt>
                <c:pt idx="210">
                  <c:v>2.293</c:v>
                </c:pt>
                <c:pt idx="211">
                  <c:v>2.309</c:v>
                </c:pt>
                <c:pt idx="212">
                  <c:v>2.341</c:v>
                </c:pt>
                <c:pt idx="213">
                  <c:v>2.344</c:v>
                </c:pt>
                <c:pt idx="214">
                  <c:v>2.298</c:v>
                </c:pt>
                <c:pt idx="215">
                  <c:v>2.333</c:v>
                </c:pt>
                <c:pt idx="216">
                  <c:v>2.359</c:v>
                </c:pt>
                <c:pt idx="217">
                  <c:v>2.338</c:v>
                </c:pt>
                <c:pt idx="218">
                  <c:v>2.372</c:v>
                </c:pt>
                <c:pt idx="219">
                  <c:v>2.386</c:v>
                </c:pt>
                <c:pt idx="220">
                  <c:v>2.4</c:v>
                </c:pt>
                <c:pt idx="221">
                  <c:v>2.394</c:v>
                </c:pt>
                <c:pt idx="222">
                  <c:v>2.348</c:v>
                </c:pt>
                <c:pt idx="223">
                  <c:v>2.255</c:v>
                </c:pt>
                <c:pt idx="224">
                  <c:v>2.266</c:v>
                </c:pt>
                <c:pt idx="225">
                  <c:v>2.213</c:v>
                </c:pt>
                <c:pt idx="226">
                  <c:v>2.182</c:v>
                </c:pt>
                <c:pt idx="227">
                  <c:v>2.198</c:v>
                </c:pt>
                <c:pt idx="228">
                  <c:v>2.234</c:v>
                </c:pt>
                <c:pt idx="229">
                  <c:v>2.213</c:v>
                </c:pt>
                <c:pt idx="230">
                  <c:v>2.24</c:v>
                </c:pt>
                <c:pt idx="231">
                  <c:v>2.185</c:v>
                </c:pt>
                <c:pt idx="232">
                  <c:v>2.188</c:v>
                </c:pt>
                <c:pt idx="233">
                  <c:v>2.201</c:v>
                </c:pt>
                <c:pt idx="234">
                  <c:v>2.169</c:v>
                </c:pt>
                <c:pt idx="235">
                  <c:v>2.169</c:v>
                </c:pt>
                <c:pt idx="236">
                  <c:v>2.166</c:v>
                </c:pt>
                <c:pt idx="237">
                  <c:v>2.147</c:v>
                </c:pt>
                <c:pt idx="238">
                  <c:v>2.153</c:v>
                </c:pt>
                <c:pt idx="239">
                  <c:v>2.107</c:v>
                </c:pt>
                <c:pt idx="240">
                  <c:v>2.099</c:v>
                </c:pt>
                <c:pt idx="241">
                  <c:v>2.147</c:v>
                </c:pt>
                <c:pt idx="242">
                  <c:v>2.212</c:v>
                </c:pt>
                <c:pt idx="243">
                  <c:v>2.206</c:v>
                </c:pt>
                <c:pt idx="244">
                  <c:v>2.211</c:v>
                </c:pt>
                <c:pt idx="245">
                  <c:v>2.198</c:v>
                </c:pt>
                <c:pt idx="246">
                  <c:v>2.18</c:v>
                </c:pt>
                <c:pt idx="247">
                  <c:v>2.248</c:v>
                </c:pt>
                <c:pt idx="248">
                  <c:v>2.25</c:v>
                </c:pt>
                <c:pt idx="249">
                  <c:v>2.325</c:v>
                </c:pt>
                <c:pt idx="250">
                  <c:v>2.32</c:v>
                </c:pt>
                <c:pt idx="251">
                  <c:v>2.375</c:v>
                </c:pt>
                <c:pt idx="252">
                  <c:v>2.481</c:v>
                </c:pt>
                <c:pt idx="253">
                  <c:v>2.458</c:v>
                </c:pt>
                <c:pt idx="254">
                  <c:v>2.484</c:v>
                </c:pt>
                <c:pt idx="255">
                  <c:v>2.485</c:v>
                </c:pt>
                <c:pt idx="256">
                  <c:v>2.428</c:v>
                </c:pt>
                <c:pt idx="257">
                  <c:v>2.397</c:v>
                </c:pt>
                <c:pt idx="258">
                  <c:v>2.453</c:v>
                </c:pt>
                <c:pt idx="259">
                  <c:v>2.568</c:v>
                </c:pt>
                <c:pt idx="260">
                  <c:v>2.553</c:v>
                </c:pt>
                <c:pt idx="261">
                  <c:v>2.537</c:v>
                </c:pt>
                <c:pt idx="262">
                  <c:v>2.558</c:v>
                </c:pt>
                <c:pt idx="263">
                  <c:v>2.54</c:v>
                </c:pt>
                <c:pt idx="264">
                  <c:v>2.54</c:v>
                </c:pt>
                <c:pt idx="265">
                  <c:v>2.576</c:v>
                </c:pt>
                <c:pt idx="266">
                  <c:v>2.573</c:v>
                </c:pt>
                <c:pt idx="267">
                  <c:v>2.612</c:v>
                </c:pt>
                <c:pt idx="268">
                  <c:v>2.586</c:v>
                </c:pt>
                <c:pt idx="269">
                  <c:v>2.566</c:v>
                </c:pt>
                <c:pt idx="270">
                  <c:v>2.619</c:v>
                </c:pt>
                <c:pt idx="271">
                  <c:v>2.638</c:v>
                </c:pt>
                <c:pt idx="272">
                  <c:v>2.733</c:v>
                </c:pt>
                <c:pt idx="273">
                  <c:v>2.691</c:v>
                </c:pt>
                <c:pt idx="274">
                  <c:v>2.686</c:v>
                </c:pt>
                <c:pt idx="275">
                  <c:v>2.747</c:v>
                </c:pt>
                <c:pt idx="276">
                  <c:v>2.714</c:v>
                </c:pt>
                <c:pt idx="277">
                  <c:v>2.71</c:v>
                </c:pt>
                <c:pt idx="278">
                  <c:v>2.702</c:v>
                </c:pt>
                <c:pt idx="279">
                  <c:v>2.708</c:v>
                </c:pt>
                <c:pt idx="280">
                  <c:v>2.728</c:v>
                </c:pt>
                <c:pt idx="281">
                  <c:v>2.77</c:v>
                </c:pt>
                <c:pt idx="282">
                  <c:v>2.717</c:v>
                </c:pt>
                <c:pt idx="283">
                  <c:v>2.722</c:v>
                </c:pt>
                <c:pt idx="284">
                  <c:v>2.624</c:v>
                </c:pt>
                <c:pt idx="285">
                  <c:v>2.671</c:v>
                </c:pt>
                <c:pt idx="286">
                  <c:v>2.675</c:v>
                </c:pt>
                <c:pt idx="287">
                  <c:v>2.613</c:v>
                </c:pt>
                <c:pt idx="288">
                  <c:v>2.648</c:v>
                </c:pt>
                <c:pt idx="289">
                  <c:v>2.658</c:v>
                </c:pt>
                <c:pt idx="290">
                  <c:v>2.707</c:v>
                </c:pt>
                <c:pt idx="291">
                  <c:v>2.722</c:v>
                </c:pt>
                <c:pt idx="292">
                  <c:v>2.726</c:v>
                </c:pt>
                <c:pt idx="293">
                  <c:v>2.7</c:v>
                </c:pt>
                <c:pt idx="294">
                  <c:v>2.739</c:v>
                </c:pt>
                <c:pt idx="295">
                  <c:v>2.753</c:v>
                </c:pt>
                <c:pt idx="296">
                  <c:v>2.768</c:v>
                </c:pt>
                <c:pt idx="297">
                  <c:v>2.704</c:v>
                </c:pt>
                <c:pt idx="298">
                  <c:v>2.737</c:v>
                </c:pt>
                <c:pt idx="299">
                  <c:v>2.741</c:v>
                </c:pt>
                <c:pt idx="300">
                  <c:v>2.832</c:v>
                </c:pt>
                <c:pt idx="301">
                  <c:v>2.828</c:v>
                </c:pt>
                <c:pt idx="302">
                  <c:v>2.856</c:v>
                </c:pt>
                <c:pt idx="303">
                  <c:v>2.871</c:v>
                </c:pt>
                <c:pt idx="304">
                  <c:v>3.031</c:v>
                </c:pt>
                <c:pt idx="305">
                  <c:v>2.972</c:v>
                </c:pt>
                <c:pt idx="306">
                  <c:v>2.885</c:v>
                </c:pt>
                <c:pt idx="307">
                  <c:v>2.969</c:v>
                </c:pt>
                <c:pt idx="308">
                  <c:v>3.007</c:v>
                </c:pt>
                <c:pt idx="309">
                  <c:v>3.065</c:v>
                </c:pt>
                <c:pt idx="310">
                  <c:v>3.08</c:v>
                </c:pt>
                <c:pt idx="311">
                  <c:v>3.129</c:v>
                </c:pt>
                <c:pt idx="312">
                  <c:v>3.128</c:v>
                </c:pt>
                <c:pt idx="313">
                  <c:v>3.169</c:v>
                </c:pt>
                <c:pt idx="314">
                  <c:v>3.305</c:v>
                </c:pt>
                <c:pt idx="315">
                  <c:v>3.313</c:v>
                </c:pt>
                <c:pt idx="316">
                  <c:v>3.287</c:v>
                </c:pt>
                <c:pt idx="317">
                  <c:v>3.22</c:v>
                </c:pt>
                <c:pt idx="318">
                  <c:v>3.301</c:v>
                </c:pt>
                <c:pt idx="319">
                  <c:v>3.355</c:v>
                </c:pt>
                <c:pt idx="320">
                  <c:v>3.35</c:v>
                </c:pt>
                <c:pt idx="321">
                  <c:v>3.313</c:v>
                </c:pt>
                <c:pt idx="322">
                  <c:v>3.296</c:v>
                </c:pt>
                <c:pt idx="323">
                  <c:v>3.314</c:v>
                </c:pt>
                <c:pt idx="324">
                  <c:v>3.188</c:v>
                </c:pt>
                <c:pt idx="325">
                  <c:v>3.19</c:v>
                </c:pt>
                <c:pt idx="326">
                  <c:v>3.185</c:v>
                </c:pt>
                <c:pt idx="327">
                  <c:v>3.166</c:v>
                </c:pt>
                <c:pt idx="328">
                  <c:v>3.242</c:v>
                </c:pt>
                <c:pt idx="329">
                  <c:v>3.38</c:v>
                </c:pt>
                <c:pt idx="330">
                  <c:v>3.406</c:v>
                </c:pt>
                <c:pt idx="331">
                  <c:v>3.434</c:v>
                </c:pt>
                <c:pt idx="332">
                  <c:v>3.431</c:v>
                </c:pt>
                <c:pt idx="333">
                  <c:v>3.414</c:v>
                </c:pt>
                <c:pt idx="334">
                  <c:v>3.403</c:v>
                </c:pt>
                <c:pt idx="335">
                  <c:v>3.269</c:v>
                </c:pt>
                <c:pt idx="336">
                  <c:v>3.169</c:v>
                </c:pt>
                <c:pt idx="337">
                  <c:v>3.221</c:v>
                </c:pt>
                <c:pt idx="338">
                  <c:v>3.277</c:v>
                </c:pt>
                <c:pt idx="339">
                  <c:v>3.287</c:v>
                </c:pt>
                <c:pt idx="340">
                  <c:v>3.32</c:v>
                </c:pt>
                <c:pt idx="341">
                  <c:v>3.307</c:v>
                </c:pt>
                <c:pt idx="342">
                  <c:v>3.245</c:v>
                </c:pt>
                <c:pt idx="343">
                  <c:v>3.258</c:v>
                </c:pt>
                <c:pt idx="344">
                  <c:v>3.214</c:v>
                </c:pt>
                <c:pt idx="345">
                  <c:v>3.177</c:v>
                </c:pt>
                <c:pt idx="346">
                  <c:v>3.238</c:v>
                </c:pt>
                <c:pt idx="347">
                  <c:v>3.212</c:v>
                </c:pt>
                <c:pt idx="348">
                  <c:v>3.211</c:v>
                </c:pt>
                <c:pt idx="349">
                  <c:v>3.326</c:v>
                </c:pt>
                <c:pt idx="350">
                  <c:v>3.421</c:v>
                </c:pt>
                <c:pt idx="351">
                  <c:v>3.405</c:v>
                </c:pt>
                <c:pt idx="352">
                  <c:v>3.538</c:v>
                </c:pt>
                <c:pt idx="353">
                  <c:v>3.472</c:v>
                </c:pt>
                <c:pt idx="354">
                  <c:v>3.471</c:v>
                </c:pt>
                <c:pt idx="355">
                  <c:v>3.495</c:v>
                </c:pt>
                <c:pt idx="356">
                  <c:v>3.654</c:v>
                </c:pt>
                <c:pt idx="357">
                  <c:v>3.691</c:v>
                </c:pt>
                <c:pt idx="358">
                  <c:v>3.795</c:v>
                </c:pt>
                <c:pt idx="359">
                  <c:v>3.767</c:v>
                </c:pt>
                <c:pt idx="360">
                  <c:v>3.795</c:v>
                </c:pt>
                <c:pt idx="361">
                  <c:v>3.784</c:v>
                </c:pt>
                <c:pt idx="362">
                  <c:v>3.775</c:v>
                </c:pt>
                <c:pt idx="363">
                  <c:v>3.682</c:v>
                </c:pt>
                <c:pt idx="364">
                  <c:v>3.726</c:v>
                </c:pt>
                <c:pt idx="365">
                  <c:v>3.635</c:v>
                </c:pt>
                <c:pt idx="366">
                  <c:v>3.72</c:v>
                </c:pt>
                <c:pt idx="367">
                  <c:v>3.68</c:v>
                </c:pt>
                <c:pt idx="368">
                  <c:v>3.667</c:v>
                </c:pt>
                <c:pt idx="369">
                  <c:v>3.636</c:v>
                </c:pt>
                <c:pt idx="370">
                  <c:v>3.49</c:v>
                </c:pt>
                <c:pt idx="371">
                  <c:v>3.489</c:v>
                </c:pt>
                <c:pt idx="372">
                  <c:v>3.379</c:v>
                </c:pt>
                <c:pt idx="373">
                  <c:v>3.295</c:v>
                </c:pt>
                <c:pt idx="374">
                  <c:v>3.307</c:v>
                </c:pt>
                <c:pt idx="375">
                  <c:v>3.36</c:v>
                </c:pt>
                <c:pt idx="376">
                  <c:v>3.385</c:v>
                </c:pt>
                <c:pt idx="377">
                  <c:v>3.349</c:v>
                </c:pt>
                <c:pt idx="378">
                  <c:v>3.301</c:v>
                </c:pt>
                <c:pt idx="379">
                  <c:v>3.295</c:v>
                </c:pt>
                <c:pt idx="380">
                  <c:v>3.242</c:v>
                </c:pt>
                <c:pt idx="381">
                  <c:v>3.27</c:v>
                </c:pt>
                <c:pt idx="382">
                  <c:v>3.253</c:v>
                </c:pt>
                <c:pt idx="383">
                  <c:v>3.36</c:v>
                </c:pt>
                <c:pt idx="384">
                  <c:v>3.374</c:v>
                </c:pt>
                <c:pt idx="385">
                  <c:v>3.302</c:v>
                </c:pt>
                <c:pt idx="386">
                  <c:v>3.211</c:v>
                </c:pt>
                <c:pt idx="387">
                  <c:v>3.183</c:v>
                </c:pt>
                <c:pt idx="388">
                  <c:v>3.121</c:v>
                </c:pt>
                <c:pt idx="389">
                  <c:v>3.201</c:v>
                </c:pt>
                <c:pt idx="390">
                  <c:v>3.127</c:v>
                </c:pt>
                <c:pt idx="391">
                  <c:v>3.184</c:v>
                </c:pt>
                <c:pt idx="392">
                  <c:v>3.088</c:v>
                </c:pt>
                <c:pt idx="393">
                  <c:v>3.131</c:v>
                </c:pt>
                <c:pt idx="394">
                  <c:v>3.152</c:v>
                </c:pt>
                <c:pt idx="395">
                  <c:v>3.124</c:v>
                </c:pt>
                <c:pt idx="396">
                  <c:v>3.177</c:v>
                </c:pt>
                <c:pt idx="397">
                  <c:v>3.166</c:v>
                </c:pt>
                <c:pt idx="398">
                  <c:v>3.207</c:v>
                </c:pt>
                <c:pt idx="399">
                  <c:v>3.219</c:v>
                </c:pt>
                <c:pt idx="400">
                  <c:v>3.282</c:v>
                </c:pt>
                <c:pt idx="401">
                  <c:v>3.156</c:v>
                </c:pt>
                <c:pt idx="402">
                  <c:v>3.188</c:v>
                </c:pt>
                <c:pt idx="403">
                  <c:v>3.221</c:v>
                </c:pt>
                <c:pt idx="404">
                  <c:v>3.31</c:v>
                </c:pt>
                <c:pt idx="405">
                  <c:v>3.342</c:v>
                </c:pt>
                <c:pt idx="406">
                  <c:v>3.361</c:v>
                </c:pt>
                <c:pt idx="407">
                  <c:v>3.433</c:v>
                </c:pt>
                <c:pt idx="408">
                  <c:v>3.593</c:v>
                </c:pt>
                <c:pt idx="409">
                  <c:v>3.616</c:v>
                </c:pt>
                <c:pt idx="410">
                  <c:v>3.715</c:v>
                </c:pt>
                <c:pt idx="411">
                  <c:v>3.695</c:v>
                </c:pt>
                <c:pt idx="412">
                  <c:v>3.721</c:v>
                </c:pt>
                <c:pt idx="413">
                  <c:v>3.805</c:v>
                </c:pt>
                <c:pt idx="414">
                  <c:v>3.738</c:v>
                </c:pt>
                <c:pt idx="415">
                  <c:v>3.67</c:v>
                </c:pt>
                <c:pt idx="416">
                  <c:v>3.712</c:v>
                </c:pt>
                <c:pt idx="417">
                  <c:v>3.736</c:v>
                </c:pt>
                <c:pt idx="418">
                  <c:v>3.622</c:v>
                </c:pt>
                <c:pt idx="419">
                  <c:v>3.62</c:v>
                </c:pt>
                <c:pt idx="420">
                  <c:v>3.651</c:v>
                </c:pt>
                <c:pt idx="421">
                  <c:v>3.791</c:v>
                </c:pt>
                <c:pt idx="422">
                  <c:v>3.772</c:v>
                </c:pt>
                <c:pt idx="423">
                  <c:v>3.794</c:v>
                </c:pt>
                <c:pt idx="424">
                  <c:v>3.836</c:v>
                </c:pt>
                <c:pt idx="425">
                  <c:v>3.891</c:v>
                </c:pt>
                <c:pt idx="426">
                  <c:v>3.997</c:v>
                </c:pt>
                <c:pt idx="427">
                  <c:v>4.112</c:v>
                </c:pt>
                <c:pt idx="428">
                  <c:v>4.335</c:v>
                </c:pt>
                <c:pt idx="429">
                  <c:v>4.208</c:v>
                </c:pt>
                <c:pt idx="430">
                  <c:v>4.332</c:v>
                </c:pt>
                <c:pt idx="431">
                  <c:v>4.229</c:v>
                </c:pt>
                <c:pt idx="432">
                  <c:v>4.096</c:v>
                </c:pt>
                <c:pt idx="433">
                  <c:v>4.006</c:v>
                </c:pt>
                <c:pt idx="434">
                  <c:v>4.102</c:v>
                </c:pt>
                <c:pt idx="435">
                  <c:v>4.102</c:v>
                </c:pt>
                <c:pt idx="436">
                  <c:v>4.214</c:v>
                </c:pt>
                <c:pt idx="437">
                  <c:v>4.306</c:v>
                </c:pt>
                <c:pt idx="438">
                  <c:v>4.11</c:v>
                </c:pt>
                <c:pt idx="439">
                  <c:v>4.239</c:v>
                </c:pt>
                <c:pt idx="440">
                  <c:v>4.181</c:v>
                </c:pt>
                <c:pt idx="441">
                  <c:v>4.215</c:v>
                </c:pt>
                <c:pt idx="442">
                  <c:v>4.277</c:v>
                </c:pt>
                <c:pt idx="443">
                  <c:v>4.396</c:v>
                </c:pt>
                <c:pt idx="444">
                  <c:v>4.439</c:v>
                </c:pt>
                <c:pt idx="445">
                  <c:v>4.632</c:v>
                </c:pt>
                <c:pt idx="446">
                  <c:v>4.503</c:v>
                </c:pt>
                <c:pt idx="447">
                  <c:v>4.346</c:v>
                </c:pt>
                <c:pt idx="448">
                  <c:v>4.279</c:v>
                </c:pt>
                <c:pt idx="449">
                  <c:v>4.313</c:v>
                </c:pt>
                <c:pt idx="450">
                  <c:v>4.167</c:v>
                </c:pt>
                <c:pt idx="451">
                  <c:v>4.242</c:v>
                </c:pt>
                <c:pt idx="452">
                  <c:v>4.135</c:v>
                </c:pt>
                <c:pt idx="453">
                  <c:v>4.143</c:v>
                </c:pt>
                <c:pt idx="454">
                  <c:v>4.197</c:v>
                </c:pt>
                <c:pt idx="455">
                  <c:v>4.182</c:v>
                </c:pt>
                <c:pt idx="456">
                  <c:v>4.258</c:v>
                </c:pt>
                <c:pt idx="457">
                  <c:v>4.236</c:v>
                </c:pt>
                <c:pt idx="458">
                  <c:v>4.177</c:v>
                </c:pt>
                <c:pt idx="459">
                  <c:v>4.07</c:v>
                </c:pt>
                <c:pt idx="460">
                  <c:v>3.894</c:v>
                </c:pt>
                <c:pt idx="461">
                  <c:v>3.928</c:v>
                </c:pt>
                <c:pt idx="462">
                  <c:v>3.861</c:v>
                </c:pt>
                <c:pt idx="463">
                  <c:v>3.896</c:v>
                </c:pt>
                <c:pt idx="464">
                  <c:v>3.853</c:v>
                </c:pt>
                <c:pt idx="465">
                  <c:v>3.801</c:v>
                </c:pt>
                <c:pt idx="466">
                  <c:v>3.764</c:v>
                </c:pt>
                <c:pt idx="467">
                  <c:v>3.773</c:v>
                </c:pt>
                <c:pt idx="468">
                  <c:v>3.774</c:v>
                </c:pt>
                <c:pt idx="469">
                  <c:v>3.622</c:v>
                </c:pt>
                <c:pt idx="470">
                  <c:v>3.623</c:v>
                </c:pt>
                <c:pt idx="471">
                  <c:v>3.606</c:v>
                </c:pt>
                <c:pt idx="472">
                  <c:v>3.673</c:v>
                </c:pt>
                <c:pt idx="473">
                  <c:v>3.667</c:v>
                </c:pt>
                <c:pt idx="474">
                  <c:v>3.663</c:v>
                </c:pt>
                <c:pt idx="475">
                  <c:v>3.583</c:v>
                </c:pt>
                <c:pt idx="476">
                  <c:v>3.549</c:v>
                </c:pt>
                <c:pt idx="477">
                  <c:v>3.504</c:v>
                </c:pt>
                <c:pt idx="478">
                  <c:v>3.523</c:v>
                </c:pt>
                <c:pt idx="479">
                  <c:v>3.53</c:v>
                </c:pt>
                <c:pt idx="480">
                  <c:v>3.491</c:v>
                </c:pt>
                <c:pt idx="481">
                  <c:v>3.448</c:v>
                </c:pt>
                <c:pt idx="482">
                  <c:v>3.469</c:v>
                </c:pt>
                <c:pt idx="483">
                  <c:v>3.406</c:v>
                </c:pt>
                <c:pt idx="484">
                  <c:v>3.38</c:v>
                </c:pt>
                <c:pt idx="485">
                  <c:v>3.36</c:v>
                </c:pt>
                <c:pt idx="486">
                  <c:v>3.395</c:v>
                </c:pt>
                <c:pt idx="487">
                  <c:v>3.603</c:v>
                </c:pt>
                <c:pt idx="488">
                  <c:v>3.566</c:v>
                </c:pt>
                <c:pt idx="489">
                  <c:v>3.495</c:v>
                </c:pt>
                <c:pt idx="490">
                  <c:v>3.552</c:v>
                </c:pt>
                <c:pt idx="491">
                  <c:v>3.639</c:v>
                </c:pt>
                <c:pt idx="492">
                  <c:v>3.611</c:v>
                </c:pt>
                <c:pt idx="493">
                  <c:v>3.673</c:v>
                </c:pt>
                <c:pt idx="494">
                  <c:v>3.726</c:v>
                </c:pt>
                <c:pt idx="495">
                  <c:v>3.73</c:v>
                </c:pt>
                <c:pt idx="496">
                  <c:v>3.811</c:v>
                </c:pt>
                <c:pt idx="497">
                  <c:v>3.661</c:v>
                </c:pt>
                <c:pt idx="498">
                  <c:v>3.597</c:v>
                </c:pt>
                <c:pt idx="499">
                  <c:v>3.571</c:v>
                </c:pt>
                <c:pt idx="500">
                  <c:v>3.573</c:v>
                </c:pt>
                <c:pt idx="501">
                  <c:v>3.477</c:v>
                </c:pt>
                <c:pt idx="502">
                  <c:v>3.462</c:v>
                </c:pt>
                <c:pt idx="503">
                  <c:v>3.417</c:v>
                </c:pt>
                <c:pt idx="504">
                  <c:v>3.412</c:v>
                </c:pt>
                <c:pt idx="505">
                  <c:v>3.3</c:v>
                </c:pt>
                <c:pt idx="506">
                  <c:v>3.383</c:v>
                </c:pt>
                <c:pt idx="507">
                  <c:v>3.444</c:v>
                </c:pt>
                <c:pt idx="508">
                  <c:v>3.337</c:v>
                </c:pt>
                <c:pt idx="509">
                  <c:v>3.222</c:v>
                </c:pt>
                <c:pt idx="510">
                  <c:v>3.279</c:v>
                </c:pt>
                <c:pt idx="511">
                  <c:v>3.229</c:v>
                </c:pt>
                <c:pt idx="512">
                  <c:v>3.231</c:v>
                </c:pt>
                <c:pt idx="513">
                  <c:v>3.283</c:v>
                </c:pt>
                <c:pt idx="514">
                  <c:v>3.238</c:v>
                </c:pt>
                <c:pt idx="515">
                  <c:v>3.297</c:v>
                </c:pt>
                <c:pt idx="516">
                  <c:v>3.239</c:v>
                </c:pt>
                <c:pt idx="517">
                  <c:v>3.207</c:v>
                </c:pt>
                <c:pt idx="518">
                  <c:v>3.148</c:v>
                </c:pt>
                <c:pt idx="519">
                  <c:v>3.283</c:v>
                </c:pt>
                <c:pt idx="520">
                  <c:v>3.297</c:v>
                </c:pt>
                <c:pt idx="521">
                  <c:v>3.32</c:v>
                </c:pt>
                <c:pt idx="522">
                  <c:v>3.362</c:v>
                </c:pt>
                <c:pt idx="523">
                  <c:v>3.365</c:v>
                </c:pt>
                <c:pt idx="524">
                  <c:v>3.43</c:v>
                </c:pt>
                <c:pt idx="525">
                  <c:v>3.398</c:v>
                </c:pt>
                <c:pt idx="526">
                  <c:v>3.471</c:v>
                </c:pt>
                <c:pt idx="527">
                  <c:v>3.476</c:v>
                </c:pt>
                <c:pt idx="528">
                  <c:v>3.626</c:v>
                </c:pt>
                <c:pt idx="529">
                  <c:v>3.641</c:v>
                </c:pt>
                <c:pt idx="530">
                  <c:v>3.6</c:v>
                </c:pt>
                <c:pt idx="531">
                  <c:v>3.639</c:v>
                </c:pt>
                <c:pt idx="532">
                  <c:v>3.595</c:v>
                </c:pt>
                <c:pt idx="533">
                  <c:v>3.525</c:v>
                </c:pt>
                <c:pt idx="534">
                  <c:v>3.619</c:v>
                </c:pt>
                <c:pt idx="535">
                  <c:v>3.753</c:v>
                </c:pt>
                <c:pt idx="536">
                  <c:v>3.84</c:v>
                </c:pt>
                <c:pt idx="537">
                  <c:v>3.776</c:v>
                </c:pt>
                <c:pt idx="538">
                  <c:v>3.731</c:v>
                </c:pt>
                <c:pt idx="539">
                  <c:v>3.661</c:v>
                </c:pt>
                <c:pt idx="540">
                  <c:v>3.72</c:v>
                </c:pt>
                <c:pt idx="541">
                  <c:v>3.739</c:v>
                </c:pt>
                <c:pt idx="542">
                  <c:v>3.584</c:v>
                </c:pt>
                <c:pt idx="543">
                  <c:v>3.405</c:v>
                </c:pt>
                <c:pt idx="544">
                  <c:v>3.337</c:v>
                </c:pt>
                <c:pt idx="545">
                  <c:v>3.418</c:v>
                </c:pt>
                <c:pt idx="546">
                  <c:v>3.394</c:v>
                </c:pt>
                <c:pt idx="547">
                  <c:v>3.406</c:v>
                </c:pt>
                <c:pt idx="548">
                  <c:v>3.304</c:v>
                </c:pt>
                <c:pt idx="549">
                  <c:v>3.304</c:v>
                </c:pt>
                <c:pt idx="550">
                  <c:v>3.287</c:v>
                </c:pt>
                <c:pt idx="551">
                  <c:v>3.266</c:v>
                </c:pt>
                <c:pt idx="552">
                  <c:v>3.21</c:v>
                </c:pt>
                <c:pt idx="553">
                  <c:v>3.258</c:v>
                </c:pt>
                <c:pt idx="554">
                  <c:v>3.281</c:v>
                </c:pt>
                <c:pt idx="555">
                  <c:v>3.28</c:v>
                </c:pt>
                <c:pt idx="556">
                  <c:v>3.305</c:v>
                </c:pt>
                <c:pt idx="557">
                  <c:v>3.34</c:v>
                </c:pt>
                <c:pt idx="558">
                  <c:v>3.389</c:v>
                </c:pt>
                <c:pt idx="559">
                  <c:v>3.316</c:v>
                </c:pt>
                <c:pt idx="560">
                  <c:v>3.326</c:v>
                </c:pt>
                <c:pt idx="561">
                  <c:v>3.278</c:v>
                </c:pt>
                <c:pt idx="562">
                  <c:v>3.289</c:v>
                </c:pt>
                <c:pt idx="563">
                  <c:v>3.236</c:v>
                </c:pt>
                <c:pt idx="564">
                  <c:v>3.255</c:v>
                </c:pt>
                <c:pt idx="565">
                  <c:v>3.262</c:v>
                </c:pt>
                <c:pt idx="566">
                  <c:v>3.273</c:v>
                </c:pt>
                <c:pt idx="567">
                  <c:v>3.286</c:v>
                </c:pt>
                <c:pt idx="568">
                  <c:v>3.349</c:v>
                </c:pt>
                <c:pt idx="569">
                  <c:v>3.352</c:v>
                </c:pt>
                <c:pt idx="570">
                  <c:v>3.37</c:v>
                </c:pt>
                <c:pt idx="571">
                  <c:v>3.409</c:v>
                </c:pt>
                <c:pt idx="572">
                  <c:v>3.343</c:v>
                </c:pt>
                <c:pt idx="573">
                  <c:v>3.306</c:v>
                </c:pt>
                <c:pt idx="574">
                  <c:v>3.323</c:v>
                </c:pt>
                <c:pt idx="575">
                  <c:v>3.309</c:v>
                </c:pt>
                <c:pt idx="576">
                  <c:v>3.342</c:v>
                </c:pt>
                <c:pt idx="577">
                  <c:v>3.36</c:v>
                </c:pt>
                <c:pt idx="578">
                  <c:v>3.372</c:v>
                </c:pt>
                <c:pt idx="579">
                  <c:v>3.324</c:v>
                </c:pt>
                <c:pt idx="580">
                  <c:v>3.278</c:v>
                </c:pt>
                <c:pt idx="581">
                  <c:v>3.31</c:v>
                </c:pt>
                <c:pt idx="582">
                  <c:v>3.318</c:v>
                </c:pt>
                <c:pt idx="583">
                  <c:v>3.341</c:v>
                </c:pt>
                <c:pt idx="584">
                  <c:v>3.292</c:v>
                </c:pt>
                <c:pt idx="585">
                  <c:v>3.274</c:v>
                </c:pt>
                <c:pt idx="586">
                  <c:v>3.332</c:v>
                </c:pt>
                <c:pt idx="587">
                  <c:v>3.303</c:v>
                </c:pt>
                <c:pt idx="588">
                  <c:v>3.319</c:v>
                </c:pt>
                <c:pt idx="589">
                  <c:v>3.367</c:v>
                </c:pt>
                <c:pt idx="590">
                  <c:v>3.419</c:v>
                </c:pt>
                <c:pt idx="591">
                  <c:v>3.398</c:v>
                </c:pt>
                <c:pt idx="592">
                  <c:v>3.473</c:v>
                </c:pt>
                <c:pt idx="593">
                  <c:v>3.502</c:v>
                </c:pt>
                <c:pt idx="594">
                  <c:v>3.597</c:v>
                </c:pt>
                <c:pt idx="595">
                  <c:v>3.639</c:v>
                </c:pt>
                <c:pt idx="596">
                  <c:v>3.651</c:v>
                </c:pt>
                <c:pt idx="597">
                  <c:v>3.532</c:v>
                </c:pt>
                <c:pt idx="598">
                  <c:v>3.549</c:v>
                </c:pt>
                <c:pt idx="599">
                  <c:v>3.495</c:v>
                </c:pt>
                <c:pt idx="600">
                  <c:v>3.561</c:v>
                </c:pt>
                <c:pt idx="601">
                  <c:v>3.522</c:v>
                </c:pt>
                <c:pt idx="602">
                  <c:v>3.632</c:v>
                </c:pt>
                <c:pt idx="603">
                  <c:v>3.613</c:v>
                </c:pt>
                <c:pt idx="604">
                  <c:v>3.576</c:v>
                </c:pt>
                <c:pt idx="605">
                  <c:v>3.578</c:v>
                </c:pt>
                <c:pt idx="606">
                  <c:v>3.635</c:v>
                </c:pt>
                <c:pt idx="607">
                  <c:v>3.685</c:v>
                </c:pt>
                <c:pt idx="608">
                  <c:v>3.657</c:v>
                </c:pt>
                <c:pt idx="609">
                  <c:v>3.633</c:v>
                </c:pt>
                <c:pt idx="610">
                  <c:v>3.642</c:v>
                </c:pt>
                <c:pt idx="611">
                  <c:v>3.621</c:v>
                </c:pt>
                <c:pt idx="612">
                  <c:v>3.647</c:v>
                </c:pt>
                <c:pt idx="613">
                  <c:v>3.663</c:v>
                </c:pt>
                <c:pt idx="614">
                  <c:v>3.611</c:v>
                </c:pt>
                <c:pt idx="615">
                  <c:v>3.603</c:v>
                </c:pt>
                <c:pt idx="616">
                  <c:v>3.611</c:v>
                </c:pt>
                <c:pt idx="617">
                  <c:v>3.626</c:v>
                </c:pt>
                <c:pt idx="618">
                  <c:v>3.675</c:v>
                </c:pt>
                <c:pt idx="619">
                  <c:v>3.607</c:v>
                </c:pt>
                <c:pt idx="620">
                  <c:v>3.623</c:v>
                </c:pt>
                <c:pt idx="621">
                  <c:v>3.644</c:v>
                </c:pt>
                <c:pt idx="622">
                  <c:v>3.713</c:v>
                </c:pt>
                <c:pt idx="623">
                  <c:v>3.761</c:v>
                </c:pt>
                <c:pt idx="624">
                  <c:v>3.863</c:v>
                </c:pt>
                <c:pt idx="625">
                  <c:v>3.758</c:v>
                </c:pt>
                <c:pt idx="626">
                  <c:v>3.756</c:v>
                </c:pt>
                <c:pt idx="627">
                  <c:v>3.657</c:v>
                </c:pt>
                <c:pt idx="628">
                  <c:v>3.685</c:v>
                </c:pt>
                <c:pt idx="629">
                  <c:v>3.66</c:v>
                </c:pt>
                <c:pt idx="630">
                  <c:v>3.651</c:v>
                </c:pt>
                <c:pt idx="631">
                  <c:v>3.575</c:v>
                </c:pt>
                <c:pt idx="632">
                  <c:v>3.606</c:v>
                </c:pt>
                <c:pt idx="633">
                  <c:v>3.636</c:v>
                </c:pt>
                <c:pt idx="634">
                  <c:v>3.64</c:v>
                </c:pt>
                <c:pt idx="635">
                  <c:v>3.684</c:v>
                </c:pt>
                <c:pt idx="636">
                  <c:v>3.658</c:v>
                </c:pt>
                <c:pt idx="637">
                  <c:v>3.637</c:v>
                </c:pt>
                <c:pt idx="638">
                  <c:v>3.728</c:v>
                </c:pt>
                <c:pt idx="639">
                  <c:v>3.761</c:v>
                </c:pt>
                <c:pt idx="640">
                  <c:v>3.727</c:v>
                </c:pt>
                <c:pt idx="641">
                  <c:v>3.793</c:v>
                </c:pt>
                <c:pt idx="642">
                  <c:v>3.861</c:v>
                </c:pt>
                <c:pt idx="643">
                  <c:v>3.876</c:v>
                </c:pt>
                <c:pt idx="644">
                  <c:v>3.814</c:v>
                </c:pt>
                <c:pt idx="645">
                  <c:v>3.74</c:v>
                </c:pt>
                <c:pt idx="646">
                  <c:v>3.774</c:v>
                </c:pt>
                <c:pt idx="647">
                  <c:v>3.786</c:v>
                </c:pt>
                <c:pt idx="648">
                  <c:v>3.824</c:v>
                </c:pt>
                <c:pt idx="649">
                  <c:v>3.889</c:v>
                </c:pt>
                <c:pt idx="650">
                  <c:v>3.867</c:v>
                </c:pt>
                <c:pt idx="651">
                  <c:v>3.976</c:v>
                </c:pt>
                <c:pt idx="652">
                  <c:v>3.914</c:v>
                </c:pt>
                <c:pt idx="653">
                  <c:v>3.973</c:v>
                </c:pt>
                <c:pt idx="654">
                  <c:v>3.986</c:v>
                </c:pt>
                <c:pt idx="655">
                  <c:v>3.92</c:v>
                </c:pt>
                <c:pt idx="656">
                  <c:v>3.878</c:v>
                </c:pt>
                <c:pt idx="657">
                  <c:v>3.935</c:v>
                </c:pt>
                <c:pt idx="658">
                  <c:v>3.872</c:v>
                </c:pt>
                <c:pt idx="659">
                  <c:v>3.844</c:v>
                </c:pt>
                <c:pt idx="660">
                  <c:v>3.85</c:v>
                </c:pt>
                <c:pt idx="661">
                  <c:v>3.821</c:v>
                </c:pt>
                <c:pt idx="662">
                  <c:v>3.778</c:v>
                </c:pt>
                <c:pt idx="663">
                  <c:v>3.856</c:v>
                </c:pt>
                <c:pt idx="664">
                  <c:v>3.886</c:v>
                </c:pt>
                <c:pt idx="665">
                  <c:v>3.893</c:v>
                </c:pt>
                <c:pt idx="666">
                  <c:v>3.969</c:v>
                </c:pt>
                <c:pt idx="667">
                  <c:v>3.895</c:v>
                </c:pt>
                <c:pt idx="668">
                  <c:v>3.961</c:v>
                </c:pt>
                <c:pt idx="669">
                  <c:v>3.965</c:v>
                </c:pt>
                <c:pt idx="670">
                  <c:v>3.949</c:v>
                </c:pt>
                <c:pt idx="671">
                  <c:v>3.917</c:v>
                </c:pt>
                <c:pt idx="672">
                  <c:v>3.928</c:v>
                </c:pt>
                <c:pt idx="673">
                  <c:v>3.982</c:v>
                </c:pt>
                <c:pt idx="674">
                  <c:v>3.952</c:v>
                </c:pt>
                <c:pt idx="675">
                  <c:v>3.963</c:v>
                </c:pt>
                <c:pt idx="676">
                  <c:v>4.031</c:v>
                </c:pt>
                <c:pt idx="677">
                  <c:v>4.001</c:v>
                </c:pt>
                <c:pt idx="678">
                  <c:v>4.012</c:v>
                </c:pt>
                <c:pt idx="679">
                  <c:v>4.054</c:v>
                </c:pt>
                <c:pt idx="680">
                  <c:v>4.03</c:v>
                </c:pt>
                <c:pt idx="681">
                  <c:v>4.351</c:v>
                </c:pt>
                <c:pt idx="682">
                  <c:v>4.322</c:v>
                </c:pt>
                <c:pt idx="683">
                  <c:v>4.24</c:v>
                </c:pt>
                <c:pt idx="684">
                  <c:v>4.219</c:v>
                </c:pt>
                <c:pt idx="685">
                  <c:v>4.142</c:v>
                </c:pt>
                <c:pt idx="686">
                  <c:v>4.101</c:v>
                </c:pt>
                <c:pt idx="687">
                  <c:v>4.169</c:v>
                </c:pt>
                <c:pt idx="688">
                  <c:v>4.191</c:v>
                </c:pt>
                <c:pt idx="689">
                  <c:v>4.224</c:v>
                </c:pt>
                <c:pt idx="690">
                  <c:v>4.287</c:v>
                </c:pt>
                <c:pt idx="691">
                  <c:v>4.362</c:v>
                </c:pt>
                <c:pt idx="692">
                  <c:v>4.327</c:v>
                </c:pt>
                <c:pt idx="693">
                  <c:v>4.374</c:v>
                </c:pt>
                <c:pt idx="694">
                  <c:v>4.269</c:v>
                </c:pt>
                <c:pt idx="695">
                  <c:v>4.281</c:v>
                </c:pt>
                <c:pt idx="696">
                  <c:v>4.392</c:v>
                </c:pt>
                <c:pt idx="697">
                  <c:v>4.28</c:v>
                </c:pt>
                <c:pt idx="698">
                  <c:v>4.312</c:v>
                </c:pt>
                <c:pt idx="699">
                  <c:v>4.325</c:v>
                </c:pt>
                <c:pt idx="700">
                  <c:v>4.288</c:v>
                </c:pt>
                <c:pt idx="701">
                  <c:v>4.168</c:v>
                </c:pt>
                <c:pt idx="702">
                  <c:v>4.105</c:v>
                </c:pt>
                <c:pt idx="703">
                  <c:v>4.056</c:v>
                </c:pt>
                <c:pt idx="704">
                  <c:v>4.055</c:v>
                </c:pt>
                <c:pt idx="705">
                  <c:v>4.022</c:v>
                </c:pt>
                <c:pt idx="706">
                  <c:v>3.945</c:v>
                </c:pt>
                <c:pt idx="707">
                  <c:v>3.969</c:v>
                </c:pt>
                <c:pt idx="708">
                  <c:v>4.005</c:v>
                </c:pt>
                <c:pt idx="709">
                  <c:v>3.98</c:v>
                </c:pt>
                <c:pt idx="710">
                  <c:v>3.815</c:v>
                </c:pt>
                <c:pt idx="711">
                  <c:v>3.799</c:v>
                </c:pt>
                <c:pt idx="712">
                  <c:v>3.796</c:v>
                </c:pt>
                <c:pt idx="713">
                  <c:v>3.755</c:v>
                </c:pt>
                <c:pt idx="714">
                  <c:v>3.726</c:v>
                </c:pt>
                <c:pt idx="715">
                  <c:v>3.762</c:v>
                </c:pt>
                <c:pt idx="716">
                  <c:v>3.712</c:v>
                </c:pt>
                <c:pt idx="717">
                  <c:v>3.779</c:v>
                </c:pt>
                <c:pt idx="718">
                  <c:v>3.767</c:v>
                </c:pt>
                <c:pt idx="719">
                  <c:v>3.726</c:v>
                </c:pt>
                <c:pt idx="720">
                  <c:v>3.641</c:v>
                </c:pt>
                <c:pt idx="721">
                  <c:v>3.699</c:v>
                </c:pt>
                <c:pt idx="722">
                  <c:v>3.699</c:v>
                </c:pt>
                <c:pt idx="723">
                  <c:v>3.626</c:v>
                </c:pt>
                <c:pt idx="724">
                  <c:v>3.579</c:v>
                </c:pt>
                <c:pt idx="725">
                  <c:v>3.533</c:v>
                </c:pt>
                <c:pt idx="726">
                  <c:v>3.576</c:v>
                </c:pt>
                <c:pt idx="727">
                  <c:v>3.534</c:v>
                </c:pt>
                <c:pt idx="728">
                  <c:v>3.566</c:v>
                </c:pt>
                <c:pt idx="729">
                  <c:v>3.527</c:v>
                </c:pt>
                <c:pt idx="730">
                  <c:v>3.525</c:v>
                </c:pt>
                <c:pt idx="731">
                  <c:v>3.332</c:v>
                </c:pt>
                <c:pt idx="732">
                  <c:v>3.358</c:v>
                </c:pt>
                <c:pt idx="733">
                  <c:v>3.336</c:v>
                </c:pt>
                <c:pt idx="734">
                  <c:v>3.328</c:v>
                </c:pt>
                <c:pt idx="735">
                  <c:v>3.28</c:v>
                </c:pt>
                <c:pt idx="736">
                  <c:v>3.297</c:v>
                </c:pt>
                <c:pt idx="737">
                  <c:v>3.301</c:v>
                </c:pt>
                <c:pt idx="738">
                  <c:v>3.271</c:v>
                </c:pt>
                <c:pt idx="739">
                  <c:v>3.26</c:v>
                </c:pt>
                <c:pt idx="740">
                  <c:v>3.183</c:v>
                </c:pt>
                <c:pt idx="741">
                  <c:v>3.183</c:v>
                </c:pt>
                <c:pt idx="742">
                  <c:v>3.306</c:v>
                </c:pt>
                <c:pt idx="743">
                  <c:v>3.338</c:v>
                </c:pt>
                <c:pt idx="744">
                  <c:v>3.288</c:v>
                </c:pt>
                <c:pt idx="745">
                  <c:v>3.344</c:v>
                </c:pt>
                <c:pt idx="746">
                  <c:v>3.344</c:v>
                </c:pt>
                <c:pt idx="747">
                  <c:v>3.323</c:v>
                </c:pt>
                <c:pt idx="748">
                  <c:v>3.346</c:v>
                </c:pt>
                <c:pt idx="749">
                  <c:v>3.307</c:v>
                </c:pt>
                <c:pt idx="750">
                  <c:v>3.306</c:v>
                </c:pt>
                <c:pt idx="751">
                  <c:v>3.293</c:v>
                </c:pt>
                <c:pt idx="752">
                  <c:v>3.322</c:v>
                </c:pt>
                <c:pt idx="753">
                  <c:v>3.369</c:v>
                </c:pt>
                <c:pt idx="754">
                  <c:v>3.38</c:v>
                </c:pt>
                <c:pt idx="755">
                  <c:v>3.422</c:v>
                </c:pt>
                <c:pt idx="756">
                  <c:v>3.372</c:v>
                </c:pt>
                <c:pt idx="757">
                  <c:v>3.372</c:v>
                </c:pt>
                <c:pt idx="758">
                  <c:v>3.4</c:v>
                </c:pt>
                <c:pt idx="759">
                  <c:v>3.419</c:v>
                </c:pt>
                <c:pt idx="760">
                  <c:v>3.386</c:v>
                </c:pt>
                <c:pt idx="761">
                  <c:v>3.436</c:v>
                </c:pt>
                <c:pt idx="762">
                  <c:v>3.35</c:v>
                </c:pt>
                <c:pt idx="763">
                  <c:v>3.345</c:v>
                </c:pt>
                <c:pt idx="764">
                  <c:v>3.339</c:v>
                </c:pt>
                <c:pt idx="765">
                  <c:v>3.287</c:v>
                </c:pt>
                <c:pt idx="766">
                  <c:v>3.374</c:v>
                </c:pt>
                <c:pt idx="767">
                  <c:v>3.382</c:v>
                </c:pt>
                <c:pt idx="768">
                  <c:v>3.378</c:v>
                </c:pt>
                <c:pt idx="769">
                  <c:v>3.4</c:v>
                </c:pt>
                <c:pt idx="770">
                  <c:v>3.453</c:v>
                </c:pt>
                <c:pt idx="771">
                  <c:v>3.502</c:v>
                </c:pt>
                <c:pt idx="772">
                  <c:v>3.477</c:v>
                </c:pt>
                <c:pt idx="773">
                  <c:v>3.482</c:v>
                </c:pt>
                <c:pt idx="774">
                  <c:v>3.467</c:v>
                </c:pt>
                <c:pt idx="775">
                  <c:v>3.489</c:v>
                </c:pt>
                <c:pt idx="776">
                  <c:v>3.474</c:v>
                </c:pt>
                <c:pt idx="777">
                  <c:v>3.424</c:v>
                </c:pt>
                <c:pt idx="778">
                  <c:v>3.468</c:v>
                </c:pt>
                <c:pt idx="779">
                  <c:v>3.402</c:v>
                </c:pt>
                <c:pt idx="780">
                  <c:v>3.43</c:v>
                </c:pt>
                <c:pt idx="781">
                  <c:v>3.442</c:v>
                </c:pt>
                <c:pt idx="782">
                  <c:v>3.475</c:v>
                </c:pt>
                <c:pt idx="783">
                  <c:v>3.434</c:v>
                </c:pt>
                <c:pt idx="784">
                  <c:v>3.409</c:v>
                </c:pt>
                <c:pt idx="785">
                  <c:v>3.381</c:v>
                </c:pt>
                <c:pt idx="786">
                  <c:v>3.399</c:v>
                </c:pt>
                <c:pt idx="787">
                  <c:v>3.334</c:v>
                </c:pt>
                <c:pt idx="788">
                  <c:v>3.342</c:v>
                </c:pt>
                <c:pt idx="789">
                  <c:v>3.335</c:v>
                </c:pt>
                <c:pt idx="790">
                  <c:v>3.331</c:v>
                </c:pt>
                <c:pt idx="791">
                  <c:v>3.354</c:v>
                </c:pt>
                <c:pt idx="792">
                  <c:v>3.41</c:v>
                </c:pt>
                <c:pt idx="793">
                  <c:v>3.435</c:v>
                </c:pt>
                <c:pt idx="794">
                  <c:v>3.472</c:v>
                </c:pt>
                <c:pt idx="795">
                  <c:v>3.451</c:v>
                </c:pt>
                <c:pt idx="796">
                  <c:v>3.411</c:v>
                </c:pt>
                <c:pt idx="797">
                  <c:v>3.362</c:v>
                </c:pt>
                <c:pt idx="798">
                  <c:v>3.37</c:v>
                </c:pt>
                <c:pt idx="799">
                  <c:v>3.397</c:v>
                </c:pt>
                <c:pt idx="800">
                  <c:v>3.373</c:v>
                </c:pt>
                <c:pt idx="801">
                  <c:v>3.377</c:v>
                </c:pt>
                <c:pt idx="802">
                  <c:v>3.413</c:v>
                </c:pt>
                <c:pt idx="803">
                  <c:v>3.381</c:v>
                </c:pt>
                <c:pt idx="804">
                  <c:v>3.425</c:v>
                </c:pt>
                <c:pt idx="805">
                  <c:v>3.452</c:v>
                </c:pt>
                <c:pt idx="806">
                  <c:v>3.457</c:v>
                </c:pt>
                <c:pt idx="807">
                  <c:v>3.433</c:v>
                </c:pt>
                <c:pt idx="808">
                  <c:v>3.488</c:v>
                </c:pt>
                <c:pt idx="809">
                  <c:v>3.503</c:v>
                </c:pt>
                <c:pt idx="810">
                  <c:v>3.585</c:v>
                </c:pt>
                <c:pt idx="811">
                  <c:v>3.538</c:v>
                </c:pt>
                <c:pt idx="812">
                  <c:v>3.561</c:v>
                </c:pt>
                <c:pt idx="813">
                  <c:v>3.618</c:v>
                </c:pt>
                <c:pt idx="814">
                  <c:v>3.632</c:v>
                </c:pt>
                <c:pt idx="815">
                  <c:v>3.562</c:v>
                </c:pt>
                <c:pt idx="816">
                  <c:v>3.583</c:v>
                </c:pt>
                <c:pt idx="817">
                  <c:v>3.65</c:v>
                </c:pt>
                <c:pt idx="818">
                  <c:v>3.625</c:v>
                </c:pt>
                <c:pt idx="819">
                  <c:v>3.645</c:v>
                </c:pt>
                <c:pt idx="820">
                  <c:v>3.707</c:v>
                </c:pt>
                <c:pt idx="821">
                  <c:v>3.694</c:v>
                </c:pt>
                <c:pt idx="822">
                  <c:v>3.704</c:v>
                </c:pt>
                <c:pt idx="823">
                  <c:v>3.656</c:v>
                </c:pt>
                <c:pt idx="824">
                  <c:v>3.638</c:v>
                </c:pt>
                <c:pt idx="825">
                  <c:v>3.614</c:v>
                </c:pt>
                <c:pt idx="826">
                  <c:v>3.536</c:v>
                </c:pt>
                <c:pt idx="827">
                  <c:v>3.53</c:v>
                </c:pt>
                <c:pt idx="828">
                  <c:v>3.556</c:v>
                </c:pt>
                <c:pt idx="829">
                  <c:v>3.538</c:v>
                </c:pt>
                <c:pt idx="830">
                  <c:v>3.554</c:v>
                </c:pt>
                <c:pt idx="831">
                  <c:v>3.546</c:v>
                </c:pt>
                <c:pt idx="832">
                  <c:v>3.458</c:v>
                </c:pt>
                <c:pt idx="833">
                  <c:v>3.454</c:v>
                </c:pt>
                <c:pt idx="834">
                  <c:v>3.497</c:v>
                </c:pt>
                <c:pt idx="835">
                  <c:v>3.491</c:v>
                </c:pt>
                <c:pt idx="836">
                  <c:v>3.478</c:v>
                </c:pt>
                <c:pt idx="837">
                  <c:v>3.472</c:v>
                </c:pt>
                <c:pt idx="838">
                  <c:v>3.515</c:v>
                </c:pt>
                <c:pt idx="839">
                  <c:v>3.498</c:v>
                </c:pt>
                <c:pt idx="840">
                  <c:v>3.481</c:v>
                </c:pt>
                <c:pt idx="841">
                  <c:v>3.536</c:v>
                </c:pt>
                <c:pt idx="842">
                  <c:v>3.564</c:v>
                </c:pt>
                <c:pt idx="843">
                  <c:v>3.578</c:v>
                </c:pt>
                <c:pt idx="844">
                  <c:v>3.532</c:v>
                </c:pt>
                <c:pt idx="845">
                  <c:v>3.47</c:v>
                </c:pt>
                <c:pt idx="846">
                  <c:v>3.43</c:v>
                </c:pt>
                <c:pt idx="847">
                  <c:v>3.385</c:v>
                </c:pt>
                <c:pt idx="848">
                  <c:v>3.433</c:v>
                </c:pt>
                <c:pt idx="849">
                  <c:v>3.425</c:v>
                </c:pt>
                <c:pt idx="850">
                  <c:v>3.382</c:v>
                </c:pt>
                <c:pt idx="851">
                  <c:v>3.345</c:v>
                </c:pt>
                <c:pt idx="852">
                  <c:v>3.302</c:v>
                </c:pt>
                <c:pt idx="853">
                  <c:v>3.283</c:v>
                </c:pt>
                <c:pt idx="854">
                  <c:v>3.279</c:v>
                </c:pt>
                <c:pt idx="855">
                  <c:v>3.231</c:v>
                </c:pt>
                <c:pt idx="856">
                  <c:v>3.269</c:v>
                </c:pt>
                <c:pt idx="857">
                  <c:v>3.255</c:v>
                </c:pt>
                <c:pt idx="858">
                  <c:v>3.264</c:v>
                </c:pt>
                <c:pt idx="859">
                  <c:v>3.271</c:v>
                </c:pt>
                <c:pt idx="860">
                  <c:v>3.278</c:v>
                </c:pt>
                <c:pt idx="861">
                  <c:v>3.3</c:v>
                </c:pt>
                <c:pt idx="862">
                  <c:v>3.266</c:v>
                </c:pt>
                <c:pt idx="863">
                  <c:v>3.312</c:v>
                </c:pt>
                <c:pt idx="864">
                  <c:v>3.289</c:v>
                </c:pt>
                <c:pt idx="865">
                  <c:v>3.274</c:v>
                </c:pt>
                <c:pt idx="866">
                  <c:v>3.234</c:v>
                </c:pt>
                <c:pt idx="867">
                  <c:v>3.227</c:v>
                </c:pt>
                <c:pt idx="868">
                  <c:v>3.212</c:v>
                </c:pt>
                <c:pt idx="869">
                  <c:v>3.191</c:v>
                </c:pt>
                <c:pt idx="870">
                  <c:v>3.198</c:v>
                </c:pt>
                <c:pt idx="871">
                  <c:v>3.234</c:v>
                </c:pt>
                <c:pt idx="872">
                  <c:v>3.177</c:v>
                </c:pt>
                <c:pt idx="873">
                  <c:v>3.177</c:v>
                </c:pt>
                <c:pt idx="874">
                  <c:v>3.137</c:v>
                </c:pt>
                <c:pt idx="875">
                  <c:v>3.139</c:v>
                </c:pt>
                <c:pt idx="876">
                  <c:v>3.138</c:v>
                </c:pt>
                <c:pt idx="877">
                  <c:v>3.156</c:v>
                </c:pt>
                <c:pt idx="878">
                  <c:v>3.145</c:v>
                </c:pt>
                <c:pt idx="879">
                  <c:v>3.171</c:v>
                </c:pt>
                <c:pt idx="880">
                  <c:v>3.131</c:v>
                </c:pt>
                <c:pt idx="881">
                  <c:v>3.128</c:v>
                </c:pt>
                <c:pt idx="882">
                  <c:v>3.108</c:v>
                </c:pt>
                <c:pt idx="883">
                  <c:v>3.046</c:v>
                </c:pt>
                <c:pt idx="884">
                  <c:v>3.052</c:v>
                </c:pt>
                <c:pt idx="885">
                  <c:v>3.064</c:v>
                </c:pt>
                <c:pt idx="886">
                  <c:v>3.01</c:v>
                </c:pt>
                <c:pt idx="887">
                  <c:v>2.976</c:v>
                </c:pt>
                <c:pt idx="888">
                  <c:v>2.878</c:v>
                </c:pt>
                <c:pt idx="889">
                  <c:v>2.993</c:v>
                </c:pt>
                <c:pt idx="890">
                  <c:v>3.001</c:v>
                </c:pt>
                <c:pt idx="891">
                  <c:v>2.997</c:v>
                </c:pt>
                <c:pt idx="892">
                  <c:v>3.012</c:v>
                </c:pt>
                <c:pt idx="893">
                  <c:v>3</c:v>
                </c:pt>
                <c:pt idx="894">
                  <c:v>2.974</c:v>
                </c:pt>
                <c:pt idx="895">
                  <c:v>2.945</c:v>
                </c:pt>
                <c:pt idx="896">
                  <c:v>2.973</c:v>
                </c:pt>
                <c:pt idx="897">
                  <c:v>2.985</c:v>
                </c:pt>
                <c:pt idx="898">
                  <c:v>2.999</c:v>
                </c:pt>
                <c:pt idx="899">
                  <c:v>2.997</c:v>
                </c:pt>
                <c:pt idx="900">
                  <c:v>2.98</c:v>
                </c:pt>
                <c:pt idx="901">
                  <c:v>3.005</c:v>
                </c:pt>
                <c:pt idx="902">
                  <c:v>2.974</c:v>
                </c:pt>
                <c:pt idx="903">
                  <c:v>3.073</c:v>
                </c:pt>
                <c:pt idx="904">
                  <c:v>3.054</c:v>
                </c:pt>
                <c:pt idx="905">
                  <c:v>3.075</c:v>
                </c:pt>
                <c:pt idx="906">
                  <c:v>3.088</c:v>
                </c:pt>
                <c:pt idx="907">
                  <c:v>3.121</c:v>
                </c:pt>
                <c:pt idx="908">
                  <c:v>3.12</c:v>
                </c:pt>
                <c:pt idx="909">
                  <c:v>3.052</c:v>
                </c:pt>
                <c:pt idx="910">
                  <c:v>3.03</c:v>
                </c:pt>
                <c:pt idx="911">
                  <c:v>2.99</c:v>
                </c:pt>
                <c:pt idx="912">
                  <c:v>3.032</c:v>
                </c:pt>
                <c:pt idx="913">
                  <c:v>3.01</c:v>
                </c:pt>
                <c:pt idx="914">
                  <c:v>2.943</c:v>
                </c:pt>
                <c:pt idx="915">
                  <c:v>2.97</c:v>
                </c:pt>
                <c:pt idx="916">
                  <c:v>2.928</c:v>
                </c:pt>
                <c:pt idx="917">
                  <c:v>2.979</c:v>
                </c:pt>
                <c:pt idx="918">
                  <c:v>2.989</c:v>
                </c:pt>
                <c:pt idx="919">
                  <c:v>3.022</c:v>
                </c:pt>
                <c:pt idx="920">
                  <c:v>3.026</c:v>
                </c:pt>
                <c:pt idx="921">
                  <c:v>2.997</c:v>
                </c:pt>
                <c:pt idx="922">
                  <c:v>3.001</c:v>
                </c:pt>
                <c:pt idx="923">
                  <c:v>3</c:v>
                </c:pt>
                <c:pt idx="924">
                  <c:v>2.992</c:v>
                </c:pt>
                <c:pt idx="925">
                  <c:v>2.932</c:v>
                </c:pt>
                <c:pt idx="926">
                  <c:v>2.996</c:v>
                </c:pt>
                <c:pt idx="927">
                  <c:v>3.101</c:v>
                </c:pt>
                <c:pt idx="928">
                  <c:v>3.077</c:v>
                </c:pt>
                <c:pt idx="929">
                  <c:v>3.088</c:v>
                </c:pt>
                <c:pt idx="930">
                  <c:v>3.085</c:v>
                </c:pt>
                <c:pt idx="931">
                  <c:v>3.087</c:v>
                </c:pt>
                <c:pt idx="932">
                  <c:v>3.05</c:v>
                </c:pt>
                <c:pt idx="933">
                  <c:v>3.008</c:v>
                </c:pt>
                <c:pt idx="934">
                  <c:v>3.028</c:v>
                </c:pt>
                <c:pt idx="935">
                  <c:v>3.072</c:v>
                </c:pt>
                <c:pt idx="936">
                  <c:v>3.054</c:v>
                </c:pt>
                <c:pt idx="937">
                  <c:v>3.13</c:v>
                </c:pt>
                <c:pt idx="938">
                  <c:v>3.128</c:v>
                </c:pt>
                <c:pt idx="939">
                  <c:v>3.074</c:v>
                </c:pt>
                <c:pt idx="940">
                  <c:v>3.054</c:v>
                </c:pt>
                <c:pt idx="941">
                  <c:v>3.117</c:v>
                </c:pt>
                <c:pt idx="942">
                  <c:v>3.118</c:v>
                </c:pt>
                <c:pt idx="943">
                  <c:v>3.105</c:v>
                </c:pt>
                <c:pt idx="944">
                  <c:v>3.1</c:v>
                </c:pt>
                <c:pt idx="945">
                  <c:v>3.09</c:v>
                </c:pt>
                <c:pt idx="946">
                  <c:v>3.096</c:v>
                </c:pt>
                <c:pt idx="947">
                  <c:v>3.073</c:v>
                </c:pt>
                <c:pt idx="948">
                  <c:v>3.134</c:v>
                </c:pt>
                <c:pt idx="949">
                  <c:v>3.098</c:v>
                </c:pt>
                <c:pt idx="950">
                  <c:v>3.049</c:v>
                </c:pt>
                <c:pt idx="951">
                  <c:v>3.038</c:v>
                </c:pt>
                <c:pt idx="952">
                  <c:v>3.014</c:v>
                </c:pt>
                <c:pt idx="953">
                  <c:v>3.067</c:v>
                </c:pt>
                <c:pt idx="954">
                  <c:v>3.074</c:v>
                </c:pt>
                <c:pt idx="955">
                  <c:v>3.084</c:v>
                </c:pt>
                <c:pt idx="956">
                  <c:v>3.063</c:v>
                </c:pt>
                <c:pt idx="957">
                  <c:v>3.036</c:v>
                </c:pt>
                <c:pt idx="958">
                  <c:v>3.017</c:v>
                </c:pt>
                <c:pt idx="959">
                  <c:v>2.978</c:v>
                </c:pt>
                <c:pt idx="960">
                  <c:v>2.976</c:v>
                </c:pt>
                <c:pt idx="961">
                  <c:v>2.92</c:v>
                </c:pt>
                <c:pt idx="962">
                  <c:v>2.903</c:v>
                </c:pt>
                <c:pt idx="963">
                  <c:v>2.88</c:v>
                </c:pt>
                <c:pt idx="964">
                  <c:v>2.788</c:v>
                </c:pt>
                <c:pt idx="965">
                  <c:v>2.751</c:v>
                </c:pt>
                <c:pt idx="966">
                  <c:v>2.697</c:v>
                </c:pt>
                <c:pt idx="967">
                  <c:v>2.713</c:v>
                </c:pt>
                <c:pt idx="968">
                  <c:v>2.765</c:v>
                </c:pt>
                <c:pt idx="969">
                  <c:v>2.738</c:v>
                </c:pt>
                <c:pt idx="970">
                  <c:v>2.744</c:v>
                </c:pt>
                <c:pt idx="971">
                  <c:v>2.677</c:v>
                </c:pt>
                <c:pt idx="972">
                  <c:v>2.645</c:v>
                </c:pt>
                <c:pt idx="973">
                  <c:v>2.692</c:v>
                </c:pt>
                <c:pt idx="974">
                  <c:v>2.7</c:v>
                </c:pt>
                <c:pt idx="975">
                  <c:v>2.676</c:v>
                </c:pt>
                <c:pt idx="976">
                  <c:v>2.721</c:v>
                </c:pt>
                <c:pt idx="977">
                  <c:v>2.79</c:v>
                </c:pt>
                <c:pt idx="978">
                  <c:v>2.738</c:v>
                </c:pt>
                <c:pt idx="979">
                  <c:v>2.814</c:v>
                </c:pt>
                <c:pt idx="980">
                  <c:v>2.873</c:v>
                </c:pt>
                <c:pt idx="981">
                  <c:v>2.844</c:v>
                </c:pt>
                <c:pt idx="982">
                  <c:v>2.876</c:v>
                </c:pt>
                <c:pt idx="983">
                  <c:v>2.904</c:v>
                </c:pt>
                <c:pt idx="984">
                  <c:v>2.876</c:v>
                </c:pt>
                <c:pt idx="985">
                  <c:v>2.855</c:v>
                </c:pt>
                <c:pt idx="986">
                  <c:v>2.855</c:v>
                </c:pt>
                <c:pt idx="987">
                  <c:v>2.749</c:v>
                </c:pt>
                <c:pt idx="988">
                  <c:v>2.754</c:v>
                </c:pt>
                <c:pt idx="989">
                  <c:v>2.817</c:v>
                </c:pt>
                <c:pt idx="990">
                  <c:v>2.794</c:v>
                </c:pt>
                <c:pt idx="991">
                  <c:v>2.796</c:v>
                </c:pt>
                <c:pt idx="992">
                  <c:v>2.778</c:v>
                </c:pt>
                <c:pt idx="993">
                  <c:v>2.837</c:v>
                </c:pt>
                <c:pt idx="994">
                  <c:v>2.871</c:v>
                </c:pt>
                <c:pt idx="995">
                  <c:v>2.841</c:v>
                </c:pt>
                <c:pt idx="996">
                  <c:v>2.86</c:v>
                </c:pt>
                <c:pt idx="997">
                  <c:v>2.802</c:v>
                </c:pt>
                <c:pt idx="998">
                  <c:v>2.813</c:v>
                </c:pt>
                <c:pt idx="999">
                  <c:v>2.868</c:v>
                </c:pt>
                <c:pt idx="1000">
                  <c:v>2.818</c:v>
                </c:pt>
                <c:pt idx="1001">
                  <c:v>2.827</c:v>
                </c:pt>
                <c:pt idx="1002">
                  <c:v>2.837</c:v>
                </c:pt>
                <c:pt idx="1003">
                  <c:v>2.859</c:v>
                </c:pt>
                <c:pt idx="1004">
                  <c:v>2.859</c:v>
                </c:pt>
                <c:pt idx="1005">
                  <c:v>2.835</c:v>
                </c:pt>
                <c:pt idx="1006">
                  <c:v>2.844</c:v>
                </c:pt>
                <c:pt idx="1007">
                  <c:v>2.818</c:v>
                </c:pt>
                <c:pt idx="1008">
                  <c:v>2.796</c:v>
                </c:pt>
                <c:pt idx="1009">
                  <c:v>2.836</c:v>
                </c:pt>
                <c:pt idx="1010">
                  <c:v>2.83</c:v>
                </c:pt>
                <c:pt idx="1011">
                  <c:v>2.849</c:v>
                </c:pt>
                <c:pt idx="1012">
                  <c:v>2.879</c:v>
                </c:pt>
                <c:pt idx="1013">
                  <c:v>2.872</c:v>
                </c:pt>
                <c:pt idx="1014">
                  <c:v>2.846</c:v>
                </c:pt>
                <c:pt idx="1015">
                  <c:v>2.869</c:v>
                </c:pt>
                <c:pt idx="1016">
                  <c:v>2.878</c:v>
                </c:pt>
                <c:pt idx="1017">
                  <c:v>2.873</c:v>
                </c:pt>
                <c:pt idx="1018">
                  <c:v>2.888</c:v>
                </c:pt>
                <c:pt idx="1019">
                  <c:v>2.856</c:v>
                </c:pt>
                <c:pt idx="1020">
                  <c:v>2.825</c:v>
                </c:pt>
                <c:pt idx="1021">
                  <c:v>2.797</c:v>
                </c:pt>
                <c:pt idx="1022">
                  <c:v>2.752</c:v>
                </c:pt>
                <c:pt idx="1023">
                  <c:v>2.754</c:v>
                </c:pt>
                <c:pt idx="1024">
                  <c:v>2.706</c:v>
                </c:pt>
                <c:pt idx="1025">
                  <c:v>2.703</c:v>
                </c:pt>
                <c:pt idx="1026">
                  <c:v>2.773</c:v>
                </c:pt>
                <c:pt idx="1027">
                  <c:v>2.806</c:v>
                </c:pt>
                <c:pt idx="1028">
                  <c:v>2.773</c:v>
                </c:pt>
                <c:pt idx="1029">
                  <c:v>2.801</c:v>
                </c:pt>
                <c:pt idx="1030">
                  <c:v>2.76</c:v>
                </c:pt>
                <c:pt idx="1031">
                  <c:v>2.763</c:v>
                </c:pt>
                <c:pt idx="1032">
                  <c:v>2.77</c:v>
                </c:pt>
                <c:pt idx="1033">
                  <c:v>2.813</c:v>
                </c:pt>
                <c:pt idx="1034">
                  <c:v>2.805</c:v>
                </c:pt>
                <c:pt idx="1035">
                  <c:v>2.788</c:v>
                </c:pt>
                <c:pt idx="1036">
                  <c:v>2.811</c:v>
                </c:pt>
                <c:pt idx="1037">
                  <c:v>2.792</c:v>
                </c:pt>
                <c:pt idx="1038">
                  <c:v>2.805</c:v>
                </c:pt>
                <c:pt idx="1039">
                  <c:v>2.816</c:v>
                </c:pt>
                <c:pt idx="1040">
                  <c:v>2.821</c:v>
                </c:pt>
                <c:pt idx="1041">
                  <c:v>2.839</c:v>
                </c:pt>
                <c:pt idx="1042">
                  <c:v>2.838</c:v>
                </c:pt>
                <c:pt idx="1043">
                  <c:v>2.842</c:v>
                </c:pt>
                <c:pt idx="1044">
                  <c:v>2.771</c:v>
                </c:pt>
                <c:pt idx="1045">
                  <c:v>2.787</c:v>
                </c:pt>
                <c:pt idx="1046">
                  <c:v>2.767</c:v>
                </c:pt>
                <c:pt idx="1047">
                  <c:v>2.738</c:v>
                </c:pt>
                <c:pt idx="1048">
                  <c:v>2.692</c:v>
                </c:pt>
                <c:pt idx="1049">
                  <c:v>2.648</c:v>
                </c:pt>
                <c:pt idx="1050">
                  <c:v>2.686</c:v>
                </c:pt>
                <c:pt idx="1051">
                  <c:v>2.732</c:v>
                </c:pt>
                <c:pt idx="1052">
                  <c:v>2.702</c:v>
                </c:pt>
                <c:pt idx="1053">
                  <c:v>2.696</c:v>
                </c:pt>
                <c:pt idx="1054">
                  <c:v>2.691</c:v>
                </c:pt>
                <c:pt idx="1055">
                  <c:v>2.664</c:v>
                </c:pt>
                <c:pt idx="1056">
                  <c:v>2.629</c:v>
                </c:pt>
                <c:pt idx="1057">
                  <c:v>2.645</c:v>
                </c:pt>
                <c:pt idx="1058">
                  <c:v>2.62</c:v>
                </c:pt>
                <c:pt idx="1059">
                  <c:v>2.602</c:v>
                </c:pt>
                <c:pt idx="1060">
                  <c:v>2.621</c:v>
                </c:pt>
                <c:pt idx="1061">
                  <c:v>2.598</c:v>
                </c:pt>
                <c:pt idx="1062">
                  <c:v>2.623</c:v>
                </c:pt>
                <c:pt idx="1063">
                  <c:v>2.576</c:v>
                </c:pt>
                <c:pt idx="1064">
                  <c:v>2.588</c:v>
                </c:pt>
                <c:pt idx="1065">
                  <c:v>2.603</c:v>
                </c:pt>
                <c:pt idx="1066">
                  <c:v>2.563</c:v>
                </c:pt>
                <c:pt idx="1067">
                  <c:v>2.593</c:v>
                </c:pt>
                <c:pt idx="1068">
                  <c:v>2.603</c:v>
                </c:pt>
                <c:pt idx="1069">
                  <c:v>2.622</c:v>
                </c:pt>
                <c:pt idx="1070">
                  <c:v>2.67</c:v>
                </c:pt>
                <c:pt idx="1071">
                  <c:v>2.685</c:v>
                </c:pt>
                <c:pt idx="1072">
                  <c:v>2.722</c:v>
                </c:pt>
                <c:pt idx="1073">
                  <c:v>2.718</c:v>
                </c:pt>
                <c:pt idx="1074">
                  <c:v>2.727</c:v>
                </c:pt>
                <c:pt idx="1075">
                  <c:v>2.676</c:v>
                </c:pt>
                <c:pt idx="1076">
                  <c:v>2.747</c:v>
                </c:pt>
                <c:pt idx="1077">
                  <c:v>2.713</c:v>
                </c:pt>
                <c:pt idx="1078">
                  <c:v>2.76</c:v>
                </c:pt>
                <c:pt idx="1079">
                  <c:v>2.755</c:v>
                </c:pt>
                <c:pt idx="1080">
                  <c:v>2.766</c:v>
                </c:pt>
                <c:pt idx="1081">
                  <c:v>2.766</c:v>
                </c:pt>
                <c:pt idx="1082">
                  <c:v>2.709</c:v>
                </c:pt>
                <c:pt idx="1083">
                  <c:v>2.706</c:v>
                </c:pt>
                <c:pt idx="1084">
                  <c:v>2.76</c:v>
                </c:pt>
                <c:pt idx="1085">
                  <c:v>2.786</c:v>
                </c:pt>
                <c:pt idx="1086">
                  <c:v>2.793</c:v>
                </c:pt>
                <c:pt idx="1087">
                  <c:v>2.894</c:v>
                </c:pt>
                <c:pt idx="1088">
                  <c:v>2.891</c:v>
                </c:pt>
                <c:pt idx="1089">
                  <c:v>2.867</c:v>
                </c:pt>
                <c:pt idx="1090">
                  <c:v>2.831</c:v>
                </c:pt>
                <c:pt idx="1091">
                  <c:v>2.837</c:v>
                </c:pt>
                <c:pt idx="1092">
                  <c:v>2.827</c:v>
                </c:pt>
                <c:pt idx="1093">
                  <c:v>2.819</c:v>
                </c:pt>
                <c:pt idx="1094">
                  <c:v>2.864</c:v>
                </c:pt>
                <c:pt idx="1095">
                  <c:v>2.868</c:v>
                </c:pt>
                <c:pt idx="1096">
                  <c:v>2.876</c:v>
                </c:pt>
                <c:pt idx="1097">
                  <c:v>2.874</c:v>
                </c:pt>
                <c:pt idx="1098">
                  <c:v>2.867</c:v>
                </c:pt>
                <c:pt idx="1099">
                  <c:v>2.873</c:v>
                </c:pt>
                <c:pt idx="1100">
                  <c:v>2.823</c:v>
                </c:pt>
                <c:pt idx="1101">
                  <c:v>2.82</c:v>
                </c:pt>
                <c:pt idx="1102">
                  <c:v>2.788</c:v>
                </c:pt>
                <c:pt idx="1103">
                  <c:v>2.785</c:v>
                </c:pt>
                <c:pt idx="1104">
                  <c:v>2.805</c:v>
                </c:pt>
                <c:pt idx="1105">
                  <c:v>2.784</c:v>
                </c:pt>
                <c:pt idx="1106">
                  <c:v>2.832</c:v>
                </c:pt>
                <c:pt idx="1107">
                  <c:v>2.814</c:v>
                </c:pt>
                <c:pt idx="1108">
                  <c:v>2.828</c:v>
                </c:pt>
                <c:pt idx="1109">
                  <c:v>2.84</c:v>
                </c:pt>
                <c:pt idx="1110">
                  <c:v>2.847</c:v>
                </c:pt>
                <c:pt idx="1111">
                  <c:v>2.854</c:v>
                </c:pt>
                <c:pt idx="1112">
                  <c:v>2.814</c:v>
                </c:pt>
                <c:pt idx="1113">
                  <c:v>2.823</c:v>
                </c:pt>
                <c:pt idx="1114">
                  <c:v>2.886</c:v>
                </c:pt>
                <c:pt idx="1115">
                  <c:v>2.877</c:v>
                </c:pt>
                <c:pt idx="1116">
                  <c:v>2.877</c:v>
                </c:pt>
                <c:pt idx="1117">
                  <c:v>2.905</c:v>
                </c:pt>
                <c:pt idx="1118">
                  <c:v>2.873</c:v>
                </c:pt>
                <c:pt idx="1119">
                  <c:v>2.855</c:v>
                </c:pt>
                <c:pt idx="1120">
                  <c:v>2.839</c:v>
                </c:pt>
                <c:pt idx="1121">
                  <c:v>2.83</c:v>
                </c:pt>
                <c:pt idx="1122">
                  <c:v>2.849</c:v>
                </c:pt>
                <c:pt idx="1123">
                  <c:v>2.855</c:v>
                </c:pt>
                <c:pt idx="1124">
                  <c:v>2.829</c:v>
                </c:pt>
                <c:pt idx="1125">
                  <c:v>2.823</c:v>
                </c:pt>
                <c:pt idx="1126">
                  <c:v>2.797</c:v>
                </c:pt>
                <c:pt idx="1127">
                  <c:v>2.785</c:v>
                </c:pt>
                <c:pt idx="1128">
                  <c:v>2.832</c:v>
                </c:pt>
                <c:pt idx="1129">
                  <c:v>2.778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4</c:f>
              <c:strCache>
                <c:ptCount val="1"/>
                <c:pt idx="0">
                  <c:v>기준금리</c:v>
                </c:pt>
              </c:strCache>
            </c:strRef>
          </c:tx>
          <c:spPr>
            <a:noFill/>
            <a:ln cap="rnd" w="9360">
              <a:solidFill>
                <a:srgbClr val="c00000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93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9994"/>
                <c:pt idx="0">
                  <c:v>44200</c:v>
                </c:pt>
                <c:pt idx="1">
                  <c:v>44201</c:v>
                </c:pt>
                <c:pt idx="2">
                  <c:v>44202</c:v>
                </c:pt>
                <c:pt idx="3">
                  <c:v>44203</c:v>
                </c:pt>
                <c:pt idx="4">
                  <c:v>44204</c:v>
                </c:pt>
                <c:pt idx="5">
                  <c:v>44207</c:v>
                </c:pt>
                <c:pt idx="6">
                  <c:v>44208</c:v>
                </c:pt>
                <c:pt idx="7">
                  <c:v>44209</c:v>
                </c:pt>
                <c:pt idx="8">
                  <c:v>44210</c:v>
                </c:pt>
                <c:pt idx="9">
                  <c:v>44211</c:v>
                </c:pt>
                <c:pt idx="10">
                  <c:v>44214</c:v>
                </c:pt>
                <c:pt idx="11">
                  <c:v>44215</c:v>
                </c:pt>
                <c:pt idx="12">
                  <c:v>44216</c:v>
                </c:pt>
                <c:pt idx="13">
                  <c:v>44217</c:v>
                </c:pt>
                <c:pt idx="14">
                  <c:v>44218</c:v>
                </c:pt>
                <c:pt idx="15">
                  <c:v>44221</c:v>
                </c:pt>
                <c:pt idx="16">
                  <c:v>44222</c:v>
                </c:pt>
                <c:pt idx="17">
                  <c:v>44223</c:v>
                </c:pt>
                <c:pt idx="18">
                  <c:v>44224</c:v>
                </c:pt>
                <c:pt idx="19">
                  <c:v>44225</c:v>
                </c:pt>
                <c:pt idx="20">
                  <c:v>44228</c:v>
                </c:pt>
                <c:pt idx="21">
                  <c:v>44229</c:v>
                </c:pt>
                <c:pt idx="22">
                  <c:v>44230</c:v>
                </c:pt>
                <c:pt idx="23">
                  <c:v>44231</c:v>
                </c:pt>
                <c:pt idx="24">
                  <c:v>44232</c:v>
                </c:pt>
                <c:pt idx="25">
                  <c:v>44235</c:v>
                </c:pt>
                <c:pt idx="26">
                  <c:v>44236</c:v>
                </c:pt>
                <c:pt idx="27">
                  <c:v>44237</c:v>
                </c:pt>
                <c:pt idx="28">
                  <c:v>44242</c:v>
                </c:pt>
                <c:pt idx="29">
                  <c:v>44243</c:v>
                </c:pt>
                <c:pt idx="30">
                  <c:v>44244</c:v>
                </c:pt>
                <c:pt idx="31">
                  <c:v>44245</c:v>
                </c:pt>
                <c:pt idx="32">
                  <c:v>44246</c:v>
                </c:pt>
                <c:pt idx="33">
                  <c:v>44249</c:v>
                </c:pt>
                <c:pt idx="34">
                  <c:v>44250</c:v>
                </c:pt>
                <c:pt idx="35">
                  <c:v>44251</c:v>
                </c:pt>
                <c:pt idx="36">
                  <c:v>44252</c:v>
                </c:pt>
                <c:pt idx="37">
                  <c:v>44253</c:v>
                </c:pt>
                <c:pt idx="38">
                  <c:v>44257</c:v>
                </c:pt>
                <c:pt idx="39">
                  <c:v>44258</c:v>
                </c:pt>
                <c:pt idx="40">
                  <c:v>44259</c:v>
                </c:pt>
                <c:pt idx="41">
                  <c:v>44260</c:v>
                </c:pt>
                <c:pt idx="42">
                  <c:v>44263</c:v>
                </c:pt>
                <c:pt idx="43">
                  <c:v>44264</c:v>
                </c:pt>
                <c:pt idx="44">
                  <c:v>44265</c:v>
                </c:pt>
                <c:pt idx="45">
                  <c:v>44266</c:v>
                </c:pt>
                <c:pt idx="46">
                  <c:v>44267</c:v>
                </c:pt>
                <c:pt idx="47">
                  <c:v>44270</c:v>
                </c:pt>
                <c:pt idx="48">
                  <c:v>44271</c:v>
                </c:pt>
                <c:pt idx="49">
                  <c:v>44272</c:v>
                </c:pt>
                <c:pt idx="50">
                  <c:v>44273</c:v>
                </c:pt>
                <c:pt idx="51">
                  <c:v>44274</c:v>
                </c:pt>
                <c:pt idx="52">
                  <c:v>44277</c:v>
                </c:pt>
                <c:pt idx="53">
                  <c:v>44278</c:v>
                </c:pt>
                <c:pt idx="54">
                  <c:v>44279</c:v>
                </c:pt>
                <c:pt idx="55">
                  <c:v>44280</c:v>
                </c:pt>
                <c:pt idx="56">
                  <c:v>44281</c:v>
                </c:pt>
                <c:pt idx="57">
                  <c:v>44284</c:v>
                </c:pt>
                <c:pt idx="58">
                  <c:v>44285</c:v>
                </c:pt>
                <c:pt idx="59">
                  <c:v>44286</c:v>
                </c:pt>
                <c:pt idx="60">
                  <c:v>44287</c:v>
                </c:pt>
                <c:pt idx="61">
                  <c:v>44288</c:v>
                </c:pt>
                <c:pt idx="62">
                  <c:v>44291</c:v>
                </c:pt>
                <c:pt idx="63">
                  <c:v>44292</c:v>
                </c:pt>
                <c:pt idx="64">
                  <c:v>44293</c:v>
                </c:pt>
                <c:pt idx="65">
                  <c:v>44294</c:v>
                </c:pt>
                <c:pt idx="66">
                  <c:v>44295</c:v>
                </c:pt>
                <c:pt idx="67">
                  <c:v>44298</c:v>
                </c:pt>
                <c:pt idx="68">
                  <c:v>44299</c:v>
                </c:pt>
                <c:pt idx="69">
                  <c:v>44300</c:v>
                </c:pt>
                <c:pt idx="70">
                  <c:v>44301</c:v>
                </c:pt>
                <c:pt idx="71">
                  <c:v>44302</c:v>
                </c:pt>
                <c:pt idx="72">
                  <c:v>44305</c:v>
                </c:pt>
                <c:pt idx="73">
                  <c:v>44306</c:v>
                </c:pt>
                <c:pt idx="74">
                  <c:v>44307</c:v>
                </c:pt>
                <c:pt idx="75">
                  <c:v>44308</c:v>
                </c:pt>
                <c:pt idx="76">
                  <c:v>44309</c:v>
                </c:pt>
                <c:pt idx="77">
                  <c:v>44312</c:v>
                </c:pt>
                <c:pt idx="78">
                  <c:v>44313</c:v>
                </c:pt>
                <c:pt idx="79">
                  <c:v>44314</c:v>
                </c:pt>
                <c:pt idx="80">
                  <c:v>44315</c:v>
                </c:pt>
                <c:pt idx="81">
                  <c:v>44316</c:v>
                </c:pt>
                <c:pt idx="82">
                  <c:v>44319</c:v>
                </c:pt>
                <c:pt idx="83">
                  <c:v>44320</c:v>
                </c:pt>
                <c:pt idx="84">
                  <c:v>44322</c:v>
                </c:pt>
                <c:pt idx="85">
                  <c:v>44323</c:v>
                </c:pt>
                <c:pt idx="86">
                  <c:v>44326</c:v>
                </c:pt>
                <c:pt idx="87">
                  <c:v>44327</c:v>
                </c:pt>
                <c:pt idx="88">
                  <c:v>44328</c:v>
                </c:pt>
                <c:pt idx="89">
                  <c:v>44329</c:v>
                </c:pt>
                <c:pt idx="90">
                  <c:v>44330</c:v>
                </c:pt>
                <c:pt idx="91">
                  <c:v>44333</c:v>
                </c:pt>
                <c:pt idx="92">
                  <c:v>44334</c:v>
                </c:pt>
                <c:pt idx="93">
                  <c:v>44336</c:v>
                </c:pt>
                <c:pt idx="94">
                  <c:v>44337</c:v>
                </c:pt>
                <c:pt idx="95">
                  <c:v>44340</c:v>
                </c:pt>
                <c:pt idx="96">
                  <c:v>44341</c:v>
                </c:pt>
                <c:pt idx="97">
                  <c:v>44342</c:v>
                </c:pt>
                <c:pt idx="98">
                  <c:v>44343</c:v>
                </c:pt>
                <c:pt idx="99">
                  <c:v>44344</c:v>
                </c:pt>
                <c:pt idx="100">
                  <c:v>44347</c:v>
                </c:pt>
                <c:pt idx="101">
                  <c:v>44348</c:v>
                </c:pt>
                <c:pt idx="102">
                  <c:v>44349</c:v>
                </c:pt>
                <c:pt idx="103">
                  <c:v>44350</c:v>
                </c:pt>
                <c:pt idx="104">
                  <c:v>44351</c:v>
                </c:pt>
                <c:pt idx="105">
                  <c:v>44354</c:v>
                </c:pt>
                <c:pt idx="106">
                  <c:v>44355</c:v>
                </c:pt>
                <c:pt idx="107">
                  <c:v>44356</c:v>
                </c:pt>
                <c:pt idx="108">
                  <c:v>44357</c:v>
                </c:pt>
                <c:pt idx="109">
                  <c:v>44358</c:v>
                </c:pt>
                <c:pt idx="110">
                  <c:v>44361</c:v>
                </c:pt>
                <c:pt idx="111">
                  <c:v>44362</c:v>
                </c:pt>
                <c:pt idx="112">
                  <c:v>44363</c:v>
                </c:pt>
                <c:pt idx="113">
                  <c:v>44364</c:v>
                </c:pt>
                <c:pt idx="114">
                  <c:v>44365</c:v>
                </c:pt>
                <c:pt idx="115">
                  <c:v>44368</c:v>
                </c:pt>
                <c:pt idx="116">
                  <c:v>44369</c:v>
                </c:pt>
                <c:pt idx="117">
                  <c:v>44370</c:v>
                </c:pt>
                <c:pt idx="118">
                  <c:v>44371</c:v>
                </c:pt>
                <c:pt idx="119">
                  <c:v>44372</c:v>
                </c:pt>
                <c:pt idx="120">
                  <c:v>44375</c:v>
                </c:pt>
                <c:pt idx="121">
                  <c:v>44376</c:v>
                </c:pt>
                <c:pt idx="122">
                  <c:v>44377</c:v>
                </c:pt>
                <c:pt idx="123">
                  <c:v>44378</c:v>
                </c:pt>
                <c:pt idx="124">
                  <c:v>44379</c:v>
                </c:pt>
                <c:pt idx="125">
                  <c:v>44382</c:v>
                </c:pt>
                <c:pt idx="126">
                  <c:v>44383</c:v>
                </c:pt>
                <c:pt idx="127">
                  <c:v>44384</c:v>
                </c:pt>
                <c:pt idx="128">
                  <c:v>44385</c:v>
                </c:pt>
                <c:pt idx="129">
                  <c:v>44386</c:v>
                </c:pt>
                <c:pt idx="130">
                  <c:v>44389</c:v>
                </c:pt>
                <c:pt idx="131">
                  <c:v>44390</c:v>
                </c:pt>
                <c:pt idx="132">
                  <c:v>44391</c:v>
                </c:pt>
                <c:pt idx="133">
                  <c:v>44392</c:v>
                </c:pt>
                <c:pt idx="134">
                  <c:v>44393</c:v>
                </c:pt>
                <c:pt idx="135">
                  <c:v>44396</c:v>
                </c:pt>
                <c:pt idx="136">
                  <c:v>44397</c:v>
                </c:pt>
                <c:pt idx="137">
                  <c:v>44398</c:v>
                </c:pt>
                <c:pt idx="138">
                  <c:v>44399</c:v>
                </c:pt>
                <c:pt idx="139">
                  <c:v>44400</c:v>
                </c:pt>
                <c:pt idx="140">
                  <c:v>44403</c:v>
                </c:pt>
                <c:pt idx="141">
                  <c:v>44404</c:v>
                </c:pt>
                <c:pt idx="142">
                  <c:v>44405</c:v>
                </c:pt>
                <c:pt idx="143">
                  <c:v>44406</c:v>
                </c:pt>
                <c:pt idx="144">
                  <c:v>44407</c:v>
                </c:pt>
                <c:pt idx="145">
                  <c:v>44410</c:v>
                </c:pt>
                <c:pt idx="146">
                  <c:v>44411</c:v>
                </c:pt>
                <c:pt idx="147">
                  <c:v>44412</c:v>
                </c:pt>
                <c:pt idx="148">
                  <c:v>44413</c:v>
                </c:pt>
                <c:pt idx="149">
                  <c:v>44414</c:v>
                </c:pt>
                <c:pt idx="150">
                  <c:v>44417</c:v>
                </c:pt>
                <c:pt idx="151">
                  <c:v>44418</c:v>
                </c:pt>
                <c:pt idx="152">
                  <c:v>44419</c:v>
                </c:pt>
                <c:pt idx="153">
                  <c:v>44420</c:v>
                </c:pt>
                <c:pt idx="154">
                  <c:v>44421</c:v>
                </c:pt>
                <c:pt idx="155">
                  <c:v>44425</c:v>
                </c:pt>
                <c:pt idx="156">
                  <c:v>44426</c:v>
                </c:pt>
                <c:pt idx="157">
                  <c:v>44427</c:v>
                </c:pt>
                <c:pt idx="158">
                  <c:v>44428</c:v>
                </c:pt>
                <c:pt idx="159">
                  <c:v>44431</c:v>
                </c:pt>
                <c:pt idx="160">
                  <c:v>44432</c:v>
                </c:pt>
                <c:pt idx="161">
                  <c:v>44433</c:v>
                </c:pt>
                <c:pt idx="162">
                  <c:v>44434</c:v>
                </c:pt>
                <c:pt idx="163">
                  <c:v>44435</c:v>
                </c:pt>
                <c:pt idx="164">
                  <c:v>44438</c:v>
                </c:pt>
                <c:pt idx="165">
                  <c:v>44439</c:v>
                </c:pt>
                <c:pt idx="166">
                  <c:v>44440</c:v>
                </c:pt>
                <c:pt idx="167">
                  <c:v>44441</c:v>
                </c:pt>
                <c:pt idx="168">
                  <c:v>44442</c:v>
                </c:pt>
                <c:pt idx="169">
                  <c:v>44445</c:v>
                </c:pt>
                <c:pt idx="170">
                  <c:v>44446</c:v>
                </c:pt>
                <c:pt idx="171">
                  <c:v>44447</c:v>
                </c:pt>
                <c:pt idx="172">
                  <c:v>44448</c:v>
                </c:pt>
                <c:pt idx="173">
                  <c:v>44449</c:v>
                </c:pt>
                <c:pt idx="174">
                  <c:v>44452</c:v>
                </c:pt>
                <c:pt idx="175">
                  <c:v>44453</c:v>
                </c:pt>
                <c:pt idx="176">
                  <c:v>44454</c:v>
                </c:pt>
                <c:pt idx="177">
                  <c:v>44455</c:v>
                </c:pt>
                <c:pt idx="178">
                  <c:v>44456</c:v>
                </c:pt>
                <c:pt idx="179">
                  <c:v>44462</c:v>
                </c:pt>
                <c:pt idx="180">
                  <c:v>44463</c:v>
                </c:pt>
                <c:pt idx="181">
                  <c:v>44466</c:v>
                </c:pt>
                <c:pt idx="182">
                  <c:v>44467</c:v>
                </c:pt>
                <c:pt idx="183">
                  <c:v>44468</c:v>
                </c:pt>
                <c:pt idx="184">
                  <c:v>44469</c:v>
                </c:pt>
                <c:pt idx="185">
                  <c:v>44470</c:v>
                </c:pt>
                <c:pt idx="186">
                  <c:v>44474</c:v>
                </c:pt>
                <c:pt idx="187">
                  <c:v>44475</c:v>
                </c:pt>
                <c:pt idx="188">
                  <c:v>44476</c:v>
                </c:pt>
                <c:pt idx="189">
                  <c:v>44477</c:v>
                </c:pt>
                <c:pt idx="190">
                  <c:v>44481</c:v>
                </c:pt>
                <c:pt idx="191">
                  <c:v>44482</c:v>
                </c:pt>
                <c:pt idx="192">
                  <c:v>44483</c:v>
                </c:pt>
                <c:pt idx="193">
                  <c:v>44484</c:v>
                </c:pt>
                <c:pt idx="194">
                  <c:v>44487</c:v>
                </c:pt>
                <c:pt idx="195">
                  <c:v>44488</c:v>
                </c:pt>
                <c:pt idx="196">
                  <c:v>44489</c:v>
                </c:pt>
                <c:pt idx="197">
                  <c:v>44490</c:v>
                </c:pt>
                <c:pt idx="198">
                  <c:v>44491</c:v>
                </c:pt>
                <c:pt idx="199">
                  <c:v>44494</c:v>
                </c:pt>
                <c:pt idx="200">
                  <c:v>44495</c:v>
                </c:pt>
                <c:pt idx="201">
                  <c:v>44496</c:v>
                </c:pt>
                <c:pt idx="202">
                  <c:v>44497</c:v>
                </c:pt>
                <c:pt idx="203">
                  <c:v>44498</c:v>
                </c:pt>
                <c:pt idx="204">
                  <c:v>44501</c:v>
                </c:pt>
                <c:pt idx="205">
                  <c:v>44502</c:v>
                </c:pt>
                <c:pt idx="206">
                  <c:v>44503</c:v>
                </c:pt>
                <c:pt idx="207">
                  <c:v>44504</c:v>
                </c:pt>
                <c:pt idx="208">
                  <c:v>44505</c:v>
                </c:pt>
                <c:pt idx="209">
                  <c:v>44508</c:v>
                </c:pt>
                <c:pt idx="210">
                  <c:v>44509</c:v>
                </c:pt>
                <c:pt idx="211">
                  <c:v>44510</c:v>
                </c:pt>
                <c:pt idx="212">
                  <c:v>44511</c:v>
                </c:pt>
                <c:pt idx="213">
                  <c:v>44512</c:v>
                </c:pt>
                <c:pt idx="214">
                  <c:v>44515</c:v>
                </c:pt>
                <c:pt idx="215">
                  <c:v>44516</c:v>
                </c:pt>
                <c:pt idx="216">
                  <c:v>44517</c:v>
                </c:pt>
                <c:pt idx="217">
                  <c:v>44518</c:v>
                </c:pt>
                <c:pt idx="218">
                  <c:v>44519</c:v>
                </c:pt>
                <c:pt idx="219">
                  <c:v>44522</c:v>
                </c:pt>
                <c:pt idx="220">
                  <c:v>44523</c:v>
                </c:pt>
                <c:pt idx="221">
                  <c:v>44524</c:v>
                </c:pt>
                <c:pt idx="222">
                  <c:v>44525</c:v>
                </c:pt>
                <c:pt idx="223">
                  <c:v>44526</c:v>
                </c:pt>
                <c:pt idx="224">
                  <c:v>44529</c:v>
                </c:pt>
                <c:pt idx="225">
                  <c:v>44530</c:v>
                </c:pt>
                <c:pt idx="226">
                  <c:v>44531</c:v>
                </c:pt>
                <c:pt idx="227">
                  <c:v>44532</c:v>
                </c:pt>
                <c:pt idx="228">
                  <c:v>44533</c:v>
                </c:pt>
                <c:pt idx="229">
                  <c:v>44536</c:v>
                </c:pt>
                <c:pt idx="230">
                  <c:v>44537</c:v>
                </c:pt>
                <c:pt idx="231">
                  <c:v>44538</c:v>
                </c:pt>
                <c:pt idx="232">
                  <c:v>44539</c:v>
                </c:pt>
                <c:pt idx="233">
                  <c:v>44540</c:v>
                </c:pt>
                <c:pt idx="234">
                  <c:v>44543</c:v>
                </c:pt>
                <c:pt idx="235">
                  <c:v>44544</c:v>
                </c:pt>
                <c:pt idx="236">
                  <c:v>44545</c:v>
                </c:pt>
                <c:pt idx="237">
                  <c:v>44546</c:v>
                </c:pt>
                <c:pt idx="238">
                  <c:v>44547</c:v>
                </c:pt>
                <c:pt idx="239">
                  <c:v>44550</c:v>
                </c:pt>
                <c:pt idx="240">
                  <c:v>44551</c:v>
                </c:pt>
                <c:pt idx="241">
                  <c:v>44552</c:v>
                </c:pt>
                <c:pt idx="242">
                  <c:v>44553</c:v>
                </c:pt>
                <c:pt idx="243">
                  <c:v>44554</c:v>
                </c:pt>
                <c:pt idx="244">
                  <c:v>44557</c:v>
                </c:pt>
                <c:pt idx="245">
                  <c:v>44558</c:v>
                </c:pt>
                <c:pt idx="246">
                  <c:v>44559</c:v>
                </c:pt>
                <c:pt idx="247">
                  <c:v>44560</c:v>
                </c:pt>
                <c:pt idx="248">
                  <c:v>44561</c:v>
                </c:pt>
                <c:pt idx="249">
                  <c:v>44564</c:v>
                </c:pt>
                <c:pt idx="250">
                  <c:v>44565</c:v>
                </c:pt>
                <c:pt idx="251">
                  <c:v>44566</c:v>
                </c:pt>
                <c:pt idx="252">
                  <c:v>44567</c:v>
                </c:pt>
                <c:pt idx="253">
                  <c:v>44568</c:v>
                </c:pt>
                <c:pt idx="254">
                  <c:v>44571</c:v>
                </c:pt>
                <c:pt idx="255">
                  <c:v>44572</c:v>
                </c:pt>
                <c:pt idx="256">
                  <c:v>44573</c:v>
                </c:pt>
                <c:pt idx="257">
                  <c:v>44574</c:v>
                </c:pt>
                <c:pt idx="258">
                  <c:v>44575</c:v>
                </c:pt>
                <c:pt idx="259">
                  <c:v>44578</c:v>
                </c:pt>
                <c:pt idx="260">
                  <c:v>44579</c:v>
                </c:pt>
                <c:pt idx="261">
                  <c:v>44580</c:v>
                </c:pt>
                <c:pt idx="262">
                  <c:v>44581</c:v>
                </c:pt>
                <c:pt idx="263">
                  <c:v>44582</c:v>
                </c:pt>
                <c:pt idx="264">
                  <c:v>44585</c:v>
                </c:pt>
                <c:pt idx="265">
                  <c:v>44586</c:v>
                </c:pt>
                <c:pt idx="266">
                  <c:v>44587</c:v>
                </c:pt>
                <c:pt idx="267">
                  <c:v>44588</c:v>
                </c:pt>
                <c:pt idx="268">
                  <c:v>44589</c:v>
                </c:pt>
                <c:pt idx="269">
                  <c:v>44595</c:v>
                </c:pt>
                <c:pt idx="270">
                  <c:v>44596</c:v>
                </c:pt>
                <c:pt idx="271">
                  <c:v>44599</c:v>
                </c:pt>
                <c:pt idx="272">
                  <c:v>44600</c:v>
                </c:pt>
                <c:pt idx="273">
                  <c:v>44601</c:v>
                </c:pt>
                <c:pt idx="274">
                  <c:v>44602</c:v>
                </c:pt>
                <c:pt idx="275">
                  <c:v>44603</c:v>
                </c:pt>
                <c:pt idx="276">
                  <c:v>44606</c:v>
                </c:pt>
                <c:pt idx="277">
                  <c:v>44607</c:v>
                </c:pt>
                <c:pt idx="278">
                  <c:v>44608</c:v>
                </c:pt>
                <c:pt idx="279">
                  <c:v>44609</c:v>
                </c:pt>
                <c:pt idx="280">
                  <c:v>44610</c:v>
                </c:pt>
                <c:pt idx="281">
                  <c:v>44613</c:v>
                </c:pt>
                <c:pt idx="282">
                  <c:v>44614</c:v>
                </c:pt>
                <c:pt idx="283">
                  <c:v>44615</c:v>
                </c:pt>
                <c:pt idx="284">
                  <c:v>44616</c:v>
                </c:pt>
                <c:pt idx="285">
                  <c:v>44617</c:v>
                </c:pt>
                <c:pt idx="286">
                  <c:v>44620</c:v>
                </c:pt>
                <c:pt idx="287">
                  <c:v>44622</c:v>
                </c:pt>
                <c:pt idx="288">
                  <c:v>44623</c:v>
                </c:pt>
                <c:pt idx="289">
                  <c:v>44624</c:v>
                </c:pt>
                <c:pt idx="290">
                  <c:v>44627</c:v>
                </c:pt>
                <c:pt idx="291">
                  <c:v>44628</c:v>
                </c:pt>
                <c:pt idx="292">
                  <c:v>44630</c:v>
                </c:pt>
                <c:pt idx="293">
                  <c:v>44631</c:v>
                </c:pt>
                <c:pt idx="294">
                  <c:v>44634</c:v>
                </c:pt>
                <c:pt idx="295">
                  <c:v>44635</c:v>
                </c:pt>
                <c:pt idx="296">
                  <c:v>44636</c:v>
                </c:pt>
                <c:pt idx="297">
                  <c:v>44637</c:v>
                </c:pt>
                <c:pt idx="298">
                  <c:v>44638</c:v>
                </c:pt>
                <c:pt idx="299">
                  <c:v>44641</c:v>
                </c:pt>
                <c:pt idx="300">
                  <c:v>44642</c:v>
                </c:pt>
                <c:pt idx="301">
                  <c:v>44643</c:v>
                </c:pt>
                <c:pt idx="302">
                  <c:v>44644</c:v>
                </c:pt>
                <c:pt idx="303">
                  <c:v>44645</c:v>
                </c:pt>
                <c:pt idx="304">
                  <c:v>44648</c:v>
                </c:pt>
                <c:pt idx="305">
                  <c:v>44649</c:v>
                </c:pt>
                <c:pt idx="306">
                  <c:v>44650</c:v>
                </c:pt>
                <c:pt idx="307">
                  <c:v>44651</c:v>
                </c:pt>
                <c:pt idx="308">
                  <c:v>44652</c:v>
                </c:pt>
                <c:pt idx="309">
                  <c:v>44655</c:v>
                </c:pt>
                <c:pt idx="310">
                  <c:v>44656</c:v>
                </c:pt>
                <c:pt idx="311">
                  <c:v>44657</c:v>
                </c:pt>
                <c:pt idx="312">
                  <c:v>44658</c:v>
                </c:pt>
                <c:pt idx="313">
                  <c:v>44659</c:v>
                </c:pt>
                <c:pt idx="314">
                  <c:v>44662</c:v>
                </c:pt>
                <c:pt idx="315">
                  <c:v>44663</c:v>
                </c:pt>
                <c:pt idx="316">
                  <c:v>44664</c:v>
                </c:pt>
                <c:pt idx="317">
                  <c:v>44665</c:v>
                </c:pt>
                <c:pt idx="318">
                  <c:v>44666</c:v>
                </c:pt>
                <c:pt idx="319">
                  <c:v>44669</c:v>
                </c:pt>
                <c:pt idx="320">
                  <c:v>44670</c:v>
                </c:pt>
                <c:pt idx="321">
                  <c:v>44671</c:v>
                </c:pt>
                <c:pt idx="322">
                  <c:v>44672</c:v>
                </c:pt>
                <c:pt idx="323">
                  <c:v>44673</c:v>
                </c:pt>
                <c:pt idx="324">
                  <c:v>44676</c:v>
                </c:pt>
                <c:pt idx="325">
                  <c:v>44677</c:v>
                </c:pt>
                <c:pt idx="326">
                  <c:v>44678</c:v>
                </c:pt>
                <c:pt idx="327">
                  <c:v>44679</c:v>
                </c:pt>
                <c:pt idx="328">
                  <c:v>44680</c:v>
                </c:pt>
                <c:pt idx="329">
                  <c:v>44683</c:v>
                </c:pt>
                <c:pt idx="330">
                  <c:v>44684</c:v>
                </c:pt>
                <c:pt idx="331">
                  <c:v>44685</c:v>
                </c:pt>
                <c:pt idx="332">
                  <c:v>44687</c:v>
                </c:pt>
                <c:pt idx="333">
                  <c:v>44690</c:v>
                </c:pt>
                <c:pt idx="334">
                  <c:v>44691</c:v>
                </c:pt>
                <c:pt idx="335">
                  <c:v>44692</c:v>
                </c:pt>
                <c:pt idx="336">
                  <c:v>44693</c:v>
                </c:pt>
                <c:pt idx="337">
                  <c:v>44694</c:v>
                </c:pt>
                <c:pt idx="338">
                  <c:v>44697</c:v>
                </c:pt>
                <c:pt idx="339">
                  <c:v>44698</c:v>
                </c:pt>
                <c:pt idx="340">
                  <c:v>44699</c:v>
                </c:pt>
                <c:pt idx="341">
                  <c:v>44700</c:v>
                </c:pt>
                <c:pt idx="342">
                  <c:v>44701</c:v>
                </c:pt>
                <c:pt idx="343">
                  <c:v>44704</c:v>
                </c:pt>
                <c:pt idx="344">
                  <c:v>44705</c:v>
                </c:pt>
                <c:pt idx="345">
                  <c:v>44706</c:v>
                </c:pt>
                <c:pt idx="346">
                  <c:v>44707</c:v>
                </c:pt>
                <c:pt idx="347">
                  <c:v>44708</c:v>
                </c:pt>
                <c:pt idx="348">
                  <c:v>44711</c:v>
                </c:pt>
                <c:pt idx="349">
                  <c:v>44712</c:v>
                </c:pt>
                <c:pt idx="350">
                  <c:v>44714</c:v>
                </c:pt>
                <c:pt idx="351">
                  <c:v>44715</c:v>
                </c:pt>
                <c:pt idx="352">
                  <c:v>44719</c:v>
                </c:pt>
                <c:pt idx="353">
                  <c:v>44720</c:v>
                </c:pt>
                <c:pt idx="354">
                  <c:v>44721</c:v>
                </c:pt>
                <c:pt idx="355">
                  <c:v>44722</c:v>
                </c:pt>
                <c:pt idx="356">
                  <c:v>44725</c:v>
                </c:pt>
                <c:pt idx="357">
                  <c:v>44726</c:v>
                </c:pt>
                <c:pt idx="358">
                  <c:v>44727</c:v>
                </c:pt>
                <c:pt idx="359">
                  <c:v>44728</c:v>
                </c:pt>
                <c:pt idx="360">
                  <c:v>44729</c:v>
                </c:pt>
                <c:pt idx="361">
                  <c:v>44732</c:v>
                </c:pt>
                <c:pt idx="362">
                  <c:v>44733</c:v>
                </c:pt>
                <c:pt idx="363">
                  <c:v>44734</c:v>
                </c:pt>
                <c:pt idx="364">
                  <c:v>44735</c:v>
                </c:pt>
                <c:pt idx="365">
                  <c:v>44736</c:v>
                </c:pt>
                <c:pt idx="366">
                  <c:v>44739</c:v>
                </c:pt>
                <c:pt idx="367">
                  <c:v>44740</c:v>
                </c:pt>
                <c:pt idx="368">
                  <c:v>44741</c:v>
                </c:pt>
                <c:pt idx="369">
                  <c:v>44742</c:v>
                </c:pt>
                <c:pt idx="370">
                  <c:v>44743</c:v>
                </c:pt>
                <c:pt idx="371">
                  <c:v>44746</c:v>
                </c:pt>
                <c:pt idx="372">
                  <c:v>44747</c:v>
                </c:pt>
                <c:pt idx="373">
                  <c:v>44748</c:v>
                </c:pt>
                <c:pt idx="374">
                  <c:v>44749</c:v>
                </c:pt>
                <c:pt idx="375">
                  <c:v>44750</c:v>
                </c:pt>
                <c:pt idx="376">
                  <c:v>44753</c:v>
                </c:pt>
                <c:pt idx="377">
                  <c:v>44754</c:v>
                </c:pt>
                <c:pt idx="378">
                  <c:v>44755</c:v>
                </c:pt>
                <c:pt idx="379">
                  <c:v>44756</c:v>
                </c:pt>
                <c:pt idx="380">
                  <c:v>44757</c:v>
                </c:pt>
                <c:pt idx="381">
                  <c:v>44760</c:v>
                </c:pt>
                <c:pt idx="382">
                  <c:v>44761</c:v>
                </c:pt>
                <c:pt idx="383">
                  <c:v>44762</c:v>
                </c:pt>
                <c:pt idx="384">
                  <c:v>44763</c:v>
                </c:pt>
                <c:pt idx="385">
                  <c:v>44764</c:v>
                </c:pt>
                <c:pt idx="386">
                  <c:v>44767</c:v>
                </c:pt>
                <c:pt idx="387">
                  <c:v>44768</c:v>
                </c:pt>
                <c:pt idx="388">
                  <c:v>44769</c:v>
                </c:pt>
                <c:pt idx="389">
                  <c:v>44770</c:v>
                </c:pt>
                <c:pt idx="390">
                  <c:v>44771</c:v>
                </c:pt>
                <c:pt idx="391">
                  <c:v>44774</c:v>
                </c:pt>
                <c:pt idx="392">
                  <c:v>44775</c:v>
                </c:pt>
                <c:pt idx="393">
                  <c:v>44776</c:v>
                </c:pt>
                <c:pt idx="394">
                  <c:v>44777</c:v>
                </c:pt>
                <c:pt idx="395">
                  <c:v>44778</c:v>
                </c:pt>
                <c:pt idx="396">
                  <c:v>44781</c:v>
                </c:pt>
                <c:pt idx="397">
                  <c:v>44782</c:v>
                </c:pt>
                <c:pt idx="398">
                  <c:v>44783</c:v>
                </c:pt>
                <c:pt idx="399">
                  <c:v>44784</c:v>
                </c:pt>
                <c:pt idx="400">
                  <c:v>44785</c:v>
                </c:pt>
                <c:pt idx="401">
                  <c:v>44789</c:v>
                </c:pt>
                <c:pt idx="402">
                  <c:v>44790</c:v>
                </c:pt>
                <c:pt idx="403">
                  <c:v>44791</c:v>
                </c:pt>
                <c:pt idx="404">
                  <c:v>44792</c:v>
                </c:pt>
                <c:pt idx="405">
                  <c:v>44795</c:v>
                </c:pt>
                <c:pt idx="406">
                  <c:v>44796</c:v>
                </c:pt>
                <c:pt idx="407">
                  <c:v>44797</c:v>
                </c:pt>
                <c:pt idx="408">
                  <c:v>44798</c:v>
                </c:pt>
                <c:pt idx="409">
                  <c:v>44799</c:v>
                </c:pt>
                <c:pt idx="410">
                  <c:v>44802</c:v>
                </c:pt>
                <c:pt idx="411">
                  <c:v>44803</c:v>
                </c:pt>
                <c:pt idx="412">
                  <c:v>44804</c:v>
                </c:pt>
                <c:pt idx="413">
                  <c:v>44805</c:v>
                </c:pt>
                <c:pt idx="414">
                  <c:v>44806</c:v>
                </c:pt>
                <c:pt idx="415">
                  <c:v>44809</c:v>
                </c:pt>
                <c:pt idx="416">
                  <c:v>44810</c:v>
                </c:pt>
                <c:pt idx="417">
                  <c:v>44811</c:v>
                </c:pt>
                <c:pt idx="418">
                  <c:v>44812</c:v>
                </c:pt>
                <c:pt idx="419">
                  <c:v>44817</c:v>
                </c:pt>
                <c:pt idx="420">
                  <c:v>44818</c:v>
                </c:pt>
                <c:pt idx="421">
                  <c:v>44819</c:v>
                </c:pt>
                <c:pt idx="422">
                  <c:v>44820</c:v>
                </c:pt>
                <c:pt idx="423">
                  <c:v>44823</c:v>
                </c:pt>
                <c:pt idx="424">
                  <c:v>44824</c:v>
                </c:pt>
                <c:pt idx="425">
                  <c:v>44825</c:v>
                </c:pt>
                <c:pt idx="426">
                  <c:v>44826</c:v>
                </c:pt>
                <c:pt idx="427">
                  <c:v>44827</c:v>
                </c:pt>
                <c:pt idx="428">
                  <c:v>44830</c:v>
                </c:pt>
                <c:pt idx="429">
                  <c:v>44831</c:v>
                </c:pt>
                <c:pt idx="430">
                  <c:v>44832</c:v>
                </c:pt>
                <c:pt idx="431">
                  <c:v>44833</c:v>
                </c:pt>
                <c:pt idx="432">
                  <c:v>44834</c:v>
                </c:pt>
                <c:pt idx="433">
                  <c:v>44838</c:v>
                </c:pt>
                <c:pt idx="434">
                  <c:v>44839</c:v>
                </c:pt>
                <c:pt idx="435">
                  <c:v>44840</c:v>
                </c:pt>
                <c:pt idx="436">
                  <c:v>44841</c:v>
                </c:pt>
                <c:pt idx="437">
                  <c:v>44845</c:v>
                </c:pt>
                <c:pt idx="438">
                  <c:v>44846</c:v>
                </c:pt>
                <c:pt idx="439">
                  <c:v>44847</c:v>
                </c:pt>
                <c:pt idx="440">
                  <c:v>44848</c:v>
                </c:pt>
                <c:pt idx="441">
                  <c:v>44851</c:v>
                </c:pt>
                <c:pt idx="442">
                  <c:v>44852</c:v>
                </c:pt>
                <c:pt idx="443">
                  <c:v>44853</c:v>
                </c:pt>
                <c:pt idx="444">
                  <c:v>44854</c:v>
                </c:pt>
                <c:pt idx="445">
                  <c:v>44855</c:v>
                </c:pt>
                <c:pt idx="446">
                  <c:v>44858</c:v>
                </c:pt>
                <c:pt idx="447">
                  <c:v>44859</c:v>
                </c:pt>
                <c:pt idx="448">
                  <c:v>44860</c:v>
                </c:pt>
                <c:pt idx="449">
                  <c:v>44861</c:v>
                </c:pt>
                <c:pt idx="450">
                  <c:v>44862</c:v>
                </c:pt>
                <c:pt idx="451">
                  <c:v>44865</c:v>
                </c:pt>
                <c:pt idx="452">
                  <c:v>44866</c:v>
                </c:pt>
                <c:pt idx="453">
                  <c:v>44867</c:v>
                </c:pt>
                <c:pt idx="454">
                  <c:v>44868</c:v>
                </c:pt>
                <c:pt idx="455">
                  <c:v>44869</c:v>
                </c:pt>
                <c:pt idx="456">
                  <c:v>44872</c:v>
                </c:pt>
                <c:pt idx="457">
                  <c:v>44873</c:v>
                </c:pt>
                <c:pt idx="458">
                  <c:v>44874</c:v>
                </c:pt>
                <c:pt idx="459">
                  <c:v>44875</c:v>
                </c:pt>
                <c:pt idx="460">
                  <c:v>44876</c:v>
                </c:pt>
                <c:pt idx="461">
                  <c:v>44879</c:v>
                </c:pt>
                <c:pt idx="462">
                  <c:v>44880</c:v>
                </c:pt>
                <c:pt idx="463">
                  <c:v>44881</c:v>
                </c:pt>
                <c:pt idx="464">
                  <c:v>44882</c:v>
                </c:pt>
                <c:pt idx="465">
                  <c:v>44883</c:v>
                </c:pt>
                <c:pt idx="466">
                  <c:v>44886</c:v>
                </c:pt>
                <c:pt idx="467">
                  <c:v>44887</c:v>
                </c:pt>
                <c:pt idx="468">
                  <c:v>44888</c:v>
                </c:pt>
                <c:pt idx="469">
                  <c:v>44889</c:v>
                </c:pt>
                <c:pt idx="470">
                  <c:v>44890</c:v>
                </c:pt>
                <c:pt idx="471">
                  <c:v>44893</c:v>
                </c:pt>
                <c:pt idx="472">
                  <c:v>44894</c:v>
                </c:pt>
                <c:pt idx="473">
                  <c:v>44895</c:v>
                </c:pt>
                <c:pt idx="474">
                  <c:v>44896</c:v>
                </c:pt>
                <c:pt idx="475">
                  <c:v>44897</c:v>
                </c:pt>
                <c:pt idx="476">
                  <c:v>44900</c:v>
                </c:pt>
                <c:pt idx="477">
                  <c:v>44901</c:v>
                </c:pt>
                <c:pt idx="478">
                  <c:v>44902</c:v>
                </c:pt>
                <c:pt idx="479">
                  <c:v>44903</c:v>
                </c:pt>
                <c:pt idx="480">
                  <c:v>44904</c:v>
                </c:pt>
                <c:pt idx="481">
                  <c:v>44907</c:v>
                </c:pt>
                <c:pt idx="482">
                  <c:v>44908</c:v>
                </c:pt>
                <c:pt idx="483">
                  <c:v>44909</c:v>
                </c:pt>
                <c:pt idx="484">
                  <c:v>44910</c:v>
                </c:pt>
                <c:pt idx="485">
                  <c:v>44911</c:v>
                </c:pt>
                <c:pt idx="486">
                  <c:v>44914</c:v>
                </c:pt>
                <c:pt idx="487">
                  <c:v>44915</c:v>
                </c:pt>
                <c:pt idx="488">
                  <c:v>44916</c:v>
                </c:pt>
                <c:pt idx="489">
                  <c:v>44917</c:v>
                </c:pt>
                <c:pt idx="490">
                  <c:v>44918</c:v>
                </c:pt>
                <c:pt idx="491">
                  <c:v>44921</c:v>
                </c:pt>
                <c:pt idx="492">
                  <c:v>44922</c:v>
                </c:pt>
                <c:pt idx="493">
                  <c:v>44923</c:v>
                </c:pt>
                <c:pt idx="494">
                  <c:v>44924</c:v>
                </c:pt>
                <c:pt idx="495">
                  <c:v>44925</c:v>
                </c:pt>
                <c:pt idx="496">
                  <c:v>44928</c:v>
                </c:pt>
                <c:pt idx="497">
                  <c:v>44929</c:v>
                </c:pt>
                <c:pt idx="498">
                  <c:v>44930</c:v>
                </c:pt>
                <c:pt idx="499">
                  <c:v>44931</c:v>
                </c:pt>
                <c:pt idx="500">
                  <c:v>44932</c:v>
                </c:pt>
                <c:pt idx="501">
                  <c:v>44935</c:v>
                </c:pt>
                <c:pt idx="502">
                  <c:v>44936</c:v>
                </c:pt>
                <c:pt idx="503">
                  <c:v>44937</c:v>
                </c:pt>
                <c:pt idx="504">
                  <c:v>44938</c:v>
                </c:pt>
                <c:pt idx="505">
                  <c:v>44939</c:v>
                </c:pt>
                <c:pt idx="506">
                  <c:v>44942</c:v>
                </c:pt>
                <c:pt idx="507">
                  <c:v>44943</c:v>
                </c:pt>
                <c:pt idx="508">
                  <c:v>44944</c:v>
                </c:pt>
                <c:pt idx="509">
                  <c:v>44945</c:v>
                </c:pt>
                <c:pt idx="510">
                  <c:v>44946</c:v>
                </c:pt>
                <c:pt idx="511">
                  <c:v>44951</c:v>
                </c:pt>
                <c:pt idx="512">
                  <c:v>44952</c:v>
                </c:pt>
                <c:pt idx="513">
                  <c:v>44953</c:v>
                </c:pt>
                <c:pt idx="514">
                  <c:v>44956</c:v>
                </c:pt>
                <c:pt idx="515">
                  <c:v>44957</c:v>
                </c:pt>
                <c:pt idx="516">
                  <c:v>44958</c:v>
                </c:pt>
                <c:pt idx="517">
                  <c:v>44959</c:v>
                </c:pt>
                <c:pt idx="518">
                  <c:v>44960</c:v>
                </c:pt>
                <c:pt idx="519">
                  <c:v>44963</c:v>
                </c:pt>
                <c:pt idx="520">
                  <c:v>44964</c:v>
                </c:pt>
                <c:pt idx="521">
                  <c:v>44965</c:v>
                </c:pt>
                <c:pt idx="522">
                  <c:v>44966</c:v>
                </c:pt>
                <c:pt idx="523">
                  <c:v>44967</c:v>
                </c:pt>
                <c:pt idx="524">
                  <c:v>44970</c:v>
                </c:pt>
                <c:pt idx="525">
                  <c:v>44971</c:v>
                </c:pt>
                <c:pt idx="526">
                  <c:v>44972</c:v>
                </c:pt>
                <c:pt idx="527">
                  <c:v>44973</c:v>
                </c:pt>
                <c:pt idx="528">
                  <c:v>44974</c:v>
                </c:pt>
                <c:pt idx="529">
                  <c:v>44977</c:v>
                </c:pt>
                <c:pt idx="530">
                  <c:v>44978</c:v>
                </c:pt>
                <c:pt idx="531">
                  <c:v>44979</c:v>
                </c:pt>
                <c:pt idx="532">
                  <c:v>44980</c:v>
                </c:pt>
                <c:pt idx="533">
                  <c:v>44981</c:v>
                </c:pt>
                <c:pt idx="534">
                  <c:v>44984</c:v>
                </c:pt>
                <c:pt idx="535">
                  <c:v>44985</c:v>
                </c:pt>
                <c:pt idx="536">
                  <c:v>44987</c:v>
                </c:pt>
                <c:pt idx="537">
                  <c:v>44988</c:v>
                </c:pt>
                <c:pt idx="538">
                  <c:v>44991</c:v>
                </c:pt>
                <c:pt idx="539">
                  <c:v>44992</c:v>
                </c:pt>
                <c:pt idx="540">
                  <c:v>44993</c:v>
                </c:pt>
                <c:pt idx="541">
                  <c:v>44994</c:v>
                </c:pt>
                <c:pt idx="542">
                  <c:v>44995</c:v>
                </c:pt>
                <c:pt idx="543">
                  <c:v>44998</c:v>
                </c:pt>
                <c:pt idx="544">
                  <c:v>44999</c:v>
                </c:pt>
                <c:pt idx="545">
                  <c:v>45000</c:v>
                </c:pt>
                <c:pt idx="546">
                  <c:v>45001</c:v>
                </c:pt>
                <c:pt idx="547">
                  <c:v>45002</c:v>
                </c:pt>
                <c:pt idx="548">
                  <c:v>45005</c:v>
                </c:pt>
                <c:pt idx="549">
                  <c:v>45006</c:v>
                </c:pt>
                <c:pt idx="550">
                  <c:v>45007</c:v>
                </c:pt>
                <c:pt idx="551">
                  <c:v>45008</c:v>
                </c:pt>
                <c:pt idx="552">
                  <c:v>45009</c:v>
                </c:pt>
                <c:pt idx="553">
                  <c:v>45012</c:v>
                </c:pt>
                <c:pt idx="554">
                  <c:v>45013</c:v>
                </c:pt>
                <c:pt idx="555">
                  <c:v>45014</c:v>
                </c:pt>
                <c:pt idx="556">
                  <c:v>45015</c:v>
                </c:pt>
                <c:pt idx="557">
                  <c:v>45016</c:v>
                </c:pt>
                <c:pt idx="558">
                  <c:v>45019</c:v>
                </c:pt>
                <c:pt idx="559">
                  <c:v>45020</c:v>
                </c:pt>
                <c:pt idx="560">
                  <c:v>45021</c:v>
                </c:pt>
                <c:pt idx="561">
                  <c:v>45022</c:v>
                </c:pt>
                <c:pt idx="562">
                  <c:v>45023</c:v>
                </c:pt>
                <c:pt idx="563">
                  <c:v>45026</c:v>
                </c:pt>
                <c:pt idx="564">
                  <c:v>45027</c:v>
                </c:pt>
                <c:pt idx="565">
                  <c:v>45028</c:v>
                </c:pt>
                <c:pt idx="566">
                  <c:v>45029</c:v>
                </c:pt>
                <c:pt idx="567">
                  <c:v>45030</c:v>
                </c:pt>
                <c:pt idx="568">
                  <c:v>45033</c:v>
                </c:pt>
                <c:pt idx="569">
                  <c:v>45034</c:v>
                </c:pt>
                <c:pt idx="570">
                  <c:v>45035</c:v>
                </c:pt>
                <c:pt idx="571">
                  <c:v>45036</c:v>
                </c:pt>
                <c:pt idx="572">
                  <c:v>45037</c:v>
                </c:pt>
                <c:pt idx="573">
                  <c:v>45040</c:v>
                </c:pt>
                <c:pt idx="574">
                  <c:v>45041</c:v>
                </c:pt>
                <c:pt idx="575">
                  <c:v>45042</c:v>
                </c:pt>
                <c:pt idx="576">
                  <c:v>45043</c:v>
                </c:pt>
                <c:pt idx="577">
                  <c:v>45044</c:v>
                </c:pt>
                <c:pt idx="578">
                  <c:v>45048</c:v>
                </c:pt>
                <c:pt idx="579">
                  <c:v>45049</c:v>
                </c:pt>
                <c:pt idx="580">
                  <c:v>45050</c:v>
                </c:pt>
                <c:pt idx="581">
                  <c:v>45054</c:v>
                </c:pt>
                <c:pt idx="582">
                  <c:v>45055</c:v>
                </c:pt>
                <c:pt idx="583">
                  <c:v>45056</c:v>
                </c:pt>
                <c:pt idx="584">
                  <c:v>45057</c:v>
                </c:pt>
                <c:pt idx="585">
                  <c:v>45058</c:v>
                </c:pt>
                <c:pt idx="586">
                  <c:v>45061</c:v>
                </c:pt>
                <c:pt idx="587">
                  <c:v>45062</c:v>
                </c:pt>
                <c:pt idx="588">
                  <c:v>45063</c:v>
                </c:pt>
                <c:pt idx="589">
                  <c:v>45064</c:v>
                </c:pt>
                <c:pt idx="590">
                  <c:v>45065</c:v>
                </c:pt>
                <c:pt idx="591">
                  <c:v>45068</c:v>
                </c:pt>
                <c:pt idx="592">
                  <c:v>45069</c:v>
                </c:pt>
                <c:pt idx="593">
                  <c:v>45070</c:v>
                </c:pt>
                <c:pt idx="594">
                  <c:v>45071</c:v>
                </c:pt>
                <c:pt idx="595">
                  <c:v>45072</c:v>
                </c:pt>
                <c:pt idx="596">
                  <c:v>45076</c:v>
                </c:pt>
                <c:pt idx="597">
                  <c:v>45077</c:v>
                </c:pt>
                <c:pt idx="598">
                  <c:v>45078</c:v>
                </c:pt>
                <c:pt idx="599">
                  <c:v>45079</c:v>
                </c:pt>
                <c:pt idx="600">
                  <c:v>45082</c:v>
                </c:pt>
                <c:pt idx="601">
                  <c:v>45084</c:v>
                </c:pt>
                <c:pt idx="602">
                  <c:v>45085</c:v>
                </c:pt>
                <c:pt idx="603">
                  <c:v>45086</c:v>
                </c:pt>
                <c:pt idx="604">
                  <c:v>45089</c:v>
                </c:pt>
                <c:pt idx="605">
                  <c:v>45090</c:v>
                </c:pt>
                <c:pt idx="606">
                  <c:v>45091</c:v>
                </c:pt>
                <c:pt idx="607">
                  <c:v>45092</c:v>
                </c:pt>
                <c:pt idx="608">
                  <c:v>45093</c:v>
                </c:pt>
                <c:pt idx="609">
                  <c:v>45096</c:v>
                </c:pt>
                <c:pt idx="610">
                  <c:v>45097</c:v>
                </c:pt>
                <c:pt idx="611">
                  <c:v>45098</c:v>
                </c:pt>
                <c:pt idx="612">
                  <c:v>45099</c:v>
                </c:pt>
                <c:pt idx="613">
                  <c:v>45100</c:v>
                </c:pt>
                <c:pt idx="614">
                  <c:v>45103</c:v>
                </c:pt>
                <c:pt idx="615">
                  <c:v>45104</c:v>
                </c:pt>
                <c:pt idx="616">
                  <c:v>45105</c:v>
                </c:pt>
                <c:pt idx="617">
                  <c:v>45106</c:v>
                </c:pt>
                <c:pt idx="618">
                  <c:v>45107</c:v>
                </c:pt>
                <c:pt idx="619">
                  <c:v>45110</c:v>
                </c:pt>
                <c:pt idx="620">
                  <c:v>45111</c:v>
                </c:pt>
                <c:pt idx="621">
                  <c:v>45112</c:v>
                </c:pt>
                <c:pt idx="622">
                  <c:v>45113</c:v>
                </c:pt>
                <c:pt idx="623">
                  <c:v>45114</c:v>
                </c:pt>
                <c:pt idx="624">
                  <c:v>45117</c:v>
                </c:pt>
                <c:pt idx="625">
                  <c:v>45118</c:v>
                </c:pt>
                <c:pt idx="626">
                  <c:v>45119</c:v>
                </c:pt>
                <c:pt idx="627">
                  <c:v>45120</c:v>
                </c:pt>
                <c:pt idx="628">
                  <c:v>45121</c:v>
                </c:pt>
                <c:pt idx="629">
                  <c:v>45124</c:v>
                </c:pt>
                <c:pt idx="630">
                  <c:v>45125</c:v>
                </c:pt>
                <c:pt idx="631">
                  <c:v>45126</c:v>
                </c:pt>
                <c:pt idx="632">
                  <c:v>45127</c:v>
                </c:pt>
                <c:pt idx="633">
                  <c:v>45128</c:v>
                </c:pt>
                <c:pt idx="634">
                  <c:v>45131</c:v>
                </c:pt>
                <c:pt idx="635">
                  <c:v>45132</c:v>
                </c:pt>
                <c:pt idx="636">
                  <c:v>45133</c:v>
                </c:pt>
                <c:pt idx="637">
                  <c:v>45134</c:v>
                </c:pt>
                <c:pt idx="638">
                  <c:v>45135</c:v>
                </c:pt>
                <c:pt idx="639">
                  <c:v>45138</c:v>
                </c:pt>
                <c:pt idx="640">
                  <c:v>45139</c:v>
                </c:pt>
                <c:pt idx="641">
                  <c:v>45140</c:v>
                </c:pt>
                <c:pt idx="642">
                  <c:v>45141</c:v>
                </c:pt>
                <c:pt idx="643">
                  <c:v>45142</c:v>
                </c:pt>
                <c:pt idx="644">
                  <c:v>45145</c:v>
                </c:pt>
                <c:pt idx="645">
                  <c:v>45146</c:v>
                </c:pt>
                <c:pt idx="646">
                  <c:v>45147</c:v>
                </c:pt>
                <c:pt idx="647">
                  <c:v>45148</c:v>
                </c:pt>
                <c:pt idx="648">
                  <c:v>45149</c:v>
                </c:pt>
                <c:pt idx="649">
                  <c:v>45152</c:v>
                </c:pt>
                <c:pt idx="650">
                  <c:v>45154</c:v>
                </c:pt>
                <c:pt idx="651">
                  <c:v>45155</c:v>
                </c:pt>
                <c:pt idx="652">
                  <c:v>45156</c:v>
                </c:pt>
                <c:pt idx="653">
                  <c:v>45159</c:v>
                </c:pt>
                <c:pt idx="654">
                  <c:v>45160</c:v>
                </c:pt>
                <c:pt idx="655">
                  <c:v>45161</c:v>
                </c:pt>
                <c:pt idx="656">
                  <c:v>45162</c:v>
                </c:pt>
                <c:pt idx="657">
                  <c:v>45163</c:v>
                </c:pt>
                <c:pt idx="658">
                  <c:v>45166</c:v>
                </c:pt>
                <c:pt idx="659">
                  <c:v>45167</c:v>
                </c:pt>
                <c:pt idx="660">
                  <c:v>45168</c:v>
                </c:pt>
                <c:pt idx="661">
                  <c:v>45169</c:v>
                </c:pt>
                <c:pt idx="662">
                  <c:v>45170</c:v>
                </c:pt>
                <c:pt idx="663">
                  <c:v>45173</c:v>
                </c:pt>
                <c:pt idx="664">
                  <c:v>45174</c:v>
                </c:pt>
                <c:pt idx="665">
                  <c:v>45175</c:v>
                </c:pt>
                <c:pt idx="666">
                  <c:v>45176</c:v>
                </c:pt>
                <c:pt idx="667">
                  <c:v>45177</c:v>
                </c:pt>
                <c:pt idx="668">
                  <c:v>45180</c:v>
                </c:pt>
                <c:pt idx="669">
                  <c:v>45181</c:v>
                </c:pt>
                <c:pt idx="670">
                  <c:v>45182</c:v>
                </c:pt>
                <c:pt idx="671">
                  <c:v>45183</c:v>
                </c:pt>
                <c:pt idx="672">
                  <c:v>45184</c:v>
                </c:pt>
                <c:pt idx="673">
                  <c:v>45187</c:v>
                </c:pt>
                <c:pt idx="674">
                  <c:v>45188</c:v>
                </c:pt>
                <c:pt idx="675">
                  <c:v>45189</c:v>
                </c:pt>
                <c:pt idx="676">
                  <c:v>45190</c:v>
                </c:pt>
                <c:pt idx="677">
                  <c:v>45191</c:v>
                </c:pt>
                <c:pt idx="678">
                  <c:v>45194</c:v>
                </c:pt>
                <c:pt idx="679">
                  <c:v>45195</c:v>
                </c:pt>
                <c:pt idx="680">
                  <c:v>45196</c:v>
                </c:pt>
                <c:pt idx="681">
                  <c:v>45203</c:v>
                </c:pt>
                <c:pt idx="682">
                  <c:v>45204</c:v>
                </c:pt>
                <c:pt idx="683">
                  <c:v>45205</c:v>
                </c:pt>
                <c:pt idx="684">
                  <c:v>45209</c:v>
                </c:pt>
                <c:pt idx="685">
                  <c:v>45210</c:v>
                </c:pt>
                <c:pt idx="686">
                  <c:v>45211</c:v>
                </c:pt>
                <c:pt idx="687">
                  <c:v>45212</c:v>
                </c:pt>
                <c:pt idx="688">
                  <c:v>45215</c:v>
                </c:pt>
                <c:pt idx="689">
                  <c:v>45216</c:v>
                </c:pt>
                <c:pt idx="690">
                  <c:v>45217</c:v>
                </c:pt>
                <c:pt idx="691">
                  <c:v>45218</c:v>
                </c:pt>
                <c:pt idx="692">
                  <c:v>45219</c:v>
                </c:pt>
                <c:pt idx="693">
                  <c:v>45222</c:v>
                </c:pt>
                <c:pt idx="694">
                  <c:v>45223</c:v>
                </c:pt>
                <c:pt idx="695">
                  <c:v>45224</c:v>
                </c:pt>
                <c:pt idx="696">
                  <c:v>45225</c:v>
                </c:pt>
                <c:pt idx="697">
                  <c:v>45226</c:v>
                </c:pt>
                <c:pt idx="698">
                  <c:v>45229</c:v>
                </c:pt>
                <c:pt idx="699">
                  <c:v>45230</c:v>
                </c:pt>
                <c:pt idx="700">
                  <c:v>45231</c:v>
                </c:pt>
                <c:pt idx="701">
                  <c:v>45232</c:v>
                </c:pt>
                <c:pt idx="702">
                  <c:v>45233</c:v>
                </c:pt>
                <c:pt idx="703">
                  <c:v>45236</c:v>
                </c:pt>
                <c:pt idx="704">
                  <c:v>45237</c:v>
                </c:pt>
                <c:pt idx="705">
                  <c:v>45238</c:v>
                </c:pt>
                <c:pt idx="706">
                  <c:v>45239</c:v>
                </c:pt>
                <c:pt idx="707">
                  <c:v>45240</c:v>
                </c:pt>
                <c:pt idx="708">
                  <c:v>45243</c:v>
                </c:pt>
                <c:pt idx="709">
                  <c:v>45244</c:v>
                </c:pt>
                <c:pt idx="710">
                  <c:v>45245</c:v>
                </c:pt>
                <c:pt idx="711">
                  <c:v>45246</c:v>
                </c:pt>
                <c:pt idx="712">
                  <c:v>45247</c:v>
                </c:pt>
                <c:pt idx="713">
                  <c:v>45250</c:v>
                </c:pt>
                <c:pt idx="714">
                  <c:v>45251</c:v>
                </c:pt>
                <c:pt idx="715">
                  <c:v>45252</c:v>
                </c:pt>
                <c:pt idx="716">
                  <c:v>45253</c:v>
                </c:pt>
                <c:pt idx="717">
                  <c:v>45254</c:v>
                </c:pt>
                <c:pt idx="718">
                  <c:v>45257</c:v>
                </c:pt>
                <c:pt idx="719">
                  <c:v>45258</c:v>
                </c:pt>
                <c:pt idx="720">
                  <c:v>45259</c:v>
                </c:pt>
                <c:pt idx="721">
                  <c:v>45260</c:v>
                </c:pt>
                <c:pt idx="722">
                  <c:v>45261</c:v>
                </c:pt>
                <c:pt idx="723">
                  <c:v>45264</c:v>
                </c:pt>
                <c:pt idx="724">
                  <c:v>45265</c:v>
                </c:pt>
                <c:pt idx="725">
                  <c:v>45266</c:v>
                </c:pt>
                <c:pt idx="726">
                  <c:v>45267</c:v>
                </c:pt>
                <c:pt idx="727">
                  <c:v>45268</c:v>
                </c:pt>
                <c:pt idx="728">
                  <c:v>45271</c:v>
                </c:pt>
                <c:pt idx="729">
                  <c:v>45272</c:v>
                </c:pt>
                <c:pt idx="730">
                  <c:v>45273</c:v>
                </c:pt>
                <c:pt idx="731">
                  <c:v>45274</c:v>
                </c:pt>
                <c:pt idx="732">
                  <c:v>45275</c:v>
                </c:pt>
                <c:pt idx="733">
                  <c:v>45278</c:v>
                </c:pt>
                <c:pt idx="734">
                  <c:v>45279</c:v>
                </c:pt>
                <c:pt idx="735">
                  <c:v>45280</c:v>
                </c:pt>
                <c:pt idx="736">
                  <c:v>45281</c:v>
                </c:pt>
                <c:pt idx="737">
                  <c:v>45282</c:v>
                </c:pt>
                <c:pt idx="738">
                  <c:v>45286</c:v>
                </c:pt>
                <c:pt idx="739">
                  <c:v>45287</c:v>
                </c:pt>
                <c:pt idx="740">
                  <c:v>45288</c:v>
                </c:pt>
                <c:pt idx="741">
                  <c:v>45289</c:v>
                </c:pt>
                <c:pt idx="742">
                  <c:v>45293</c:v>
                </c:pt>
                <c:pt idx="743">
                  <c:v>45294</c:v>
                </c:pt>
                <c:pt idx="744">
                  <c:v>45295</c:v>
                </c:pt>
                <c:pt idx="745">
                  <c:v>45296</c:v>
                </c:pt>
                <c:pt idx="746">
                  <c:v>45299</c:v>
                </c:pt>
                <c:pt idx="747">
                  <c:v>45300</c:v>
                </c:pt>
                <c:pt idx="748">
                  <c:v>45301</c:v>
                </c:pt>
                <c:pt idx="749">
                  <c:v>45302</c:v>
                </c:pt>
                <c:pt idx="750">
                  <c:v>45303</c:v>
                </c:pt>
                <c:pt idx="751">
                  <c:v>45306</c:v>
                </c:pt>
                <c:pt idx="752">
                  <c:v>45307</c:v>
                </c:pt>
                <c:pt idx="753">
                  <c:v>45308</c:v>
                </c:pt>
                <c:pt idx="754">
                  <c:v>45309</c:v>
                </c:pt>
                <c:pt idx="755">
                  <c:v>45310</c:v>
                </c:pt>
                <c:pt idx="756">
                  <c:v>45313</c:v>
                </c:pt>
                <c:pt idx="757">
                  <c:v>45314</c:v>
                </c:pt>
                <c:pt idx="758">
                  <c:v>45315</c:v>
                </c:pt>
                <c:pt idx="759">
                  <c:v>45316</c:v>
                </c:pt>
                <c:pt idx="760">
                  <c:v>45317</c:v>
                </c:pt>
                <c:pt idx="761">
                  <c:v>45320</c:v>
                </c:pt>
                <c:pt idx="762">
                  <c:v>45321</c:v>
                </c:pt>
                <c:pt idx="763">
                  <c:v>45322</c:v>
                </c:pt>
                <c:pt idx="764">
                  <c:v>45323</c:v>
                </c:pt>
                <c:pt idx="765">
                  <c:v>45324</c:v>
                </c:pt>
                <c:pt idx="766">
                  <c:v>45327</c:v>
                </c:pt>
                <c:pt idx="767">
                  <c:v>45328</c:v>
                </c:pt>
                <c:pt idx="768">
                  <c:v>45329</c:v>
                </c:pt>
                <c:pt idx="769">
                  <c:v>45330</c:v>
                </c:pt>
                <c:pt idx="770">
                  <c:v>45335</c:v>
                </c:pt>
                <c:pt idx="771">
                  <c:v>45336</c:v>
                </c:pt>
                <c:pt idx="772">
                  <c:v>45337</c:v>
                </c:pt>
                <c:pt idx="773">
                  <c:v>45338</c:v>
                </c:pt>
                <c:pt idx="774">
                  <c:v>45341</c:v>
                </c:pt>
                <c:pt idx="775">
                  <c:v>45342</c:v>
                </c:pt>
                <c:pt idx="776">
                  <c:v>45343</c:v>
                </c:pt>
                <c:pt idx="777">
                  <c:v>45344</c:v>
                </c:pt>
                <c:pt idx="778">
                  <c:v>45345</c:v>
                </c:pt>
                <c:pt idx="779">
                  <c:v>45348</c:v>
                </c:pt>
                <c:pt idx="780">
                  <c:v>45349</c:v>
                </c:pt>
                <c:pt idx="781">
                  <c:v>45350</c:v>
                </c:pt>
                <c:pt idx="782">
                  <c:v>45351</c:v>
                </c:pt>
                <c:pt idx="783">
                  <c:v>45355</c:v>
                </c:pt>
                <c:pt idx="784">
                  <c:v>45356</c:v>
                </c:pt>
                <c:pt idx="785">
                  <c:v>45357</c:v>
                </c:pt>
                <c:pt idx="786">
                  <c:v>45358</c:v>
                </c:pt>
                <c:pt idx="787">
                  <c:v>45359</c:v>
                </c:pt>
                <c:pt idx="788">
                  <c:v>45362</c:v>
                </c:pt>
                <c:pt idx="789">
                  <c:v>45363</c:v>
                </c:pt>
                <c:pt idx="790">
                  <c:v>45364</c:v>
                </c:pt>
                <c:pt idx="791">
                  <c:v>45365</c:v>
                </c:pt>
                <c:pt idx="792">
                  <c:v>45366</c:v>
                </c:pt>
                <c:pt idx="793">
                  <c:v>45369</c:v>
                </c:pt>
                <c:pt idx="794">
                  <c:v>45370</c:v>
                </c:pt>
                <c:pt idx="795">
                  <c:v>45371</c:v>
                </c:pt>
                <c:pt idx="796">
                  <c:v>45372</c:v>
                </c:pt>
                <c:pt idx="797">
                  <c:v>45373</c:v>
                </c:pt>
                <c:pt idx="798">
                  <c:v>45376</c:v>
                </c:pt>
                <c:pt idx="799">
                  <c:v>45377</c:v>
                </c:pt>
                <c:pt idx="800">
                  <c:v>45378</c:v>
                </c:pt>
                <c:pt idx="801">
                  <c:v>45379</c:v>
                </c:pt>
                <c:pt idx="802">
                  <c:v>45380</c:v>
                </c:pt>
                <c:pt idx="803">
                  <c:v>45383</c:v>
                </c:pt>
                <c:pt idx="804">
                  <c:v>45384</c:v>
                </c:pt>
                <c:pt idx="805">
                  <c:v>45385</c:v>
                </c:pt>
                <c:pt idx="806">
                  <c:v>45386</c:v>
                </c:pt>
                <c:pt idx="807">
                  <c:v>45387</c:v>
                </c:pt>
                <c:pt idx="808">
                  <c:v>45390</c:v>
                </c:pt>
                <c:pt idx="809">
                  <c:v>45391</c:v>
                </c:pt>
                <c:pt idx="810">
                  <c:v>45393</c:v>
                </c:pt>
                <c:pt idx="811">
                  <c:v>45394</c:v>
                </c:pt>
                <c:pt idx="812">
                  <c:v>45397</c:v>
                </c:pt>
                <c:pt idx="813">
                  <c:v>45398</c:v>
                </c:pt>
                <c:pt idx="814">
                  <c:v>45399</c:v>
                </c:pt>
                <c:pt idx="815">
                  <c:v>45400</c:v>
                </c:pt>
                <c:pt idx="816">
                  <c:v>45401</c:v>
                </c:pt>
                <c:pt idx="817">
                  <c:v>45404</c:v>
                </c:pt>
                <c:pt idx="818">
                  <c:v>45405</c:v>
                </c:pt>
                <c:pt idx="819">
                  <c:v>45406</c:v>
                </c:pt>
                <c:pt idx="820">
                  <c:v>45407</c:v>
                </c:pt>
                <c:pt idx="821">
                  <c:v>45408</c:v>
                </c:pt>
                <c:pt idx="822">
                  <c:v>45411</c:v>
                </c:pt>
                <c:pt idx="823">
                  <c:v>45412</c:v>
                </c:pt>
                <c:pt idx="824">
                  <c:v>45414</c:v>
                </c:pt>
                <c:pt idx="825">
                  <c:v>45415</c:v>
                </c:pt>
                <c:pt idx="826">
                  <c:v>45419</c:v>
                </c:pt>
                <c:pt idx="827">
                  <c:v>45420</c:v>
                </c:pt>
                <c:pt idx="828">
                  <c:v>45421</c:v>
                </c:pt>
                <c:pt idx="829">
                  <c:v>45422</c:v>
                </c:pt>
                <c:pt idx="830">
                  <c:v>45425</c:v>
                </c:pt>
                <c:pt idx="831">
                  <c:v>45426</c:v>
                </c:pt>
                <c:pt idx="832">
                  <c:v>45428</c:v>
                </c:pt>
                <c:pt idx="833">
                  <c:v>45429</c:v>
                </c:pt>
                <c:pt idx="834">
                  <c:v>45432</c:v>
                </c:pt>
                <c:pt idx="835">
                  <c:v>45433</c:v>
                </c:pt>
                <c:pt idx="836">
                  <c:v>45434</c:v>
                </c:pt>
                <c:pt idx="837">
                  <c:v>45435</c:v>
                </c:pt>
                <c:pt idx="838">
                  <c:v>45436</c:v>
                </c:pt>
                <c:pt idx="839">
                  <c:v>45439</c:v>
                </c:pt>
                <c:pt idx="840">
                  <c:v>45440</c:v>
                </c:pt>
                <c:pt idx="841">
                  <c:v>45441</c:v>
                </c:pt>
                <c:pt idx="842">
                  <c:v>45442</c:v>
                </c:pt>
                <c:pt idx="843">
                  <c:v>45443</c:v>
                </c:pt>
                <c:pt idx="844">
                  <c:v>45446</c:v>
                </c:pt>
                <c:pt idx="845">
                  <c:v>45447</c:v>
                </c:pt>
                <c:pt idx="846">
                  <c:v>45448</c:v>
                </c:pt>
                <c:pt idx="847">
                  <c:v>45450</c:v>
                </c:pt>
                <c:pt idx="848">
                  <c:v>45453</c:v>
                </c:pt>
                <c:pt idx="849">
                  <c:v>45454</c:v>
                </c:pt>
                <c:pt idx="850">
                  <c:v>45455</c:v>
                </c:pt>
                <c:pt idx="851">
                  <c:v>45456</c:v>
                </c:pt>
                <c:pt idx="852">
                  <c:v>45457</c:v>
                </c:pt>
                <c:pt idx="853">
                  <c:v>45460</c:v>
                </c:pt>
                <c:pt idx="854">
                  <c:v>45461</c:v>
                </c:pt>
                <c:pt idx="855">
                  <c:v>45462</c:v>
                </c:pt>
                <c:pt idx="856">
                  <c:v>45463</c:v>
                </c:pt>
                <c:pt idx="857">
                  <c:v>45464</c:v>
                </c:pt>
                <c:pt idx="858">
                  <c:v>45467</c:v>
                </c:pt>
                <c:pt idx="859">
                  <c:v>45468</c:v>
                </c:pt>
                <c:pt idx="860">
                  <c:v>45469</c:v>
                </c:pt>
                <c:pt idx="861">
                  <c:v>45470</c:v>
                </c:pt>
                <c:pt idx="862">
                  <c:v>45471</c:v>
                </c:pt>
                <c:pt idx="863">
                  <c:v>45474</c:v>
                </c:pt>
                <c:pt idx="864">
                  <c:v>45475</c:v>
                </c:pt>
                <c:pt idx="865">
                  <c:v>45476</c:v>
                </c:pt>
                <c:pt idx="866">
                  <c:v>45477</c:v>
                </c:pt>
                <c:pt idx="867">
                  <c:v>45478</c:v>
                </c:pt>
                <c:pt idx="868">
                  <c:v>45481</c:v>
                </c:pt>
                <c:pt idx="869">
                  <c:v>45482</c:v>
                </c:pt>
                <c:pt idx="870">
                  <c:v>45483</c:v>
                </c:pt>
                <c:pt idx="871">
                  <c:v>45484</c:v>
                </c:pt>
                <c:pt idx="872">
                  <c:v>45485</c:v>
                </c:pt>
                <c:pt idx="873">
                  <c:v>45488</c:v>
                </c:pt>
                <c:pt idx="874">
                  <c:v>45489</c:v>
                </c:pt>
                <c:pt idx="875">
                  <c:v>45490</c:v>
                </c:pt>
                <c:pt idx="876">
                  <c:v>45491</c:v>
                </c:pt>
                <c:pt idx="877">
                  <c:v>45492</c:v>
                </c:pt>
                <c:pt idx="878">
                  <c:v>45495</c:v>
                </c:pt>
                <c:pt idx="879">
                  <c:v>45496</c:v>
                </c:pt>
                <c:pt idx="880">
                  <c:v>45497</c:v>
                </c:pt>
                <c:pt idx="881">
                  <c:v>45498</c:v>
                </c:pt>
                <c:pt idx="882">
                  <c:v>45499</c:v>
                </c:pt>
                <c:pt idx="883">
                  <c:v>45502</c:v>
                </c:pt>
                <c:pt idx="884">
                  <c:v>45503</c:v>
                </c:pt>
                <c:pt idx="885">
                  <c:v>45504</c:v>
                </c:pt>
                <c:pt idx="886">
                  <c:v>45505</c:v>
                </c:pt>
                <c:pt idx="887">
                  <c:v>45506</c:v>
                </c:pt>
                <c:pt idx="888">
                  <c:v>45509</c:v>
                </c:pt>
                <c:pt idx="889">
                  <c:v>45510</c:v>
                </c:pt>
                <c:pt idx="890">
                  <c:v>45511</c:v>
                </c:pt>
                <c:pt idx="891">
                  <c:v>45512</c:v>
                </c:pt>
                <c:pt idx="892">
                  <c:v>45513</c:v>
                </c:pt>
                <c:pt idx="893">
                  <c:v>45516</c:v>
                </c:pt>
                <c:pt idx="894">
                  <c:v>45517</c:v>
                </c:pt>
                <c:pt idx="895">
                  <c:v>45518</c:v>
                </c:pt>
                <c:pt idx="896">
                  <c:v>45520</c:v>
                </c:pt>
                <c:pt idx="897">
                  <c:v>45523</c:v>
                </c:pt>
                <c:pt idx="898">
                  <c:v>45524</c:v>
                </c:pt>
                <c:pt idx="899">
                  <c:v>45525</c:v>
                </c:pt>
                <c:pt idx="900">
                  <c:v>45526</c:v>
                </c:pt>
                <c:pt idx="901">
                  <c:v>45527</c:v>
                </c:pt>
                <c:pt idx="902">
                  <c:v>45530</c:v>
                </c:pt>
                <c:pt idx="903">
                  <c:v>45531</c:v>
                </c:pt>
                <c:pt idx="904">
                  <c:v>45532</c:v>
                </c:pt>
                <c:pt idx="905">
                  <c:v>45533</c:v>
                </c:pt>
                <c:pt idx="906">
                  <c:v>45534</c:v>
                </c:pt>
                <c:pt idx="907">
                  <c:v>45537</c:v>
                </c:pt>
                <c:pt idx="908">
                  <c:v>45538</c:v>
                </c:pt>
                <c:pt idx="909">
                  <c:v>45539</c:v>
                </c:pt>
                <c:pt idx="910">
                  <c:v>45540</c:v>
                </c:pt>
                <c:pt idx="911">
                  <c:v>45541</c:v>
                </c:pt>
                <c:pt idx="912">
                  <c:v>45544</c:v>
                </c:pt>
                <c:pt idx="913">
                  <c:v>45545</c:v>
                </c:pt>
                <c:pt idx="914">
                  <c:v>45546</c:v>
                </c:pt>
                <c:pt idx="915">
                  <c:v>45547</c:v>
                </c:pt>
                <c:pt idx="916">
                  <c:v>45548</c:v>
                </c:pt>
                <c:pt idx="917">
                  <c:v>45554</c:v>
                </c:pt>
                <c:pt idx="918">
                  <c:v>45555</c:v>
                </c:pt>
                <c:pt idx="919">
                  <c:v>45558</c:v>
                </c:pt>
                <c:pt idx="920">
                  <c:v>45559</c:v>
                </c:pt>
                <c:pt idx="921">
                  <c:v>45560</c:v>
                </c:pt>
                <c:pt idx="922">
                  <c:v>45561</c:v>
                </c:pt>
                <c:pt idx="923">
                  <c:v>45562</c:v>
                </c:pt>
                <c:pt idx="924">
                  <c:v>45565</c:v>
                </c:pt>
                <c:pt idx="925">
                  <c:v>45567</c:v>
                </c:pt>
                <c:pt idx="926">
                  <c:v>45569</c:v>
                </c:pt>
                <c:pt idx="927">
                  <c:v>45572</c:v>
                </c:pt>
                <c:pt idx="928">
                  <c:v>45573</c:v>
                </c:pt>
                <c:pt idx="929">
                  <c:v>45575</c:v>
                </c:pt>
                <c:pt idx="930">
                  <c:v>45576</c:v>
                </c:pt>
                <c:pt idx="931">
                  <c:v>45579</c:v>
                </c:pt>
                <c:pt idx="932">
                  <c:v>45580</c:v>
                </c:pt>
                <c:pt idx="933">
                  <c:v>45581</c:v>
                </c:pt>
                <c:pt idx="934">
                  <c:v>45582</c:v>
                </c:pt>
                <c:pt idx="935">
                  <c:v>45583</c:v>
                </c:pt>
                <c:pt idx="936">
                  <c:v>45586</c:v>
                </c:pt>
                <c:pt idx="937">
                  <c:v>45587</c:v>
                </c:pt>
                <c:pt idx="938">
                  <c:v>45588</c:v>
                </c:pt>
                <c:pt idx="939">
                  <c:v>45589</c:v>
                </c:pt>
                <c:pt idx="940">
                  <c:v>45590</c:v>
                </c:pt>
                <c:pt idx="941">
                  <c:v>45593</c:v>
                </c:pt>
                <c:pt idx="942">
                  <c:v>45594</c:v>
                </c:pt>
                <c:pt idx="943">
                  <c:v>45595</c:v>
                </c:pt>
                <c:pt idx="944">
                  <c:v>45596</c:v>
                </c:pt>
                <c:pt idx="945">
                  <c:v>45597</c:v>
                </c:pt>
                <c:pt idx="946">
                  <c:v>45600</c:v>
                </c:pt>
                <c:pt idx="947">
                  <c:v>45601</c:v>
                </c:pt>
                <c:pt idx="948">
                  <c:v>45602</c:v>
                </c:pt>
                <c:pt idx="949">
                  <c:v>45603</c:v>
                </c:pt>
                <c:pt idx="950">
                  <c:v>45604</c:v>
                </c:pt>
                <c:pt idx="951">
                  <c:v>45607</c:v>
                </c:pt>
                <c:pt idx="952">
                  <c:v>45608</c:v>
                </c:pt>
                <c:pt idx="953">
                  <c:v>45609</c:v>
                </c:pt>
                <c:pt idx="954">
                  <c:v>45610</c:v>
                </c:pt>
                <c:pt idx="955">
                  <c:v>45611</c:v>
                </c:pt>
                <c:pt idx="956">
                  <c:v>45614</c:v>
                </c:pt>
                <c:pt idx="957">
                  <c:v>45615</c:v>
                </c:pt>
                <c:pt idx="958">
                  <c:v>45616</c:v>
                </c:pt>
                <c:pt idx="959">
                  <c:v>45617</c:v>
                </c:pt>
                <c:pt idx="960">
                  <c:v>45618</c:v>
                </c:pt>
                <c:pt idx="961">
                  <c:v>45621</c:v>
                </c:pt>
                <c:pt idx="962">
                  <c:v>45622</c:v>
                </c:pt>
                <c:pt idx="963">
                  <c:v>45623</c:v>
                </c:pt>
                <c:pt idx="964">
                  <c:v>45624</c:v>
                </c:pt>
                <c:pt idx="965">
                  <c:v>45625</c:v>
                </c:pt>
                <c:pt idx="966">
                  <c:v>45628</c:v>
                </c:pt>
                <c:pt idx="967">
                  <c:v>45629</c:v>
                </c:pt>
                <c:pt idx="968">
                  <c:v>45630</c:v>
                </c:pt>
                <c:pt idx="969">
                  <c:v>45631</c:v>
                </c:pt>
                <c:pt idx="970">
                  <c:v>45632</c:v>
                </c:pt>
                <c:pt idx="971">
                  <c:v>45635</c:v>
                </c:pt>
                <c:pt idx="972">
                  <c:v>45636</c:v>
                </c:pt>
                <c:pt idx="973">
                  <c:v>45637</c:v>
                </c:pt>
                <c:pt idx="974">
                  <c:v>45638</c:v>
                </c:pt>
                <c:pt idx="975">
                  <c:v>45639</c:v>
                </c:pt>
                <c:pt idx="976">
                  <c:v>45642</c:v>
                </c:pt>
                <c:pt idx="977">
                  <c:v>45643</c:v>
                </c:pt>
                <c:pt idx="978">
                  <c:v>45644</c:v>
                </c:pt>
                <c:pt idx="979">
                  <c:v>45645</c:v>
                </c:pt>
                <c:pt idx="980">
                  <c:v>45646</c:v>
                </c:pt>
                <c:pt idx="981">
                  <c:v>45649</c:v>
                </c:pt>
                <c:pt idx="982">
                  <c:v>45650</c:v>
                </c:pt>
                <c:pt idx="983">
                  <c:v>45652</c:v>
                </c:pt>
                <c:pt idx="984">
                  <c:v>45653</c:v>
                </c:pt>
                <c:pt idx="985">
                  <c:v>45656</c:v>
                </c:pt>
                <c:pt idx="986">
                  <c:v>45657</c:v>
                </c:pt>
                <c:pt idx="987">
                  <c:v>45659</c:v>
                </c:pt>
                <c:pt idx="988">
                  <c:v>45660</c:v>
                </c:pt>
                <c:pt idx="989">
                  <c:v>45663</c:v>
                </c:pt>
                <c:pt idx="990">
                  <c:v>45664</c:v>
                </c:pt>
                <c:pt idx="991">
                  <c:v>45665</c:v>
                </c:pt>
                <c:pt idx="992">
                  <c:v>45666</c:v>
                </c:pt>
                <c:pt idx="993">
                  <c:v>45667</c:v>
                </c:pt>
                <c:pt idx="994">
                  <c:v>45670</c:v>
                </c:pt>
                <c:pt idx="995">
                  <c:v>45671</c:v>
                </c:pt>
                <c:pt idx="996">
                  <c:v>45672</c:v>
                </c:pt>
                <c:pt idx="997">
                  <c:v>45673</c:v>
                </c:pt>
                <c:pt idx="998">
                  <c:v>45674</c:v>
                </c:pt>
                <c:pt idx="999">
                  <c:v>45677</c:v>
                </c:pt>
                <c:pt idx="1000">
                  <c:v>45678</c:v>
                </c:pt>
                <c:pt idx="1001">
                  <c:v>45679</c:v>
                </c:pt>
                <c:pt idx="1002">
                  <c:v>45680</c:v>
                </c:pt>
                <c:pt idx="1003">
                  <c:v>45681</c:v>
                </c:pt>
                <c:pt idx="1004">
                  <c:v>45688</c:v>
                </c:pt>
                <c:pt idx="1005">
                  <c:v>45691</c:v>
                </c:pt>
                <c:pt idx="1006">
                  <c:v>45692</c:v>
                </c:pt>
                <c:pt idx="1007">
                  <c:v>45693</c:v>
                </c:pt>
                <c:pt idx="1008">
                  <c:v>45694</c:v>
                </c:pt>
                <c:pt idx="1009">
                  <c:v>45695</c:v>
                </c:pt>
                <c:pt idx="1010">
                  <c:v>45698</c:v>
                </c:pt>
                <c:pt idx="1011">
                  <c:v>45699</c:v>
                </c:pt>
                <c:pt idx="1012">
                  <c:v>45700</c:v>
                </c:pt>
                <c:pt idx="1013">
                  <c:v>45701</c:v>
                </c:pt>
                <c:pt idx="1014">
                  <c:v>45702</c:v>
                </c:pt>
                <c:pt idx="1015">
                  <c:v>45705</c:v>
                </c:pt>
                <c:pt idx="1016">
                  <c:v>45706</c:v>
                </c:pt>
                <c:pt idx="1017">
                  <c:v>45707</c:v>
                </c:pt>
                <c:pt idx="1018">
                  <c:v>45708</c:v>
                </c:pt>
                <c:pt idx="1019">
                  <c:v>45709</c:v>
                </c:pt>
                <c:pt idx="1020">
                  <c:v>45712</c:v>
                </c:pt>
                <c:pt idx="1021">
                  <c:v>45713</c:v>
                </c:pt>
                <c:pt idx="1022">
                  <c:v>45714</c:v>
                </c:pt>
                <c:pt idx="1023">
                  <c:v>45715</c:v>
                </c:pt>
                <c:pt idx="1024">
                  <c:v>45716</c:v>
                </c:pt>
                <c:pt idx="1025">
                  <c:v>45720</c:v>
                </c:pt>
                <c:pt idx="1026">
                  <c:v>45721</c:v>
                </c:pt>
                <c:pt idx="1027">
                  <c:v>45722</c:v>
                </c:pt>
                <c:pt idx="1028">
                  <c:v>45723</c:v>
                </c:pt>
                <c:pt idx="1029">
                  <c:v>45726</c:v>
                </c:pt>
                <c:pt idx="1030">
                  <c:v>45727</c:v>
                </c:pt>
                <c:pt idx="1031">
                  <c:v>45728</c:v>
                </c:pt>
                <c:pt idx="1032">
                  <c:v>45729</c:v>
                </c:pt>
                <c:pt idx="1033">
                  <c:v>45730</c:v>
                </c:pt>
                <c:pt idx="1034">
                  <c:v>45733</c:v>
                </c:pt>
                <c:pt idx="1035">
                  <c:v>45734</c:v>
                </c:pt>
                <c:pt idx="1036">
                  <c:v>45735</c:v>
                </c:pt>
                <c:pt idx="1037">
                  <c:v>45736</c:v>
                </c:pt>
                <c:pt idx="1038">
                  <c:v>45737</c:v>
                </c:pt>
                <c:pt idx="1039">
                  <c:v>45740</c:v>
                </c:pt>
                <c:pt idx="1040">
                  <c:v>45741</c:v>
                </c:pt>
                <c:pt idx="1041">
                  <c:v>45742</c:v>
                </c:pt>
                <c:pt idx="1042">
                  <c:v>45743</c:v>
                </c:pt>
                <c:pt idx="1043">
                  <c:v>45744</c:v>
                </c:pt>
                <c:pt idx="1044">
                  <c:v>45747</c:v>
                </c:pt>
                <c:pt idx="1045">
                  <c:v>45748</c:v>
                </c:pt>
                <c:pt idx="1046">
                  <c:v>45749</c:v>
                </c:pt>
                <c:pt idx="1047">
                  <c:v>45750</c:v>
                </c:pt>
                <c:pt idx="1048">
                  <c:v>45751</c:v>
                </c:pt>
                <c:pt idx="1049">
                  <c:v>45754</c:v>
                </c:pt>
                <c:pt idx="1050">
                  <c:v>45755</c:v>
                </c:pt>
                <c:pt idx="1051">
                  <c:v>45756</c:v>
                </c:pt>
                <c:pt idx="1052">
                  <c:v>45757</c:v>
                </c:pt>
                <c:pt idx="1053">
                  <c:v>45758</c:v>
                </c:pt>
                <c:pt idx="1054">
                  <c:v>45761</c:v>
                </c:pt>
                <c:pt idx="1055">
                  <c:v>45762</c:v>
                </c:pt>
                <c:pt idx="1056">
                  <c:v>45763</c:v>
                </c:pt>
                <c:pt idx="1057">
                  <c:v>45764</c:v>
                </c:pt>
                <c:pt idx="1058">
                  <c:v>45765</c:v>
                </c:pt>
                <c:pt idx="1059">
                  <c:v>45768</c:v>
                </c:pt>
                <c:pt idx="1060">
                  <c:v>45769</c:v>
                </c:pt>
                <c:pt idx="1061">
                  <c:v>45770</c:v>
                </c:pt>
                <c:pt idx="1062">
                  <c:v>45771</c:v>
                </c:pt>
                <c:pt idx="1063">
                  <c:v>45772</c:v>
                </c:pt>
                <c:pt idx="1064">
                  <c:v>45775</c:v>
                </c:pt>
                <c:pt idx="1065">
                  <c:v>45776</c:v>
                </c:pt>
                <c:pt idx="1066">
                  <c:v>45777</c:v>
                </c:pt>
                <c:pt idx="1067">
                  <c:v>45779</c:v>
                </c:pt>
                <c:pt idx="1068">
                  <c:v>45784</c:v>
                </c:pt>
                <c:pt idx="1069">
                  <c:v>45785</c:v>
                </c:pt>
                <c:pt idx="1070">
                  <c:v>45786</c:v>
                </c:pt>
                <c:pt idx="1071">
                  <c:v>45789</c:v>
                </c:pt>
                <c:pt idx="1072">
                  <c:v>45790</c:v>
                </c:pt>
                <c:pt idx="1073">
                  <c:v>45791</c:v>
                </c:pt>
                <c:pt idx="1074">
                  <c:v>45792</c:v>
                </c:pt>
                <c:pt idx="1075">
                  <c:v>45793</c:v>
                </c:pt>
                <c:pt idx="1076">
                  <c:v>45796</c:v>
                </c:pt>
                <c:pt idx="1077">
                  <c:v>45797</c:v>
                </c:pt>
                <c:pt idx="1078">
                  <c:v>45798</c:v>
                </c:pt>
                <c:pt idx="1079">
                  <c:v>45799</c:v>
                </c:pt>
                <c:pt idx="1080">
                  <c:v>45800</c:v>
                </c:pt>
                <c:pt idx="1081">
                  <c:v>45803</c:v>
                </c:pt>
                <c:pt idx="1082">
                  <c:v>45804</c:v>
                </c:pt>
                <c:pt idx="1083">
                  <c:v>45805</c:v>
                </c:pt>
                <c:pt idx="1084">
                  <c:v>45806</c:v>
                </c:pt>
                <c:pt idx="1085">
                  <c:v>45807</c:v>
                </c:pt>
                <c:pt idx="1086">
                  <c:v>45810</c:v>
                </c:pt>
                <c:pt idx="1087">
                  <c:v>45812</c:v>
                </c:pt>
                <c:pt idx="1088">
                  <c:v>45813</c:v>
                </c:pt>
                <c:pt idx="1089">
                  <c:v>45817</c:v>
                </c:pt>
                <c:pt idx="1090">
                  <c:v>45818</c:v>
                </c:pt>
                <c:pt idx="1091">
                  <c:v>45819</c:v>
                </c:pt>
                <c:pt idx="1092">
                  <c:v>45820</c:v>
                </c:pt>
                <c:pt idx="1093">
                  <c:v>45821</c:v>
                </c:pt>
                <c:pt idx="1094">
                  <c:v>45824</c:v>
                </c:pt>
                <c:pt idx="1095">
                  <c:v>45825</c:v>
                </c:pt>
                <c:pt idx="1096">
                  <c:v>45826</c:v>
                </c:pt>
                <c:pt idx="1097">
                  <c:v>45827</c:v>
                </c:pt>
                <c:pt idx="1098">
                  <c:v>45828</c:v>
                </c:pt>
                <c:pt idx="1099">
                  <c:v>45831</c:v>
                </c:pt>
                <c:pt idx="1100">
                  <c:v>45832</c:v>
                </c:pt>
                <c:pt idx="1101">
                  <c:v>45833</c:v>
                </c:pt>
                <c:pt idx="1102">
                  <c:v>45834</c:v>
                </c:pt>
                <c:pt idx="1103">
                  <c:v>45835</c:v>
                </c:pt>
                <c:pt idx="1104">
                  <c:v>45838</c:v>
                </c:pt>
                <c:pt idx="1105">
                  <c:v>45839</c:v>
                </c:pt>
                <c:pt idx="1106">
                  <c:v>45840</c:v>
                </c:pt>
                <c:pt idx="1107">
                  <c:v>45841</c:v>
                </c:pt>
                <c:pt idx="1108">
                  <c:v>45842</c:v>
                </c:pt>
                <c:pt idx="1109">
                  <c:v>45845</c:v>
                </c:pt>
                <c:pt idx="1110">
                  <c:v>45846</c:v>
                </c:pt>
                <c:pt idx="1111">
                  <c:v>45847</c:v>
                </c:pt>
                <c:pt idx="1112">
                  <c:v>45848</c:v>
                </c:pt>
                <c:pt idx="1113">
                  <c:v>45849</c:v>
                </c:pt>
                <c:pt idx="1114">
                  <c:v>45852</c:v>
                </c:pt>
                <c:pt idx="1115">
                  <c:v>45853</c:v>
                </c:pt>
                <c:pt idx="1116">
                  <c:v>45854</c:v>
                </c:pt>
                <c:pt idx="1117">
                  <c:v>45855</c:v>
                </c:pt>
                <c:pt idx="1118">
                  <c:v>45856</c:v>
                </c:pt>
                <c:pt idx="1119">
                  <c:v>45859</c:v>
                </c:pt>
                <c:pt idx="1120">
                  <c:v>45860</c:v>
                </c:pt>
                <c:pt idx="1121">
                  <c:v>45861</c:v>
                </c:pt>
                <c:pt idx="1122">
                  <c:v>45862</c:v>
                </c:pt>
                <c:pt idx="1123">
                  <c:v>45863</c:v>
                </c:pt>
                <c:pt idx="1124">
                  <c:v>45866</c:v>
                </c:pt>
                <c:pt idx="1125">
                  <c:v>45867</c:v>
                </c:pt>
                <c:pt idx="1126">
                  <c:v>45868</c:v>
                </c:pt>
                <c:pt idx="1127">
                  <c:v>45869</c:v>
                </c:pt>
                <c:pt idx="1128">
                  <c:v>45870</c:v>
                </c:pt>
                <c:pt idx="1129">
                  <c:v>45873</c:v>
                </c:pt>
                <c:pt idx="1130">
                  <c:v>45874</c:v>
                </c:pt>
                <c:pt idx="1131">
                  <c:v>45875</c:v>
                </c:pt>
                <c:pt idx="1132">
                  <c:v>45876</c:v>
                </c:pt>
                <c:pt idx="1133">
                  <c:v>45877</c:v>
                </c:pt>
                <c:pt idx="1134">
                  <c:v>45878</c:v>
                </c:pt>
                <c:pt idx="1135">
                  <c:v>45879</c:v>
                </c:pt>
                <c:pt idx="1136">
                  <c:v>45880</c:v>
                </c:pt>
                <c:pt idx="1137">
                  <c:v>45881</c:v>
                </c:pt>
                <c:pt idx="1138">
                  <c:v>45882</c:v>
                </c:pt>
                <c:pt idx="1139">
                  <c:v>45883</c:v>
                </c:pt>
                <c:pt idx="1140">
                  <c:v>45884</c:v>
                </c:pt>
                <c:pt idx="1141">
                  <c:v>45885</c:v>
                </c:pt>
                <c:pt idx="1142">
                  <c:v>45886</c:v>
                </c:pt>
                <c:pt idx="1143">
                  <c:v>45887</c:v>
                </c:pt>
                <c:pt idx="1144">
                  <c:v>45888</c:v>
                </c:pt>
                <c:pt idx="1145">
                  <c:v>45889</c:v>
                </c:pt>
                <c:pt idx="1146">
                  <c:v>45890</c:v>
                </c:pt>
                <c:pt idx="1147">
                  <c:v>45891</c:v>
                </c:pt>
                <c:pt idx="1148">
                  <c:v>45892</c:v>
                </c:pt>
                <c:pt idx="1149">
                  <c:v>45893</c:v>
                </c:pt>
                <c:pt idx="1150">
                  <c:v>45894</c:v>
                </c:pt>
                <c:pt idx="1151">
                  <c:v>45895</c:v>
                </c:pt>
                <c:pt idx="1152">
                  <c:v>45896</c:v>
                </c:pt>
                <c:pt idx="1153">
                  <c:v>45897</c:v>
                </c:pt>
                <c:pt idx="1154">
                  <c:v>45898</c:v>
                </c:pt>
                <c:pt idx="1155">
                  <c:v>45899</c:v>
                </c:pt>
                <c:pt idx="1156">
                  <c:v>45900</c:v>
                </c:pt>
                <c:pt idx="1157">
                  <c:v>45901</c:v>
                </c:pt>
                <c:pt idx="1158">
                  <c:v>45902</c:v>
                </c:pt>
                <c:pt idx="1159">
                  <c:v>45903</c:v>
                </c:pt>
                <c:pt idx="1160">
                  <c:v>45904</c:v>
                </c:pt>
                <c:pt idx="1161">
                  <c:v>45905</c:v>
                </c:pt>
                <c:pt idx="1162">
                  <c:v>45906</c:v>
                </c:pt>
                <c:pt idx="1163">
                  <c:v>45907</c:v>
                </c:pt>
                <c:pt idx="1164">
                  <c:v>45908</c:v>
                </c:pt>
                <c:pt idx="1165">
                  <c:v>45909</c:v>
                </c:pt>
                <c:pt idx="1166">
                  <c:v>45910</c:v>
                </c:pt>
                <c:pt idx="1167">
                  <c:v>45911</c:v>
                </c:pt>
                <c:pt idx="1168">
                  <c:v>45912</c:v>
                </c:pt>
                <c:pt idx="1169">
                  <c:v>45913</c:v>
                </c:pt>
                <c:pt idx="1170">
                  <c:v>45914</c:v>
                </c:pt>
                <c:pt idx="1171">
                  <c:v>45915</c:v>
                </c:pt>
                <c:pt idx="1172">
                  <c:v>45916</c:v>
                </c:pt>
                <c:pt idx="1173">
                  <c:v>45917</c:v>
                </c:pt>
                <c:pt idx="1174">
                  <c:v>45918</c:v>
                </c:pt>
                <c:pt idx="1175">
                  <c:v>45919</c:v>
                </c:pt>
                <c:pt idx="1176">
                  <c:v>45920</c:v>
                </c:pt>
                <c:pt idx="1177">
                  <c:v>45921</c:v>
                </c:pt>
                <c:pt idx="1178">
                  <c:v>45922</c:v>
                </c:pt>
                <c:pt idx="1179">
                  <c:v>45923</c:v>
                </c:pt>
                <c:pt idx="1180">
                  <c:v>45924</c:v>
                </c:pt>
                <c:pt idx="1181">
                  <c:v>45925</c:v>
                </c:pt>
                <c:pt idx="1182">
                  <c:v>45926</c:v>
                </c:pt>
                <c:pt idx="1183">
                  <c:v>45927</c:v>
                </c:pt>
                <c:pt idx="1184">
                  <c:v>45928</c:v>
                </c:pt>
                <c:pt idx="1185">
                  <c:v>45929</c:v>
                </c:pt>
                <c:pt idx="1186">
                  <c:v>45930</c:v>
                </c:pt>
                <c:pt idx="1187">
                  <c:v>45931</c:v>
                </c:pt>
                <c:pt idx="1188">
                  <c:v>45932</c:v>
                </c:pt>
                <c:pt idx="1189">
                  <c:v>45933</c:v>
                </c:pt>
                <c:pt idx="1190">
                  <c:v>45934</c:v>
                </c:pt>
                <c:pt idx="1191">
                  <c:v>45935</c:v>
                </c:pt>
                <c:pt idx="1192">
                  <c:v>45936</c:v>
                </c:pt>
                <c:pt idx="1193">
                  <c:v>45937</c:v>
                </c:pt>
                <c:pt idx="1194">
                  <c:v>45938</c:v>
                </c:pt>
                <c:pt idx="1195">
                  <c:v>45939</c:v>
                </c:pt>
                <c:pt idx="1196">
                  <c:v>45940</c:v>
                </c:pt>
                <c:pt idx="1197">
                  <c:v>45941</c:v>
                </c:pt>
                <c:pt idx="1198">
                  <c:v>45942</c:v>
                </c:pt>
                <c:pt idx="1199">
                  <c:v>45943</c:v>
                </c:pt>
                <c:pt idx="1200">
                  <c:v>45944</c:v>
                </c:pt>
                <c:pt idx="1201">
                  <c:v>45945</c:v>
                </c:pt>
                <c:pt idx="1202">
                  <c:v>45946</c:v>
                </c:pt>
                <c:pt idx="1203">
                  <c:v>45947</c:v>
                </c:pt>
                <c:pt idx="1204">
                  <c:v>45948</c:v>
                </c:pt>
                <c:pt idx="1205">
                  <c:v>45949</c:v>
                </c:pt>
                <c:pt idx="1206">
                  <c:v>45950</c:v>
                </c:pt>
                <c:pt idx="1207">
                  <c:v>45951</c:v>
                </c:pt>
                <c:pt idx="1208">
                  <c:v>45952</c:v>
                </c:pt>
                <c:pt idx="1209">
                  <c:v>45953</c:v>
                </c:pt>
                <c:pt idx="1210">
                  <c:v>45954</c:v>
                </c:pt>
                <c:pt idx="1211">
                  <c:v>45955</c:v>
                </c:pt>
                <c:pt idx="1212">
                  <c:v>45956</c:v>
                </c:pt>
                <c:pt idx="1213">
                  <c:v>45957</c:v>
                </c:pt>
                <c:pt idx="1214">
                  <c:v>45958</c:v>
                </c:pt>
                <c:pt idx="1215">
                  <c:v>45959</c:v>
                </c:pt>
                <c:pt idx="1216">
                  <c:v>45960</c:v>
                </c:pt>
                <c:pt idx="1217">
                  <c:v>45961</c:v>
                </c:pt>
                <c:pt idx="1218">
                  <c:v>45962</c:v>
                </c:pt>
                <c:pt idx="1219">
                  <c:v>45963</c:v>
                </c:pt>
                <c:pt idx="1220">
                  <c:v>45964</c:v>
                </c:pt>
                <c:pt idx="1221">
                  <c:v>45965</c:v>
                </c:pt>
                <c:pt idx="1222">
                  <c:v>45966</c:v>
                </c:pt>
                <c:pt idx="1223">
                  <c:v>45967</c:v>
                </c:pt>
                <c:pt idx="1224">
                  <c:v>45968</c:v>
                </c:pt>
                <c:pt idx="1225">
                  <c:v>45969</c:v>
                </c:pt>
                <c:pt idx="1226">
                  <c:v>45970</c:v>
                </c:pt>
                <c:pt idx="1227">
                  <c:v>45971</c:v>
                </c:pt>
                <c:pt idx="1228">
                  <c:v>45972</c:v>
                </c:pt>
                <c:pt idx="1229">
                  <c:v>45973</c:v>
                </c:pt>
                <c:pt idx="1230">
                  <c:v>45974</c:v>
                </c:pt>
                <c:pt idx="1231">
                  <c:v>45975</c:v>
                </c:pt>
                <c:pt idx="1232">
                  <c:v>45976</c:v>
                </c:pt>
                <c:pt idx="1233">
                  <c:v>45977</c:v>
                </c:pt>
                <c:pt idx="1234">
                  <c:v>45978</c:v>
                </c:pt>
                <c:pt idx="1235">
                  <c:v>45979</c:v>
                </c:pt>
                <c:pt idx="1236">
                  <c:v>45980</c:v>
                </c:pt>
                <c:pt idx="1237">
                  <c:v>45981</c:v>
                </c:pt>
                <c:pt idx="1238">
                  <c:v>45982</c:v>
                </c:pt>
                <c:pt idx="1239">
                  <c:v>45983</c:v>
                </c:pt>
                <c:pt idx="1240">
                  <c:v>45984</c:v>
                </c:pt>
                <c:pt idx="1241">
                  <c:v>45985</c:v>
                </c:pt>
                <c:pt idx="1242">
                  <c:v>45986</c:v>
                </c:pt>
                <c:pt idx="1243">
                  <c:v>45987</c:v>
                </c:pt>
                <c:pt idx="1244">
                  <c:v>45988</c:v>
                </c:pt>
                <c:pt idx="1245">
                  <c:v>45989</c:v>
                </c:pt>
                <c:pt idx="1246">
                  <c:v>45990</c:v>
                </c:pt>
                <c:pt idx="1247">
                  <c:v>45991</c:v>
                </c:pt>
                <c:pt idx="1248">
                  <c:v>45992</c:v>
                </c:pt>
                <c:pt idx="1249">
                  <c:v>45993</c:v>
                </c:pt>
                <c:pt idx="1250">
                  <c:v>45994</c:v>
                </c:pt>
                <c:pt idx="1251">
                  <c:v>45995</c:v>
                </c:pt>
                <c:pt idx="1252">
                  <c:v>45996</c:v>
                </c:pt>
                <c:pt idx="1253">
                  <c:v>45997</c:v>
                </c:pt>
                <c:pt idx="1254">
                  <c:v>45998</c:v>
                </c:pt>
                <c:pt idx="1255">
                  <c:v>45999</c:v>
                </c:pt>
                <c:pt idx="1256">
                  <c:v>46000</c:v>
                </c:pt>
                <c:pt idx="1257">
                  <c:v>46001</c:v>
                </c:pt>
                <c:pt idx="1258">
                  <c:v>46002</c:v>
                </c:pt>
                <c:pt idx="1259">
                  <c:v>46003</c:v>
                </c:pt>
                <c:pt idx="1260">
                  <c:v>46004</c:v>
                </c:pt>
                <c:pt idx="1261">
                  <c:v>46005</c:v>
                </c:pt>
                <c:pt idx="1262">
                  <c:v>46006</c:v>
                </c:pt>
                <c:pt idx="1263">
                  <c:v>46007</c:v>
                </c:pt>
                <c:pt idx="1264">
                  <c:v>46008</c:v>
                </c:pt>
                <c:pt idx="1265">
                  <c:v>46009</c:v>
                </c:pt>
                <c:pt idx="1266">
                  <c:v>46010</c:v>
                </c:pt>
                <c:pt idx="1267">
                  <c:v>46011</c:v>
                </c:pt>
                <c:pt idx="1268">
                  <c:v>46012</c:v>
                </c:pt>
                <c:pt idx="1269">
                  <c:v>46013</c:v>
                </c:pt>
                <c:pt idx="1270">
                  <c:v>46014</c:v>
                </c:pt>
                <c:pt idx="1271">
                  <c:v>46015</c:v>
                </c:pt>
                <c:pt idx="1272">
                  <c:v>46016</c:v>
                </c:pt>
                <c:pt idx="1273">
                  <c:v>46017</c:v>
                </c:pt>
                <c:pt idx="1274">
                  <c:v>46018</c:v>
                </c:pt>
                <c:pt idx="1275">
                  <c:v>46019</c:v>
                </c:pt>
                <c:pt idx="1276">
                  <c:v>46020</c:v>
                </c:pt>
                <c:pt idx="1277">
                  <c:v>46021</c:v>
                </c:pt>
                <c:pt idx="1278">
                  <c:v>46022</c:v>
                </c:pt>
                <c:pt idx="1279">
                  <c:v>46023</c:v>
                </c:pt>
                <c:pt idx="1280">
                  <c:v>46024</c:v>
                </c:pt>
                <c:pt idx="1281">
                  <c:v>46025</c:v>
                </c:pt>
                <c:pt idx="1282">
                  <c:v>46026</c:v>
                </c:pt>
                <c:pt idx="1283">
                  <c:v>46027</c:v>
                </c:pt>
                <c:pt idx="1284">
                  <c:v>46028</c:v>
                </c:pt>
                <c:pt idx="1285">
                  <c:v>46029</c:v>
                </c:pt>
                <c:pt idx="1286">
                  <c:v>46030</c:v>
                </c:pt>
                <c:pt idx="1287">
                  <c:v>46031</c:v>
                </c:pt>
                <c:pt idx="1288">
                  <c:v>46032</c:v>
                </c:pt>
                <c:pt idx="1289">
                  <c:v>46033</c:v>
                </c:pt>
                <c:pt idx="1290">
                  <c:v>46034</c:v>
                </c:pt>
                <c:pt idx="1291">
                  <c:v>46035</c:v>
                </c:pt>
                <c:pt idx="1292">
                  <c:v>46036</c:v>
                </c:pt>
                <c:pt idx="1293">
                  <c:v>46037</c:v>
                </c:pt>
                <c:pt idx="1294">
                  <c:v>46038</c:v>
                </c:pt>
                <c:pt idx="1295">
                  <c:v>46039</c:v>
                </c:pt>
                <c:pt idx="1296">
                  <c:v>46040</c:v>
                </c:pt>
                <c:pt idx="1297">
                  <c:v>46041</c:v>
                </c:pt>
                <c:pt idx="1298">
                  <c:v>46042</c:v>
                </c:pt>
                <c:pt idx="1299">
                  <c:v>46043</c:v>
                </c:pt>
                <c:pt idx="1300">
                  <c:v>46044</c:v>
                </c:pt>
                <c:pt idx="1301">
                  <c:v>46045</c:v>
                </c:pt>
                <c:pt idx="1302">
                  <c:v>46046</c:v>
                </c:pt>
                <c:pt idx="1303">
                  <c:v>46047</c:v>
                </c:pt>
                <c:pt idx="1304">
                  <c:v>46048</c:v>
                </c:pt>
                <c:pt idx="1305">
                  <c:v>46049</c:v>
                </c:pt>
                <c:pt idx="1306">
                  <c:v>46050</c:v>
                </c:pt>
                <c:pt idx="1307">
                  <c:v>46051</c:v>
                </c:pt>
                <c:pt idx="1308">
                  <c:v>46052</c:v>
                </c:pt>
                <c:pt idx="1309">
                  <c:v>46053</c:v>
                </c:pt>
                <c:pt idx="1310">
                  <c:v>46054</c:v>
                </c:pt>
                <c:pt idx="1311">
                  <c:v>46055</c:v>
                </c:pt>
                <c:pt idx="1312">
                  <c:v>46056</c:v>
                </c:pt>
                <c:pt idx="1313">
                  <c:v>46057</c:v>
                </c:pt>
                <c:pt idx="1314">
                  <c:v>46058</c:v>
                </c:pt>
                <c:pt idx="1315">
                  <c:v>46059</c:v>
                </c:pt>
                <c:pt idx="1316">
                  <c:v>46060</c:v>
                </c:pt>
                <c:pt idx="1317">
                  <c:v>46061</c:v>
                </c:pt>
                <c:pt idx="1318">
                  <c:v>46062</c:v>
                </c:pt>
                <c:pt idx="1319">
                  <c:v>46063</c:v>
                </c:pt>
                <c:pt idx="1320">
                  <c:v>46064</c:v>
                </c:pt>
                <c:pt idx="1321">
                  <c:v>46065</c:v>
                </c:pt>
                <c:pt idx="1322">
                  <c:v>46066</c:v>
                </c:pt>
                <c:pt idx="1323">
                  <c:v>46067</c:v>
                </c:pt>
                <c:pt idx="1324">
                  <c:v>46068</c:v>
                </c:pt>
                <c:pt idx="1325">
                  <c:v>46069</c:v>
                </c:pt>
                <c:pt idx="1326">
                  <c:v>46070</c:v>
                </c:pt>
                <c:pt idx="1327">
                  <c:v>46071</c:v>
                </c:pt>
                <c:pt idx="1328">
                  <c:v>46072</c:v>
                </c:pt>
                <c:pt idx="1329">
                  <c:v>46073</c:v>
                </c:pt>
                <c:pt idx="1330">
                  <c:v>46074</c:v>
                </c:pt>
                <c:pt idx="1331">
                  <c:v>46075</c:v>
                </c:pt>
                <c:pt idx="1332">
                  <c:v>46076</c:v>
                </c:pt>
                <c:pt idx="1333">
                  <c:v>46077</c:v>
                </c:pt>
                <c:pt idx="1334">
                  <c:v>46078</c:v>
                </c:pt>
                <c:pt idx="1335">
                  <c:v>46079</c:v>
                </c:pt>
                <c:pt idx="1336">
                  <c:v>46080</c:v>
                </c:pt>
                <c:pt idx="1337">
                  <c:v>46081</c:v>
                </c:pt>
                <c:pt idx="1338">
                  <c:v>46082</c:v>
                </c:pt>
                <c:pt idx="1339">
                  <c:v>46083</c:v>
                </c:pt>
                <c:pt idx="1340">
                  <c:v>46084</c:v>
                </c:pt>
                <c:pt idx="1341">
                  <c:v>46085</c:v>
                </c:pt>
                <c:pt idx="1342">
                  <c:v>46086</c:v>
                </c:pt>
                <c:pt idx="1343">
                  <c:v>46087</c:v>
                </c:pt>
                <c:pt idx="1344">
                  <c:v>46088</c:v>
                </c:pt>
                <c:pt idx="1345">
                  <c:v>46089</c:v>
                </c:pt>
                <c:pt idx="1346">
                  <c:v>46090</c:v>
                </c:pt>
                <c:pt idx="1347">
                  <c:v>46091</c:v>
                </c:pt>
                <c:pt idx="1348">
                  <c:v>46092</c:v>
                </c:pt>
                <c:pt idx="1349">
                  <c:v>46093</c:v>
                </c:pt>
                <c:pt idx="1350">
                  <c:v>46094</c:v>
                </c:pt>
                <c:pt idx="1351">
                  <c:v>46095</c:v>
                </c:pt>
                <c:pt idx="1352">
                  <c:v>46096</c:v>
                </c:pt>
                <c:pt idx="1353">
                  <c:v>46097</c:v>
                </c:pt>
                <c:pt idx="1354">
                  <c:v>46098</c:v>
                </c:pt>
                <c:pt idx="1355">
                  <c:v>46099</c:v>
                </c:pt>
                <c:pt idx="1356">
                  <c:v>46100</c:v>
                </c:pt>
                <c:pt idx="1357">
                  <c:v>46101</c:v>
                </c:pt>
                <c:pt idx="1358">
                  <c:v>46102</c:v>
                </c:pt>
                <c:pt idx="1359">
                  <c:v>46103</c:v>
                </c:pt>
                <c:pt idx="1360">
                  <c:v>46104</c:v>
                </c:pt>
                <c:pt idx="1361">
                  <c:v>46105</c:v>
                </c:pt>
                <c:pt idx="1362">
                  <c:v>46106</c:v>
                </c:pt>
                <c:pt idx="1363">
                  <c:v>46107</c:v>
                </c:pt>
                <c:pt idx="1364">
                  <c:v>46108</c:v>
                </c:pt>
                <c:pt idx="1365">
                  <c:v>46109</c:v>
                </c:pt>
                <c:pt idx="1366">
                  <c:v>46110</c:v>
                </c:pt>
                <c:pt idx="1367">
                  <c:v>46111</c:v>
                </c:pt>
                <c:pt idx="1368">
                  <c:v>46112</c:v>
                </c:pt>
                <c:pt idx="1369">
                  <c:v>46113</c:v>
                </c:pt>
                <c:pt idx="1370">
                  <c:v>46114</c:v>
                </c:pt>
                <c:pt idx="1371">
                  <c:v>46115</c:v>
                </c:pt>
                <c:pt idx="1372">
                  <c:v>46116</c:v>
                </c:pt>
                <c:pt idx="1373">
                  <c:v>46117</c:v>
                </c:pt>
                <c:pt idx="1374">
                  <c:v>46118</c:v>
                </c:pt>
                <c:pt idx="1375">
                  <c:v>46119</c:v>
                </c:pt>
                <c:pt idx="1376">
                  <c:v>46120</c:v>
                </c:pt>
                <c:pt idx="1377">
                  <c:v>46121</c:v>
                </c:pt>
                <c:pt idx="1378">
                  <c:v>46122</c:v>
                </c:pt>
                <c:pt idx="1379">
                  <c:v>46123</c:v>
                </c:pt>
                <c:pt idx="1380">
                  <c:v>46124</c:v>
                </c:pt>
                <c:pt idx="1381">
                  <c:v>46125</c:v>
                </c:pt>
                <c:pt idx="1382">
                  <c:v>46126</c:v>
                </c:pt>
                <c:pt idx="1383">
                  <c:v>46127</c:v>
                </c:pt>
                <c:pt idx="1384">
                  <c:v>46128</c:v>
                </c:pt>
                <c:pt idx="1385">
                  <c:v>46129</c:v>
                </c:pt>
                <c:pt idx="1386">
                  <c:v>46130</c:v>
                </c:pt>
                <c:pt idx="1387">
                  <c:v>46131</c:v>
                </c:pt>
                <c:pt idx="1388">
                  <c:v>46132</c:v>
                </c:pt>
                <c:pt idx="1389">
                  <c:v>46133</c:v>
                </c:pt>
                <c:pt idx="1390">
                  <c:v>46134</c:v>
                </c:pt>
                <c:pt idx="1391">
                  <c:v>46135</c:v>
                </c:pt>
                <c:pt idx="1392">
                  <c:v>46136</c:v>
                </c:pt>
                <c:pt idx="1393">
                  <c:v>46137</c:v>
                </c:pt>
                <c:pt idx="1394">
                  <c:v>46138</c:v>
                </c:pt>
                <c:pt idx="1395">
                  <c:v>46139</c:v>
                </c:pt>
                <c:pt idx="1396">
                  <c:v>46140</c:v>
                </c:pt>
                <c:pt idx="1397">
                  <c:v>46141</c:v>
                </c:pt>
                <c:pt idx="1398">
                  <c:v>46142</c:v>
                </c:pt>
                <c:pt idx="1399">
                  <c:v>46143</c:v>
                </c:pt>
                <c:pt idx="1400">
                  <c:v>46144</c:v>
                </c:pt>
                <c:pt idx="1401">
                  <c:v>46145</c:v>
                </c:pt>
                <c:pt idx="1402">
                  <c:v>46146</c:v>
                </c:pt>
                <c:pt idx="1403">
                  <c:v>46147</c:v>
                </c:pt>
                <c:pt idx="1404">
                  <c:v>46148</c:v>
                </c:pt>
                <c:pt idx="1405">
                  <c:v>46149</c:v>
                </c:pt>
                <c:pt idx="1406">
                  <c:v>46150</c:v>
                </c:pt>
                <c:pt idx="1407">
                  <c:v>46151</c:v>
                </c:pt>
                <c:pt idx="1408">
                  <c:v>46152</c:v>
                </c:pt>
                <c:pt idx="1409">
                  <c:v>46153</c:v>
                </c:pt>
                <c:pt idx="1410">
                  <c:v>46154</c:v>
                </c:pt>
                <c:pt idx="1411">
                  <c:v>46155</c:v>
                </c:pt>
                <c:pt idx="1412">
                  <c:v>46156</c:v>
                </c:pt>
                <c:pt idx="1413">
                  <c:v>46157</c:v>
                </c:pt>
                <c:pt idx="1414">
                  <c:v>46158</c:v>
                </c:pt>
                <c:pt idx="1415">
                  <c:v>46159</c:v>
                </c:pt>
                <c:pt idx="1416">
                  <c:v>46160</c:v>
                </c:pt>
                <c:pt idx="1417">
                  <c:v>46161</c:v>
                </c:pt>
                <c:pt idx="1418">
                  <c:v>46162</c:v>
                </c:pt>
                <c:pt idx="1419">
                  <c:v>46163</c:v>
                </c:pt>
                <c:pt idx="1420">
                  <c:v>46164</c:v>
                </c:pt>
                <c:pt idx="1421">
                  <c:v>46165</c:v>
                </c:pt>
                <c:pt idx="1422">
                  <c:v>46166</c:v>
                </c:pt>
                <c:pt idx="1423">
                  <c:v>46167</c:v>
                </c:pt>
                <c:pt idx="1424">
                  <c:v>46168</c:v>
                </c:pt>
                <c:pt idx="1425">
                  <c:v>46169</c:v>
                </c:pt>
                <c:pt idx="1426">
                  <c:v>46170</c:v>
                </c:pt>
                <c:pt idx="1427">
                  <c:v>46171</c:v>
                </c:pt>
                <c:pt idx="1428">
                  <c:v>46172</c:v>
                </c:pt>
                <c:pt idx="1429">
                  <c:v>46173</c:v>
                </c:pt>
                <c:pt idx="1430">
                  <c:v>46174</c:v>
                </c:pt>
                <c:pt idx="1431">
                  <c:v>46175</c:v>
                </c:pt>
                <c:pt idx="1432">
                  <c:v>46176</c:v>
                </c:pt>
                <c:pt idx="1433">
                  <c:v>46177</c:v>
                </c:pt>
                <c:pt idx="1434">
                  <c:v>46178</c:v>
                </c:pt>
                <c:pt idx="1435">
                  <c:v>46179</c:v>
                </c:pt>
                <c:pt idx="1436">
                  <c:v>46180</c:v>
                </c:pt>
                <c:pt idx="1437">
                  <c:v>46181</c:v>
                </c:pt>
                <c:pt idx="1438">
                  <c:v>46182</c:v>
                </c:pt>
                <c:pt idx="1439">
                  <c:v>46183</c:v>
                </c:pt>
                <c:pt idx="1440">
                  <c:v>46184</c:v>
                </c:pt>
                <c:pt idx="1441">
                  <c:v>46185</c:v>
                </c:pt>
                <c:pt idx="1442">
                  <c:v>46186</c:v>
                </c:pt>
                <c:pt idx="1443">
                  <c:v>46187</c:v>
                </c:pt>
                <c:pt idx="1444">
                  <c:v>46188</c:v>
                </c:pt>
                <c:pt idx="1445">
                  <c:v>46189</c:v>
                </c:pt>
                <c:pt idx="1446">
                  <c:v>46190</c:v>
                </c:pt>
                <c:pt idx="1447">
                  <c:v>46191</c:v>
                </c:pt>
                <c:pt idx="1448">
                  <c:v>46192</c:v>
                </c:pt>
                <c:pt idx="1449">
                  <c:v>46193</c:v>
                </c:pt>
                <c:pt idx="1450">
                  <c:v>46194</c:v>
                </c:pt>
                <c:pt idx="1451">
                  <c:v>46195</c:v>
                </c:pt>
                <c:pt idx="1452">
                  <c:v>46196</c:v>
                </c:pt>
                <c:pt idx="1453">
                  <c:v>46197</c:v>
                </c:pt>
                <c:pt idx="1454">
                  <c:v>46198</c:v>
                </c:pt>
                <c:pt idx="1455">
                  <c:v>46199</c:v>
                </c:pt>
                <c:pt idx="1456">
                  <c:v>46200</c:v>
                </c:pt>
                <c:pt idx="1457">
                  <c:v>46201</c:v>
                </c:pt>
                <c:pt idx="1458">
                  <c:v>46202</c:v>
                </c:pt>
                <c:pt idx="1459">
                  <c:v>46203</c:v>
                </c:pt>
                <c:pt idx="1460">
                  <c:v>46204</c:v>
                </c:pt>
                <c:pt idx="1461">
                  <c:v>46205</c:v>
                </c:pt>
                <c:pt idx="1462">
                  <c:v>46206</c:v>
                </c:pt>
                <c:pt idx="1463">
                  <c:v>46207</c:v>
                </c:pt>
                <c:pt idx="1464">
                  <c:v>46208</c:v>
                </c:pt>
                <c:pt idx="1465">
                  <c:v>46209</c:v>
                </c:pt>
                <c:pt idx="1466">
                  <c:v>46210</c:v>
                </c:pt>
                <c:pt idx="1467">
                  <c:v>46211</c:v>
                </c:pt>
                <c:pt idx="1468">
                  <c:v>46212</c:v>
                </c:pt>
                <c:pt idx="1469">
                  <c:v>46213</c:v>
                </c:pt>
                <c:pt idx="1470">
                  <c:v>46214</c:v>
                </c:pt>
                <c:pt idx="1471">
                  <c:v>46215</c:v>
                </c:pt>
                <c:pt idx="1472">
                  <c:v>46216</c:v>
                </c:pt>
                <c:pt idx="1473">
                  <c:v>46217</c:v>
                </c:pt>
                <c:pt idx="1474">
                  <c:v>46218</c:v>
                </c:pt>
                <c:pt idx="1475">
                  <c:v>46219</c:v>
                </c:pt>
                <c:pt idx="1476">
                  <c:v>46220</c:v>
                </c:pt>
                <c:pt idx="1477">
                  <c:v>46221</c:v>
                </c:pt>
                <c:pt idx="1478">
                  <c:v>46222</c:v>
                </c:pt>
                <c:pt idx="1479">
                  <c:v>46223</c:v>
                </c:pt>
                <c:pt idx="1480">
                  <c:v>46224</c:v>
                </c:pt>
                <c:pt idx="1481">
                  <c:v>46225</c:v>
                </c:pt>
                <c:pt idx="1482">
                  <c:v>46226</c:v>
                </c:pt>
                <c:pt idx="1483">
                  <c:v>46227</c:v>
                </c:pt>
                <c:pt idx="1484">
                  <c:v>46228</c:v>
                </c:pt>
                <c:pt idx="1485">
                  <c:v>46229</c:v>
                </c:pt>
                <c:pt idx="1486">
                  <c:v>46230</c:v>
                </c:pt>
                <c:pt idx="1487">
                  <c:v>46231</c:v>
                </c:pt>
                <c:pt idx="1488">
                  <c:v>46232</c:v>
                </c:pt>
                <c:pt idx="1489">
                  <c:v>46233</c:v>
                </c:pt>
                <c:pt idx="1490">
                  <c:v>46234</c:v>
                </c:pt>
                <c:pt idx="1491">
                  <c:v>46235</c:v>
                </c:pt>
                <c:pt idx="1492">
                  <c:v>46236</c:v>
                </c:pt>
                <c:pt idx="1493">
                  <c:v>46237</c:v>
                </c:pt>
                <c:pt idx="1494">
                  <c:v>46238</c:v>
                </c:pt>
                <c:pt idx="1495">
                  <c:v>46239</c:v>
                </c:pt>
                <c:pt idx="1496">
                  <c:v>46240</c:v>
                </c:pt>
                <c:pt idx="1497">
                  <c:v>46241</c:v>
                </c:pt>
                <c:pt idx="1498">
                  <c:v>46242</c:v>
                </c:pt>
                <c:pt idx="1499">
                  <c:v>46243</c:v>
                </c:pt>
                <c:pt idx="1500">
                  <c:v>46244</c:v>
                </c:pt>
                <c:pt idx="1501">
                  <c:v>46245</c:v>
                </c:pt>
                <c:pt idx="1502">
                  <c:v>46246</c:v>
                </c:pt>
                <c:pt idx="1503">
                  <c:v>46247</c:v>
                </c:pt>
                <c:pt idx="1504">
                  <c:v>46248</c:v>
                </c:pt>
                <c:pt idx="1505">
                  <c:v>46249</c:v>
                </c:pt>
                <c:pt idx="1506">
                  <c:v>46250</c:v>
                </c:pt>
                <c:pt idx="1507">
                  <c:v>46251</c:v>
                </c:pt>
                <c:pt idx="1508">
                  <c:v>46252</c:v>
                </c:pt>
                <c:pt idx="1509">
                  <c:v>46253</c:v>
                </c:pt>
                <c:pt idx="1510">
                  <c:v>46254</c:v>
                </c:pt>
                <c:pt idx="1511">
                  <c:v>46255</c:v>
                </c:pt>
                <c:pt idx="1512">
                  <c:v>46256</c:v>
                </c:pt>
                <c:pt idx="1513">
                  <c:v>46257</c:v>
                </c:pt>
                <c:pt idx="1514">
                  <c:v>46258</c:v>
                </c:pt>
                <c:pt idx="1515">
                  <c:v>46259</c:v>
                </c:pt>
                <c:pt idx="1516">
                  <c:v>46260</c:v>
                </c:pt>
                <c:pt idx="1517">
                  <c:v>46261</c:v>
                </c:pt>
                <c:pt idx="1518">
                  <c:v>46262</c:v>
                </c:pt>
                <c:pt idx="1519">
                  <c:v>46263</c:v>
                </c:pt>
                <c:pt idx="1520">
                  <c:v>46264</c:v>
                </c:pt>
                <c:pt idx="1521">
                  <c:v>46265</c:v>
                </c:pt>
                <c:pt idx="1522">
                  <c:v>46266</c:v>
                </c:pt>
                <c:pt idx="1523">
                  <c:v>46267</c:v>
                </c:pt>
                <c:pt idx="1524">
                  <c:v>46268</c:v>
                </c:pt>
                <c:pt idx="1525">
                  <c:v>46269</c:v>
                </c:pt>
                <c:pt idx="1526">
                  <c:v>46270</c:v>
                </c:pt>
                <c:pt idx="1527">
                  <c:v>46271</c:v>
                </c:pt>
                <c:pt idx="1528">
                  <c:v>46272</c:v>
                </c:pt>
                <c:pt idx="1529">
                  <c:v>46273</c:v>
                </c:pt>
                <c:pt idx="1530">
                  <c:v>46274</c:v>
                </c:pt>
                <c:pt idx="1531">
                  <c:v>46275</c:v>
                </c:pt>
                <c:pt idx="1532">
                  <c:v>46276</c:v>
                </c:pt>
                <c:pt idx="1533">
                  <c:v>46277</c:v>
                </c:pt>
                <c:pt idx="1534">
                  <c:v>46278</c:v>
                </c:pt>
                <c:pt idx="1535">
                  <c:v>46279</c:v>
                </c:pt>
                <c:pt idx="1536">
                  <c:v>46280</c:v>
                </c:pt>
                <c:pt idx="1537">
                  <c:v>46281</c:v>
                </c:pt>
                <c:pt idx="1538">
                  <c:v>46282</c:v>
                </c:pt>
                <c:pt idx="1539">
                  <c:v>46283</c:v>
                </c:pt>
                <c:pt idx="1540">
                  <c:v>46284</c:v>
                </c:pt>
                <c:pt idx="1541">
                  <c:v>46285</c:v>
                </c:pt>
                <c:pt idx="1542">
                  <c:v>46286</c:v>
                </c:pt>
                <c:pt idx="1543">
                  <c:v>46287</c:v>
                </c:pt>
                <c:pt idx="1544">
                  <c:v>46288</c:v>
                </c:pt>
                <c:pt idx="1545">
                  <c:v>46289</c:v>
                </c:pt>
                <c:pt idx="1546">
                  <c:v>46290</c:v>
                </c:pt>
                <c:pt idx="1547">
                  <c:v>46291</c:v>
                </c:pt>
                <c:pt idx="1548">
                  <c:v>46292</c:v>
                </c:pt>
                <c:pt idx="1549">
                  <c:v>46293</c:v>
                </c:pt>
                <c:pt idx="1550">
                  <c:v>46294</c:v>
                </c:pt>
                <c:pt idx="1551">
                  <c:v>46295</c:v>
                </c:pt>
                <c:pt idx="1552">
                  <c:v>46296</c:v>
                </c:pt>
                <c:pt idx="1553">
                  <c:v>46297</c:v>
                </c:pt>
                <c:pt idx="1554">
                  <c:v>46298</c:v>
                </c:pt>
                <c:pt idx="1555">
                  <c:v>46299</c:v>
                </c:pt>
                <c:pt idx="1556">
                  <c:v>46300</c:v>
                </c:pt>
                <c:pt idx="1557">
                  <c:v>46301</c:v>
                </c:pt>
                <c:pt idx="1558">
                  <c:v>46302</c:v>
                </c:pt>
                <c:pt idx="1559">
                  <c:v>46303</c:v>
                </c:pt>
                <c:pt idx="1560">
                  <c:v>46304</c:v>
                </c:pt>
                <c:pt idx="1561">
                  <c:v>46305</c:v>
                </c:pt>
                <c:pt idx="1562">
                  <c:v>46306</c:v>
                </c:pt>
                <c:pt idx="1563">
                  <c:v>46307</c:v>
                </c:pt>
                <c:pt idx="1564">
                  <c:v>46308</c:v>
                </c:pt>
                <c:pt idx="1565">
                  <c:v>46309</c:v>
                </c:pt>
                <c:pt idx="1566">
                  <c:v>46310</c:v>
                </c:pt>
                <c:pt idx="1567">
                  <c:v>46311</c:v>
                </c:pt>
                <c:pt idx="1568">
                  <c:v>46312</c:v>
                </c:pt>
                <c:pt idx="1569">
                  <c:v>46313</c:v>
                </c:pt>
                <c:pt idx="1570">
                  <c:v>46314</c:v>
                </c:pt>
                <c:pt idx="1571">
                  <c:v>46315</c:v>
                </c:pt>
                <c:pt idx="1572">
                  <c:v>46316</c:v>
                </c:pt>
                <c:pt idx="1573">
                  <c:v>46317</c:v>
                </c:pt>
                <c:pt idx="1574">
                  <c:v>46318</c:v>
                </c:pt>
                <c:pt idx="1575">
                  <c:v>46319</c:v>
                </c:pt>
                <c:pt idx="1576">
                  <c:v>46320</c:v>
                </c:pt>
                <c:pt idx="1577">
                  <c:v>46321</c:v>
                </c:pt>
                <c:pt idx="1578">
                  <c:v>46322</c:v>
                </c:pt>
                <c:pt idx="1579">
                  <c:v>46323</c:v>
                </c:pt>
                <c:pt idx="1580">
                  <c:v>46324</c:v>
                </c:pt>
                <c:pt idx="1581">
                  <c:v>46325</c:v>
                </c:pt>
                <c:pt idx="1582">
                  <c:v>46326</c:v>
                </c:pt>
                <c:pt idx="1583">
                  <c:v>46327</c:v>
                </c:pt>
                <c:pt idx="1584">
                  <c:v>46328</c:v>
                </c:pt>
                <c:pt idx="1585">
                  <c:v>46329</c:v>
                </c:pt>
                <c:pt idx="1586">
                  <c:v>46330</c:v>
                </c:pt>
                <c:pt idx="1587">
                  <c:v>46331</c:v>
                </c:pt>
                <c:pt idx="1588">
                  <c:v>46332</c:v>
                </c:pt>
                <c:pt idx="1589">
                  <c:v>46333</c:v>
                </c:pt>
                <c:pt idx="1590">
                  <c:v>46334</c:v>
                </c:pt>
                <c:pt idx="1591">
                  <c:v>46335</c:v>
                </c:pt>
                <c:pt idx="1592">
                  <c:v>46336</c:v>
                </c:pt>
                <c:pt idx="1593">
                  <c:v>46337</c:v>
                </c:pt>
                <c:pt idx="1594">
                  <c:v>46338</c:v>
                </c:pt>
                <c:pt idx="1595">
                  <c:v>46339</c:v>
                </c:pt>
                <c:pt idx="1596">
                  <c:v>46340</c:v>
                </c:pt>
                <c:pt idx="1597">
                  <c:v>46341</c:v>
                </c:pt>
                <c:pt idx="1598">
                  <c:v>46342</c:v>
                </c:pt>
                <c:pt idx="1599">
                  <c:v>46343</c:v>
                </c:pt>
                <c:pt idx="1600">
                  <c:v>46344</c:v>
                </c:pt>
                <c:pt idx="1601">
                  <c:v>46345</c:v>
                </c:pt>
                <c:pt idx="1602">
                  <c:v>46346</c:v>
                </c:pt>
                <c:pt idx="1603">
                  <c:v>46347</c:v>
                </c:pt>
                <c:pt idx="1604">
                  <c:v>46348</c:v>
                </c:pt>
                <c:pt idx="1605">
                  <c:v>46349</c:v>
                </c:pt>
                <c:pt idx="1606">
                  <c:v>46350</c:v>
                </c:pt>
                <c:pt idx="1607">
                  <c:v>46351</c:v>
                </c:pt>
                <c:pt idx="1608">
                  <c:v>46352</c:v>
                </c:pt>
                <c:pt idx="1609">
                  <c:v>46353</c:v>
                </c:pt>
                <c:pt idx="1610">
                  <c:v>46354</c:v>
                </c:pt>
                <c:pt idx="1611">
                  <c:v>46355</c:v>
                </c:pt>
                <c:pt idx="1612">
                  <c:v>46356</c:v>
                </c:pt>
                <c:pt idx="1613">
                  <c:v>46357</c:v>
                </c:pt>
                <c:pt idx="1614">
                  <c:v>46358</c:v>
                </c:pt>
                <c:pt idx="1615">
                  <c:v>46359</c:v>
                </c:pt>
                <c:pt idx="1616">
                  <c:v>46360</c:v>
                </c:pt>
                <c:pt idx="1617">
                  <c:v>46361</c:v>
                </c:pt>
                <c:pt idx="1618">
                  <c:v>46362</c:v>
                </c:pt>
                <c:pt idx="1619">
                  <c:v>46363</c:v>
                </c:pt>
                <c:pt idx="1620">
                  <c:v>46364</c:v>
                </c:pt>
                <c:pt idx="1621">
                  <c:v>46365</c:v>
                </c:pt>
                <c:pt idx="1622">
                  <c:v>46366</c:v>
                </c:pt>
                <c:pt idx="1623">
                  <c:v>46367</c:v>
                </c:pt>
                <c:pt idx="1624">
                  <c:v>46368</c:v>
                </c:pt>
                <c:pt idx="1625">
                  <c:v>46369</c:v>
                </c:pt>
                <c:pt idx="1626">
                  <c:v>46370</c:v>
                </c:pt>
                <c:pt idx="1627">
                  <c:v>46371</c:v>
                </c:pt>
                <c:pt idx="1628">
                  <c:v>46372</c:v>
                </c:pt>
                <c:pt idx="1629">
                  <c:v>46373</c:v>
                </c:pt>
                <c:pt idx="1630">
                  <c:v>46374</c:v>
                </c:pt>
                <c:pt idx="1631">
                  <c:v>46375</c:v>
                </c:pt>
                <c:pt idx="1632">
                  <c:v>46376</c:v>
                </c:pt>
                <c:pt idx="1633">
                  <c:v>46377</c:v>
                </c:pt>
                <c:pt idx="1634">
                  <c:v>46378</c:v>
                </c:pt>
                <c:pt idx="1635">
                  <c:v>46379</c:v>
                </c:pt>
                <c:pt idx="1636">
                  <c:v>46380</c:v>
                </c:pt>
                <c:pt idx="1637">
                  <c:v>46381</c:v>
                </c:pt>
                <c:pt idx="1638">
                  <c:v>46382</c:v>
                </c:pt>
                <c:pt idx="1639">
                  <c:v>46383</c:v>
                </c:pt>
                <c:pt idx="1640">
                  <c:v>46384</c:v>
                </c:pt>
                <c:pt idx="1641">
                  <c:v>46385</c:v>
                </c:pt>
                <c:pt idx="1642">
                  <c:v>46386</c:v>
                </c:pt>
                <c:pt idx="1643">
                  <c:v>46387</c:v>
                </c:pt>
                <c:pt idx="1644">
                  <c:v>46388</c:v>
                </c:pt>
                <c:pt idx="1645">
                  <c:v>46389</c:v>
                </c:pt>
                <c:pt idx="1646">
                  <c:v>46390</c:v>
                </c:pt>
                <c:pt idx="1647">
                  <c:v>46391</c:v>
                </c:pt>
                <c:pt idx="1648">
                  <c:v>46392</c:v>
                </c:pt>
                <c:pt idx="1649">
                  <c:v>46393</c:v>
                </c:pt>
                <c:pt idx="1650">
                  <c:v>46394</c:v>
                </c:pt>
                <c:pt idx="1651">
                  <c:v>46395</c:v>
                </c:pt>
                <c:pt idx="1652">
                  <c:v>46396</c:v>
                </c:pt>
                <c:pt idx="1653">
                  <c:v>46397</c:v>
                </c:pt>
                <c:pt idx="1654">
                  <c:v>46398</c:v>
                </c:pt>
                <c:pt idx="1655">
                  <c:v>46399</c:v>
                </c:pt>
                <c:pt idx="1656">
                  <c:v>46400</c:v>
                </c:pt>
                <c:pt idx="1657">
                  <c:v>46401</c:v>
                </c:pt>
                <c:pt idx="1658">
                  <c:v>46402</c:v>
                </c:pt>
                <c:pt idx="1659">
                  <c:v>46403</c:v>
                </c:pt>
                <c:pt idx="1660">
                  <c:v>46404</c:v>
                </c:pt>
                <c:pt idx="1661">
                  <c:v>46405</c:v>
                </c:pt>
                <c:pt idx="1662">
                  <c:v>46406</c:v>
                </c:pt>
                <c:pt idx="1663">
                  <c:v>46407</c:v>
                </c:pt>
                <c:pt idx="1664">
                  <c:v>46408</c:v>
                </c:pt>
                <c:pt idx="1665">
                  <c:v>46409</c:v>
                </c:pt>
                <c:pt idx="1666">
                  <c:v>46410</c:v>
                </c:pt>
                <c:pt idx="1667">
                  <c:v>46411</c:v>
                </c:pt>
                <c:pt idx="1668">
                  <c:v/>
                </c:pt>
                <c:pt idx="1669">
                  <c:v/>
                </c:pt>
                <c:pt idx="1670">
                  <c:v/>
                </c:pt>
                <c:pt idx="1671">
                  <c:v/>
                </c:pt>
                <c:pt idx="1672">
                  <c:v/>
                </c:pt>
                <c:pt idx="1673">
                  <c:v/>
                </c:pt>
                <c:pt idx="1674">
                  <c:v/>
                </c:pt>
                <c:pt idx="1675">
                  <c:v/>
                </c:pt>
                <c:pt idx="1676">
                  <c:v/>
                </c:pt>
                <c:pt idx="1677">
                  <c:v/>
                </c:pt>
                <c:pt idx="1678">
                  <c:v/>
                </c:pt>
                <c:pt idx="1679">
                  <c:v/>
                </c:pt>
                <c:pt idx="1680">
                  <c:v/>
                </c:pt>
                <c:pt idx="1681">
                  <c:v/>
                </c:pt>
                <c:pt idx="1682">
                  <c:v/>
                </c:pt>
                <c:pt idx="1683">
                  <c:v/>
                </c:pt>
                <c:pt idx="1684">
                  <c:v/>
                </c:pt>
                <c:pt idx="1685">
                  <c:v/>
                </c:pt>
                <c:pt idx="1686">
                  <c:v/>
                </c:pt>
                <c:pt idx="1687">
                  <c:v/>
                </c:pt>
                <c:pt idx="1688">
                  <c:v/>
                </c:pt>
                <c:pt idx="1689">
                  <c:v/>
                </c:pt>
                <c:pt idx="1690">
                  <c:v/>
                </c:pt>
                <c:pt idx="1691">
                  <c:v/>
                </c:pt>
                <c:pt idx="1692">
                  <c:v/>
                </c:pt>
                <c:pt idx="1693">
                  <c:v/>
                </c:pt>
                <c:pt idx="1694">
                  <c:v/>
                </c:pt>
                <c:pt idx="1695">
                  <c:v/>
                </c:pt>
                <c:pt idx="1696">
                  <c:v/>
                </c:pt>
                <c:pt idx="1697">
                  <c:v/>
                </c:pt>
                <c:pt idx="1698">
                  <c:v/>
                </c:pt>
                <c:pt idx="1699">
                  <c:v/>
                </c:pt>
                <c:pt idx="1700">
                  <c:v/>
                </c:pt>
                <c:pt idx="1701">
                  <c:v/>
                </c:pt>
                <c:pt idx="1702">
                  <c:v/>
                </c:pt>
                <c:pt idx="1703">
                  <c:v/>
                </c:pt>
                <c:pt idx="1704">
                  <c:v/>
                </c:pt>
                <c:pt idx="1705">
                  <c:v/>
                </c:pt>
                <c:pt idx="1706">
                  <c:v/>
                </c:pt>
                <c:pt idx="1707">
                  <c:v/>
                </c:pt>
                <c:pt idx="1708">
                  <c:v/>
                </c:pt>
                <c:pt idx="1709">
                  <c:v/>
                </c:pt>
                <c:pt idx="1710">
                  <c:v/>
                </c:pt>
                <c:pt idx="1711">
                  <c:v/>
                </c:pt>
                <c:pt idx="1712">
                  <c:v/>
                </c:pt>
                <c:pt idx="1713">
                  <c:v/>
                </c:pt>
                <c:pt idx="1714">
                  <c:v/>
                </c:pt>
                <c:pt idx="1715">
                  <c:v/>
                </c:pt>
                <c:pt idx="1716">
                  <c:v/>
                </c:pt>
                <c:pt idx="1717">
                  <c:v/>
                </c:pt>
                <c:pt idx="1718">
                  <c:v/>
                </c:pt>
                <c:pt idx="1719">
                  <c:v/>
                </c:pt>
                <c:pt idx="1720">
                  <c:v/>
                </c:pt>
                <c:pt idx="1721">
                  <c:v/>
                </c:pt>
                <c:pt idx="1722">
                  <c:v/>
                </c:pt>
                <c:pt idx="1723">
                  <c:v/>
                </c:pt>
                <c:pt idx="1724">
                  <c:v/>
                </c:pt>
                <c:pt idx="1725">
                  <c:v/>
                </c:pt>
                <c:pt idx="1726">
                  <c:v/>
                </c:pt>
                <c:pt idx="1727">
                  <c:v/>
                </c:pt>
                <c:pt idx="1728">
                  <c:v/>
                </c:pt>
                <c:pt idx="1729">
                  <c:v/>
                </c:pt>
                <c:pt idx="1730">
                  <c:v/>
                </c:pt>
                <c:pt idx="1731">
                  <c:v/>
                </c:pt>
                <c:pt idx="1732">
                  <c:v/>
                </c:pt>
                <c:pt idx="1733">
                  <c:v/>
                </c:pt>
                <c:pt idx="1734">
                  <c:v/>
                </c:pt>
                <c:pt idx="1735">
                  <c:v/>
                </c:pt>
                <c:pt idx="1736">
                  <c:v/>
                </c:pt>
                <c:pt idx="1737">
                  <c:v/>
                </c:pt>
                <c:pt idx="1738">
                  <c:v/>
                </c:pt>
                <c:pt idx="1739">
                  <c:v/>
                </c:pt>
                <c:pt idx="1740">
                  <c:v/>
                </c:pt>
                <c:pt idx="1741">
                  <c:v/>
                </c:pt>
                <c:pt idx="1742">
                  <c:v/>
                </c:pt>
                <c:pt idx="1743">
                  <c:v/>
                </c:pt>
                <c:pt idx="1744">
                  <c:v/>
                </c:pt>
                <c:pt idx="1745">
                  <c:v/>
                </c:pt>
                <c:pt idx="1746">
                  <c:v/>
                </c:pt>
                <c:pt idx="1747">
                  <c:v/>
                </c:pt>
                <c:pt idx="1748">
                  <c:v/>
                </c:pt>
                <c:pt idx="1749">
                  <c:v/>
                </c:pt>
                <c:pt idx="1750">
                  <c:v/>
                </c:pt>
                <c:pt idx="1751">
                  <c:v/>
                </c:pt>
                <c:pt idx="1752">
                  <c:v/>
                </c:pt>
                <c:pt idx="1753">
                  <c:v/>
                </c:pt>
                <c:pt idx="1754">
                  <c:v/>
                </c:pt>
                <c:pt idx="1755">
                  <c:v/>
                </c:pt>
                <c:pt idx="1756">
                  <c:v/>
                </c:pt>
                <c:pt idx="1757">
                  <c:v/>
                </c:pt>
                <c:pt idx="1758">
                  <c:v/>
                </c:pt>
                <c:pt idx="1759">
                  <c:v/>
                </c:pt>
                <c:pt idx="1760">
                  <c:v/>
                </c:pt>
                <c:pt idx="1761">
                  <c:v/>
                </c:pt>
                <c:pt idx="1762">
                  <c:v/>
                </c:pt>
                <c:pt idx="1763">
                  <c:v/>
                </c:pt>
                <c:pt idx="1764">
                  <c:v/>
                </c:pt>
                <c:pt idx="1765">
                  <c:v/>
                </c:pt>
                <c:pt idx="1766">
                  <c:v/>
                </c:pt>
                <c:pt idx="1767">
                  <c:v/>
                </c:pt>
                <c:pt idx="1768">
                  <c:v/>
                </c:pt>
                <c:pt idx="1769">
                  <c:v/>
                </c:pt>
                <c:pt idx="1770">
                  <c:v/>
                </c:pt>
                <c:pt idx="1771">
                  <c:v/>
                </c:pt>
                <c:pt idx="1772">
                  <c:v/>
                </c:pt>
                <c:pt idx="1773">
                  <c:v/>
                </c:pt>
                <c:pt idx="1774">
                  <c:v/>
                </c:pt>
                <c:pt idx="1775">
                  <c:v/>
                </c:pt>
                <c:pt idx="1776">
                  <c:v/>
                </c:pt>
                <c:pt idx="1777">
                  <c:v/>
                </c:pt>
                <c:pt idx="1778">
                  <c:v/>
                </c:pt>
                <c:pt idx="1779">
                  <c:v/>
                </c:pt>
                <c:pt idx="1780">
                  <c:v/>
                </c:pt>
                <c:pt idx="1781">
                  <c:v/>
                </c:pt>
                <c:pt idx="1782">
                  <c:v/>
                </c:pt>
                <c:pt idx="1783">
                  <c:v/>
                </c:pt>
                <c:pt idx="1784">
                  <c:v/>
                </c:pt>
                <c:pt idx="1785">
                  <c:v/>
                </c:pt>
                <c:pt idx="1786">
                  <c:v/>
                </c:pt>
                <c:pt idx="1787">
                  <c:v/>
                </c:pt>
                <c:pt idx="1788">
                  <c:v/>
                </c:pt>
                <c:pt idx="1789">
                  <c:v/>
                </c:pt>
                <c:pt idx="1790">
                  <c:v/>
                </c:pt>
                <c:pt idx="1791">
                  <c:v/>
                </c:pt>
                <c:pt idx="1792">
                  <c:v/>
                </c:pt>
                <c:pt idx="1793">
                  <c:v/>
                </c:pt>
                <c:pt idx="1794">
                  <c:v/>
                </c:pt>
                <c:pt idx="1795">
                  <c:v/>
                </c:pt>
                <c:pt idx="1796">
                  <c:v/>
                </c:pt>
                <c:pt idx="1797">
                  <c:v/>
                </c:pt>
                <c:pt idx="1798">
                  <c:v/>
                </c:pt>
                <c:pt idx="1799">
                  <c:v/>
                </c:pt>
                <c:pt idx="1800">
                  <c:v/>
                </c:pt>
                <c:pt idx="1801">
                  <c:v/>
                </c:pt>
                <c:pt idx="1802">
                  <c:v/>
                </c:pt>
                <c:pt idx="1803">
                  <c:v/>
                </c:pt>
                <c:pt idx="1804">
                  <c:v/>
                </c:pt>
                <c:pt idx="1805">
                  <c:v/>
                </c:pt>
                <c:pt idx="1806">
                  <c:v/>
                </c:pt>
                <c:pt idx="1807">
                  <c:v/>
                </c:pt>
                <c:pt idx="1808">
                  <c:v/>
                </c:pt>
                <c:pt idx="1809">
                  <c:v/>
                </c:pt>
                <c:pt idx="1810">
                  <c:v/>
                </c:pt>
                <c:pt idx="1811">
                  <c:v/>
                </c:pt>
                <c:pt idx="1812">
                  <c:v/>
                </c:pt>
                <c:pt idx="1813">
                  <c:v/>
                </c:pt>
                <c:pt idx="1814">
                  <c:v/>
                </c:pt>
                <c:pt idx="1815">
                  <c:v/>
                </c:pt>
                <c:pt idx="1816">
                  <c:v/>
                </c:pt>
                <c:pt idx="1817">
                  <c:v/>
                </c:pt>
                <c:pt idx="1818">
                  <c:v/>
                </c:pt>
                <c:pt idx="1819">
                  <c:v/>
                </c:pt>
                <c:pt idx="1820">
                  <c:v/>
                </c:pt>
                <c:pt idx="1821">
                  <c:v/>
                </c:pt>
                <c:pt idx="1822">
                  <c:v/>
                </c:pt>
                <c:pt idx="1823">
                  <c:v/>
                </c:pt>
                <c:pt idx="1824">
                  <c:v/>
                </c:pt>
                <c:pt idx="1825">
                  <c:v/>
                </c:pt>
                <c:pt idx="1826">
                  <c:v/>
                </c:pt>
                <c:pt idx="1827">
                  <c:v/>
                </c:pt>
                <c:pt idx="1828">
                  <c:v/>
                </c:pt>
                <c:pt idx="1829">
                  <c:v/>
                </c:pt>
                <c:pt idx="1830">
                  <c:v/>
                </c:pt>
                <c:pt idx="1831">
                  <c:v/>
                </c:pt>
                <c:pt idx="1832">
                  <c:v/>
                </c:pt>
                <c:pt idx="1833">
                  <c:v/>
                </c:pt>
                <c:pt idx="1834">
                  <c:v/>
                </c:pt>
                <c:pt idx="1835">
                  <c:v/>
                </c:pt>
                <c:pt idx="1836">
                  <c:v/>
                </c:pt>
                <c:pt idx="1837">
                  <c:v/>
                </c:pt>
                <c:pt idx="1838">
                  <c:v/>
                </c:pt>
                <c:pt idx="1839">
                  <c:v/>
                </c:pt>
                <c:pt idx="1840">
                  <c:v/>
                </c:pt>
                <c:pt idx="1841">
                  <c:v/>
                </c:pt>
                <c:pt idx="1842">
                  <c:v/>
                </c:pt>
                <c:pt idx="1843">
                  <c:v/>
                </c:pt>
                <c:pt idx="1844">
                  <c:v/>
                </c:pt>
                <c:pt idx="1845">
                  <c:v/>
                </c:pt>
                <c:pt idx="1846">
                  <c:v/>
                </c:pt>
                <c:pt idx="1847">
                  <c:v/>
                </c:pt>
                <c:pt idx="1848">
                  <c:v/>
                </c:pt>
                <c:pt idx="1849">
                  <c:v/>
                </c:pt>
                <c:pt idx="1850">
                  <c:v/>
                </c:pt>
                <c:pt idx="1851">
                  <c:v/>
                </c:pt>
                <c:pt idx="1852">
                  <c:v/>
                </c:pt>
                <c:pt idx="1853">
                  <c:v/>
                </c:pt>
                <c:pt idx="1854">
                  <c:v/>
                </c:pt>
                <c:pt idx="1855">
                  <c:v/>
                </c:pt>
                <c:pt idx="1856">
                  <c:v/>
                </c:pt>
                <c:pt idx="1857">
                  <c:v/>
                </c:pt>
                <c:pt idx="1858">
                  <c:v/>
                </c:pt>
                <c:pt idx="1859">
                  <c:v/>
                </c:pt>
                <c:pt idx="1860">
                  <c:v/>
                </c:pt>
                <c:pt idx="1861">
                  <c:v/>
                </c:pt>
                <c:pt idx="1862">
                  <c:v/>
                </c:pt>
                <c:pt idx="1863">
                  <c:v/>
                </c:pt>
                <c:pt idx="1864">
                  <c:v/>
                </c:pt>
                <c:pt idx="1865">
                  <c:v/>
                </c:pt>
                <c:pt idx="1866">
                  <c:v/>
                </c:pt>
                <c:pt idx="1867">
                  <c:v/>
                </c:pt>
                <c:pt idx="1868">
                  <c:v/>
                </c:pt>
                <c:pt idx="1869">
                  <c:v/>
                </c:pt>
                <c:pt idx="1870">
                  <c:v/>
                </c:pt>
                <c:pt idx="1871">
                  <c:v/>
                </c:pt>
                <c:pt idx="1872">
                  <c:v/>
                </c:pt>
                <c:pt idx="1873">
                  <c:v/>
                </c:pt>
                <c:pt idx="1874">
                  <c:v/>
                </c:pt>
                <c:pt idx="1875">
                  <c:v/>
                </c:pt>
                <c:pt idx="1876">
                  <c:v/>
                </c:pt>
                <c:pt idx="1877">
                  <c:v/>
                </c:pt>
                <c:pt idx="1878">
                  <c:v/>
                </c:pt>
                <c:pt idx="1879">
                  <c:v/>
                </c:pt>
                <c:pt idx="1880">
                  <c:v/>
                </c:pt>
                <c:pt idx="1881">
                  <c:v/>
                </c:pt>
                <c:pt idx="1882">
                  <c:v/>
                </c:pt>
                <c:pt idx="1883">
                  <c:v/>
                </c:pt>
                <c:pt idx="1884">
                  <c:v/>
                </c:pt>
                <c:pt idx="1885">
                  <c:v/>
                </c:pt>
                <c:pt idx="1886">
                  <c:v/>
                </c:pt>
                <c:pt idx="1887">
                  <c:v/>
                </c:pt>
                <c:pt idx="1888">
                  <c:v/>
                </c:pt>
                <c:pt idx="1889">
                  <c:v/>
                </c:pt>
                <c:pt idx="1890">
                  <c:v/>
                </c:pt>
                <c:pt idx="1891">
                  <c:v/>
                </c:pt>
                <c:pt idx="1892">
                  <c:v/>
                </c:pt>
                <c:pt idx="1893">
                  <c:v/>
                </c:pt>
                <c:pt idx="1894">
                  <c:v/>
                </c:pt>
                <c:pt idx="1895">
                  <c:v/>
                </c:pt>
                <c:pt idx="1896">
                  <c:v/>
                </c:pt>
                <c:pt idx="1897">
                  <c:v/>
                </c:pt>
                <c:pt idx="1898">
                  <c:v/>
                </c:pt>
                <c:pt idx="1899">
                  <c:v/>
                </c:pt>
                <c:pt idx="1900">
                  <c:v/>
                </c:pt>
                <c:pt idx="1901">
                  <c:v/>
                </c:pt>
                <c:pt idx="1902">
                  <c:v/>
                </c:pt>
                <c:pt idx="1903">
                  <c:v/>
                </c:pt>
                <c:pt idx="1904">
                  <c:v/>
                </c:pt>
                <c:pt idx="1905">
                  <c:v/>
                </c:pt>
                <c:pt idx="1906">
                  <c:v/>
                </c:pt>
                <c:pt idx="1907">
                  <c:v/>
                </c:pt>
                <c:pt idx="1908">
                  <c:v/>
                </c:pt>
                <c:pt idx="1909">
                  <c:v/>
                </c:pt>
                <c:pt idx="1910">
                  <c:v/>
                </c:pt>
                <c:pt idx="1911">
                  <c:v/>
                </c:pt>
                <c:pt idx="1912">
                  <c:v/>
                </c:pt>
                <c:pt idx="1913">
                  <c:v/>
                </c:pt>
                <c:pt idx="1914">
                  <c:v/>
                </c:pt>
                <c:pt idx="1915">
                  <c:v/>
                </c:pt>
                <c:pt idx="1916">
                  <c:v/>
                </c:pt>
                <c:pt idx="1917">
                  <c:v/>
                </c:pt>
                <c:pt idx="1918">
                  <c:v/>
                </c:pt>
                <c:pt idx="1919">
                  <c:v/>
                </c:pt>
                <c:pt idx="1920">
                  <c:v/>
                </c:pt>
                <c:pt idx="1921">
                  <c:v/>
                </c:pt>
                <c:pt idx="1922">
                  <c:v/>
                </c:pt>
                <c:pt idx="1923">
                  <c:v/>
                </c:pt>
                <c:pt idx="1924">
                  <c:v/>
                </c:pt>
                <c:pt idx="1925">
                  <c:v/>
                </c:pt>
                <c:pt idx="1926">
                  <c:v/>
                </c:pt>
                <c:pt idx="1927">
                  <c:v/>
                </c:pt>
                <c:pt idx="1928">
                  <c:v/>
                </c:pt>
                <c:pt idx="1929">
                  <c:v/>
                </c:pt>
                <c:pt idx="1930">
                  <c:v/>
                </c:pt>
                <c:pt idx="1931">
                  <c:v/>
                </c:pt>
                <c:pt idx="1932">
                  <c:v/>
                </c:pt>
                <c:pt idx="1933">
                  <c:v/>
                </c:pt>
                <c:pt idx="1934">
                  <c:v/>
                </c:pt>
                <c:pt idx="1935">
                  <c:v/>
                </c:pt>
                <c:pt idx="1936">
                  <c:v/>
                </c:pt>
                <c:pt idx="1937">
                  <c:v/>
                </c:pt>
                <c:pt idx="1938">
                  <c:v/>
                </c:pt>
                <c:pt idx="1939">
                  <c:v/>
                </c:pt>
                <c:pt idx="1940">
                  <c:v/>
                </c:pt>
                <c:pt idx="1941">
                  <c:v/>
                </c:pt>
                <c:pt idx="1942">
                  <c:v/>
                </c:pt>
                <c:pt idx="1943">
                  <c:v/>
                </c:pt>
                <c:pt idx="1944">
                  <c:v/>
                </c:pt>
                <c:pt idx="1945">
                  <c:v/>
                </c:pt>
                <c:pt idx="1946">
                  <c:v/>
                </c:pt>
                <c:pt idx="1947">
                  <c:v/>
                </c:pt>
                <c:pt idx="1948">
                  <c:v/>
                </c:pt>
                <c:pt idx="1949">
                  <c:v/>
                </c:pt>
                <c:pt idx="1950">
                  <c:v/>
                </c:pt>
                <c:pt idx="1951">
                  <c:v/>
                </c:pt>
                <c:pt idx="1952">
                  <c:v/>
                </c:pt>
                <c:pt idx="1953">
                  <c:v/>
                </c:pt>
                <c:pt idx="1954">
                  <c:v/>
                </c:pt>
                <c:pt idx="1955">
                  <c:v/>
                </c:pt>
                <c:pt idx="1956">
                  <c:v/>
                </c:pt>
                <c:pt idx="1957">
                  <c:v/>
                </c:pt>
                <c:pt idx="1958">
                  <c:v/>
                </c:pt>
                <c:pt idx="1959">
                  <c:v/>
                </c:pt>
                <c:pt idx="1960">
                  <c:v/>
                </c:pt>
                <c:pt idx="1961">
                  <c:v/>
                </c:pt>
                <c:pt idx="1962">
                  <c:v/>
                </c:pt>
                <c:pt idx="1963">
                  <c:v/>
                </c:pt>
                <c:pt idx="1964">
                  <c:v/>
                </c:pt>
                <c:pt idx="1965">
                  <c:v/>
                </c:pt>
                <c:pt idx="1966">
                  <c:v/>
                </c:pt>
                <c:pt idx="1967">
                  <c:v/>
                </c:pt>
                <c:pt idx="1968">
                  <c:v/>
                </c:pt>
                <c:pt idx="1969">
                  <c:v/>
                </c:pt>
                <c:pt idx="1970">
                  <c:v/>
                </c:pt>
                <c:pt idx="1971">
                  <c:v/>
                </c:pt>
                <c:pt idx="1972">
                  <c:v/>
                </c:pt>
                <c:pt idx="1973">
                  <c:v/>
                </c:pt>
                <c:pt idx="1974">
                  <c:v/>
                </c:pt>
                <c:pt idx="1975">
                  <c:v/>
                </c:pt>
                <c:pt idx="1976">
                  <c:v/>
                </c:pt>
                <c:pt idx="1977">
                  <c:v/>
                </c:pt>
                <c:pt idx="1978">
                  <c:v/>
                </c:pt>
                <c:pt idx="1979">
                  <c:v/>
                </c:pt>
                <c:pt idx="1980">
                  <c:v/>
                </c:pt>
                <c:pt idx="1981">
                  <c:v/>
                </c:pt>
                <c:pt idx="1982">
                  <c:v/>
                </c:pt>
                <c:pt idx="1983">
                  <c:v/>
                </c:pt>
                <c:pt idx="1984">
                  <c:v/>
                </c:pt>
                <c:pt idx="1985">
                  <c:v/>
                </c:pt>
                <c:pt idx="1986">
                  <c:v/>
                </c:pt>
                <c:pt idx="1987">
                  <c:v/>
                </c:pt>
                <c:pt idx="1988">
                  <c:v/>
                </c:pt>
                <c:pt idx="1989">
                  <c:v/>
                </c:pt>
                <c:pt idx="1990">
                  <c:v/>
                </c:pt>
                <c:pt idx="1991">
                  <c:v/>
                </c:pt>
                <c:pt idx="1992">
                  <c:v/>
                </c:pt>
                <c:pt idx="1993">
                  <c:v/>
                </c:pt>
                <c:pt idx="1994">
                  <c:v/>
                </c:pt>
                <c:pt idx="1995">
                  <c:v/>
                </c:pt>
                <c:pt idx="1996">
                  <c:v/>
                </c:pt>
                <c:pt idx="1997">
                  <c:v/>
                </c:pt>
                <c:pt idx="1998">
                  <c:v/>
                </c:pt>
                <c:pt idx="1999">
                  <c:v/>
                </c:pt>
                <c:pt idx="2000">
                  <c:v/>
                </c:pt>
                <c:pt idx="2001">
                  <c:v/>
                </c:pt>
                <c:pt idx="2002">
                  <c:v/>
                </c:pt>
                <c:pt idx="2003">
                  <c:v/>
                </c:pt>
                <c:pt idx="2004">
                  <c:v/>
                </c:pt>
                <c:pt idx="2005">
                  <c:v/>
                </c:pt>
                <c:pt idx="2006">
                  <c:v/>
                </c:pt>
                <c:pt idx="2007">
                  <c:v/>
                </c:pt>
                <c:pt idx="2008">
                  <c:v/>
                </c:pt>
                <c:pt idx="2009">
                  <c:v/>
                </c:pt>
                <c:pt idx="2010">
                  <c:v/>
                </c:pt>
                <c:pt idx="2011">
                  <c:v/>
                </c:pt>
                <c:pt idx="2012">
                  <c:v/>
                </c:pt>
                <c:pt idx="2013">
                  <c:v/>
                </c:pt>
                <c:pt idx="2014">
                  <c:v/>
                </c:pt>
                <c:pt idx="2015">
                  <c:v/>
                </c:pt>
                <c:pt idx="2016">
                  <c:v/>
                </c:pt>
                <c:pt idx="2017">
                  <c:v/>
                </c:pt>
                <c:pt idx="2018">
                  <c:v/>
                </c:pt>
                <c:pt idx="2019">
                  <c:v/>
                </c:pt>
                <c:pt idx="2020">
                  <c:v/>
                </c:pt>
                <c:pt idx="2021">
                  <c:v/>
                </c:pt>
                <c:pt idx="2022">
                  <c:v/>
                </c:pt>
                <c:pt idx="2023">
                  <c:v/>
                </c:pt>
                <c:pt idx="2024">
                  <c:v/>
                </c:pt>
                <c:pt idx="2025">
                  <c:v/>
                </c:pt>
                <c:pt idx="2026">
                  <c:v/>
                </c:pt>
                <c:pt idx="2027">
                  <c:v/>
                </c:pt>
                <c:pt idx="2028">
                  <c:v/>
                </c:pt>
                <c:pt idx="2029">
                  <c:v/>
                </c:pt>
                <c:pt idx="2030">
                  <c:v/>
                </c:pt>
                <c:pt idx="2031">
                  <c:v/>
                </c:pt>
                <c:pt idx="2032">
                  <c:v/>
                </c:pt>
                <c:pt idx="2033">
                  <c:v/>
                </c:pt>
                <c:pt idx="2034">
                  <c:v/>
                </c:pt>
                <c:pt idx="2035">
                  <c:v/>
                </c:pt>
                <c:pt idx="2036">
                  <c:v/>
                </c:pt>
                <c:pt idx="2037">
                  <c:v/>
                </c:pt>
                <c:pt idx="2038">
                  <c:v/>
                </c:pt>
                <c:pt idx="2039">
                  <c:v/>
                </c:pt>
                <c:pt idx="2040">
                  <c:v/>
                </c:pt>
                <c:pt idx="2041">
                  <c:v/>
                </c:pt>
                <c:pt idx="2042">
                  <c:v/>
                </c:pt>
                <c:pt idx="2043">
                  <c:v/>
                </c:pt>
                <c:pt idx="2044">
                  <c:v/>
                </c:pt>
                <c:pt idx="2045">
                  <c:v/>
                </c:pt>
                <c:pt idx="2046">
                  <c:v/>
                </c:pt>
                <c:pt idx="2047">
                  <c:v/>
                </c:pt>
                <c:pt idx="2048">
                  <c:v/>
                </c:pt>
                <c:pt idx="2049">
                  <c:v/>
                </c:pt>
                <c:pt idx="2050">
                  <c:v/>
                </c:pt>
                <c:pt idx="2051">
                  <c:v/>
                </c:pt>
                <c:pt idx="2052">
                  <c:v/>
                </c:pt>
                <c:pt idx="2053">
                  <c:v/>
                </c:pt>
                <c:pt idx="2054">
                  <c:v/>
                </c:pt>
                <c:pt idx="2055">
                  <c:v/>
                </c:pt>
                <c:pt idx="2056">
                  <c:v/>
                </c:pt>
                <c:pt idx="2057">
                  <c:v/>
                </c:pt>
                <c:pt idx="2058">
                  <c:v/>
                </c:pt>
                <c:pt idx="2059">
                  <c:v/>
                </c:pt>
                <c:pt idx="2060">
                  <c:v/>
                </c:pt>
                <c:pt idx="2061">
                  <c:v/>
                </c:pt>
                <c:pt idx="2062">
                  <c:v/>
                </c:pt>
                <c:pt idx="2063">
                  <c:v/>
                </c:pt>
                <c:pt idx="2064">
                  <c:v/>
                </c:pt>
                <c:pt idx="2065">
                  <c:v/>
                </c:pt>
                <c:pt idx="2066">
                  <c:v/>
                </c:pt>
                <c:pt idx="2067">
                  <c:v/>
                </c:pt>
                <c:pt idx="2068">
                  <c:v/>
                </c:pt>
                <c:pt idx="2069">
                  <c:v/>
                </c:pt>
                <c:pt idx="2070">
                  <c:v/>
                </c:pt>
                <c:pt idx="2071">
                  <c:v/>
                </c:pt>
                <c:pt idx="2072">
                  <c:v/>
                </c:pt>
                <c:pt idx="2073">
                  <c:v/>
                </c:pt>
                <c:pt idx="2074">
                  <c:v/>
                </c:pt>
                <c:pt idx="2075">
                  <c:v/>
                </c:pt>
                <c:pt idx="2076">
                  <c:v/>
                </c:pt>
                <c:pt idx="2077">
                  <c:v/>
                </c:pt>
                <c:pt idx="2078">
                  <c:v/>
                </c:pt>
                <c:pt idx="2079">
                  <c:v/>
                </c:pt>
                <c:pt idx="2080">
                  <c:v/>
                </c:pt>
                <c:pt idx="2081">
                  <c:v/>
                </c:pt>
                <c:pt idx="2082">
                  <c:v/>
                </c:pt>
                <c:pt idx="2083">
                  <c:v/>
                </c:pt>
                <c:pt idx="2084">
                  <c:v/>
                </c:pt>
                <c:pt idx="2085">
                  <c:v/>
                </c:pt>
                <c:pt idx="2086">
                  <c:v/>
                </c:pt>
                <c:pt idx="2087">
                  <c:v/>
                </c:pt>
                <c:pt idx="2088">
                  <c:v/>
                </c:pt>
                <c:pt idx="2089">
                  <c:v/>
                </c:pt>
                <c:pt idx="2090">
                  <c:v/>
                </c:pt>
                <c:pt idx="2091">
                  <c:v/>
                </c:pt>
                <c:pt idx="2092">
                  <c:v/>
                </c:pt>
                <c:pt idx="2093">
                  <c:v/>
                </c:pt>
                <c:pt idx="2094">
                  <c:v/>
                </c:pt>
                <c:pt idx="2095">
                  <c:v/>
                </c:pt>
                <c:pt idx="2096">
                  <c:v/>
                </c:pt>
                <c:pt idx="2097">
                  <c:v/>
                </c:pt>
                <c:pt idx="2098">
                  <c:v/>
                </c:pt>
                <c:pt idx="2099">
                  <c:v/>
                </c:pt>
                <c:pt idx="2100">
                  <c:v/>
                </c:pt>
                <c:pt idx="2101">
                  <c:v/>
                </c:pt>
                <c:pt idx="2102">
                  <c:v/>
                </c:pt>
                <c:pt idx="2103">
                  <c:v/>
                </c:pt>
                <c:pt idx="2104">
                  <c:v/>
                </c:pt>
                <c:pt idx="2105">
                  <c:v/>
                </c:pt>
                <c:pt idx="2106">
                  <c:v/>
                </c:pt>
                <c:pt idx="2107">
                  <c:v/>
                </c:pt>
                <c:pt idx="2108">
                  <c:v/>
                </c:pt>
                <c:pt idx="2109">
                  <c:v/>
                </c:pt>
                <c:pt idx="2110">
                  <c:v/>
                </c:pt>
                <c:pt idx="2111">
                  <c:v/>
                </c:pt>
                <c:pt idx="2112">
                  <c:v/>
                </c:pt>
                <c:pt idx="2113">
                  <c:v/>
                </c:pt>
                <c:pt idx="2114">
                  <c:v/>
                </c:pt>
                <c:pt idx="2115">
                  <c:v/>
                </c:pt>
                <c:pt idx="2116">
                  <c:v/>
                </c:pt>
                <c:pt idx="2117">
                  <c:v/>
                </c:pt>
                <c:pt idx="2118">
                  <c:v/>
                </c:pt>
                <c:pt idx="2119">
                  <c:v/>
                </c:pt>
                <c:pt idx="2120">
                  <c:v/>
                </c:pt>
                <c:pt idx="2121">
                  <c:v/>
                </c:pt>
                <c:pt idx="2122">
                  <c:v/>
                </c:pt>
                <c:pt idx="2123">
                  <c:v/>
                </c:pt>
                <c:pt idx="2124">
                  <c:v/>
                </c:pt>
                <c:pt idx="2125">
                  <c:v/>
                </c:pt>
                <c:pt idx="2126">
                  <c:v/>
                </c:pt>
                <c:pt idx="2127">
                  <c:v/>
                </c:pt>
                <c:pt idx="2128">
                  <c:v/>
                </c:pt>
                <c:pt idx="2129">
                  <c:v/>
                </c:pt>
                <c:pt idx="2130">
                  <c:v/>
                </c:pt>
                <c:pt idx="2131">
                  <c:v/>
                </c:pt>
                <c:pt idx="2132">
                  <c:v/>
                </c:pt>
                <c:pt idx="2133">
                  <c:v/>
                </c:pt>
                <c:pt idx="2134">
                  <c:v/>
                </c:pt>
                <c:pt idx="2135">
                  <c:v/>
                </c:pt>
                <c:pt idx="2136">
                  <c:v/>
                </c:pt>
                <c:pt idx="2137">
                  <c:v/>
                </c:pt>
                <c:pt idx="2138">
                  <c:v/>
                </c:pt>
                <c:pt idx="2139">
                  <c:v/>
                </c:pt>
                <c:pt idx="2140">
                  <c:v/>
                </c:pt>
                <c:pt idx="2141">
                  <c:v/>
                </c:pt>
                <c:pt idx="2142">
                  <c:v/>
                </c:pt>
                <c:pt idx="2143">
                  <c:v/>
                </c:pt>
                <c:pt idx="2144">
                  <c:v/>
                </c:pt>
                <c:pt idx="2145">
                  <c:v/>
                </c:pt>
                <c:pt idx="2146">
                  <c:v/>
                </c:pt>
                <c:pt idx="2147">
                  <c:v/>
                </c:pt>
                <c:pt idx="2148">
                  <c:v/>
                </c:pt>
                <c:pt idx="2149">
                  <c:v/>
                </c:pt>
                <c:pt idx="2150">
                  <c:v/>
                </c:pt>
                <c:pt idx="2151">
                  <c:v/>
                </c:pt>
                <c:pt idx="2152">
                  <c:v/>
                </c:pt>
                <c:pt idx="2153">
                  <c:v/>
                </c:pt>
                <c:pt idx="2154">
                  <c:v/>
                </c:pt>
                <c:pt idx="2155">
                  <c:v/>
                </c:pt>
                <c:pt idx="2156">
                  <c:v/>
                </c:pt>
                <c:pt idx="2157">
                  <c:v/>
                </c:pt>
                <c:pt idx="2158">
                  <c:v/>
                </c:pt>
                <c:pt idx="2159">
                  <c:v/>
                </c:pt>
                <c:pt idx="2160">
                  <c:v/>
                </c:pt>
                <c:pt idx="2161">
                  <c:v/>
                </c:pt>
                <c:pt idx="2162">
                  <c:v/>
                </c:pt>
                <c:pt idx="2163">
                  <c:v/>
                </c:pt>
                <c:pt idx="2164">
                  <c:v/>
                </c:pt>
                <c:pt idx="2165">
                  <c:v/>
                </c:pt>
                <c:pt idx="2166">
                  <c:v/>
                </c:pt>
                <c:pt idx="2167">
                  <c:v/>
                </c:pt>
                <c:pt idx="2168">
                  <c:v/>
                </c:pt>
                <c:pt idx="2169">
                  <c:v/>
                </c:pt>
                <c:pt idx="2170">
                  <c:v/>
                </c:pt>
                <c:pt idx="2171">
                  <c:v/>
                </c:pt>
                <c:pt idx="2172">
                  <c:v/>
                </c:pt>
                <c:pt idx="2173">
                  <c:v/>
                </c:pt>
                <c:pt idx="2174">
                  <c:v/>
                </c:pt>
                <c:pt idx="2175">
                  <c:v/>
                </c:pt>
                <c:pt idx="2176">
                  <c:v/>
                </c:pt>
                <c:pt idx="2177">
                  <c:v/>
                </c:pt>
                <c:pt idx="2178">
                  <c:v/>
                </c:pt>
                <c:pt idx="2179">
                  <c:v/>
                </c:pt>
                <c:pt idx="2180">
                  <c:v/>
                </c:pt>
                <c:pt idx="2181">
                  <c:v/>
                </c:pt>
                <c:pt idx="2182">
                  <c:v/>
                </c:pt>
                <c:pt idx="2183">
                  <c:v/>
                </c:pt>
                <c:pt idx="2184">
                  <c:v/>
                </c:pt>
                <c:pt idx="2185">
                  <c:v/>
                </c:pt>
                <c:pt idx="2186">
                  <c:v/>
                </c:pt>
                <c:pt idx="2187">
                  <c:v/>
                </c:pt>
                <c:pt idx="2188">
                  <c:v/>
                </c:pt>
                <c:pt idx="2189">
                  <c:v/>
                </c:pt>
                <c:pt idx="2190">
                  <c:v/>
                </c:pt>
                <c:pt idx="2191">
                  <c:v/>
                </c:pt>
                <c:pt idx="2192">
                  <c:v/>
                </c:pt>
                <c:pt idx="2193">
                  <c:v/>
                </c:pt>
                <c:pt idx="2194">
                  <c:v/>
                </c:pt>
                <c:pt idx="2195">
                  <c:v/>
                </c:pt>
                <c:pt idx="2196">
                  <c:v/>
                </c:pt>
                <c:pt idx="2197">
                  <c:v/>
                </c:pt>
                <c:pt idx="2198">
                  <c:v/>
                </c:pt>
                <c:pt idx="2199">
                  <c:v/>
                </c:pt>
                <c:pt idx="2200">
                  <c:v/>
                </c:pt>
                <c:pt idx="2201">
                  <c:v/>
                </c:pt>
                <c:pt idx="2202">
                  <c:v/>
                </c:pt>
                <c:pt idx="2203">
                  <c:v/>
                </c:pt>
                <c:pt idx="2204">
                  <c:v/>
                </c:pt>
                <c:pt idx="2205">
                  <c:v/>
                </c:pt>
                <c:pt idx="2206">
                  <c:v/>
                </c:pt>
                <c:pt idx="2207">
                  <c:v/>
                </c:pt>
                <c:pt idx="2208">
                  <c:v/>
                </c:pt>
                <c:pt idx="2209">
                  <c:v/>
                </c:pt>
                <c:pt idx="2210">
                  <c:v/>
                </c:pt>
                <c:pt idx="2211">
                  <c:v/>
                </c:pt>
                <c:pt idx="2212">
                  <c:v/>
                </c:pt>
                <c:pt idx="2213">
                  <c:v/>
                </c:pt>
                <c:pt idx="2214">
                  <c:v/>
                </c:pt>
                <c:pt idx="2215">
                  <c:v/>
                </c:pt>
                <c:pt idx="2216">
                  <c:v/>
                </c:pt>
                <c:pt idx="2217">
                  <c:v/>
                </c:pt>
                <c:pt idx="2218">
                  <c:v/>
                </c:pt>
                <c:pt idx="2219">
                  <c:v/>
                </c:pt>
                <c:pt idx="2220">
                  <c:v/>
                </c:pt>
                <c:pt idx="2221">
                  <c:v/>
                </c:pt>
                <c:pt idx="2222">
                  <c:v/>
                </c:pt>
                <c:pt idx="2223">
                  <c:v/>
                </c:pt>
                <c:pt idx="2224">
                  <c:v/>
                </c:pt>
                <c:pt idx="2225">
                  <c:v/>
                </c:pt>
                <c:pt idx="2226">
                  <c:v/>
                </c:pt>
                <c:pt idx="2227">
                  <c:v/>
                </c:pt>
                <c:pt idx="2228">
                  <c:v/>
                </c:pt>
                <c:pt idx="2229">
                  <c:v/>
                </c:pt>
                <c:pt idx="2230">
                  <c:v/>
                </c:pt>
                <c:pt idx="2231">
                  <c:v/>
                </c:pt>
                <c:pt idx="2232">
                  <c:v/>
                </c:pt>
                <c:pt idx="2233">
                  <c:v/>
                </c:pt>
                <c:pt idx="2234">
                  <c:v/>
                </c:pt>
                <c:pt idx="2235">
                  <c:v/>
                </c:pt>
                <c:pt idx="2236">
                  <c:v/>
                </c:pt>
                <c:pt idx="2237">
                  <c:v/>
                </c:pt>
                <c:pt idx="2238">
                  <c:v/>
                </c:pt>
                <c:pt idx="2239">
                  <c:v/>
                </c:pt>
                <c:pt idx="2240">
                  <c:v/>
                </c:pt>
                <c:pt idx="2241">
                  <c:v/>
                </c:pt>
                <c:pt idx="2242">
                  <c:v/>
                </c:pt>
                <c:pt idx="2243">
                  <c:v/>
                </c:pt>
                <c:pt idx="2244">
                  <c:v/>
                </c:pt>
                <c:pt idx="2245">
                  <c:v/>
                </c:pt>
                <c:pt idx="2246">
                  <c:v/>
                </c:pt>
                <c:pt idx="2247">
                  <c:v/>
                </c:pt>
                <c:pt idx="2248">
                  <c:v/>
                </c:pt>
                <c:pt idx="2249">
                  <c:v/>
                </c:pt>
                <c:pt idx="2250">
                  <c:v/>
                </c:pt>
                <c:pt idx="2251">
                  <c:v/>
                </c:pt>
                <c:pt idx="2252">
                  <c:v/>
                </c:pt>
                <c:pt idx="2253">
                  <c:v/>
                </c:pt>
                <c:pt idx="2254">
                  <c:v/>
                </c:pt>
                <c:pt idx="2255">
                  <c:v/>
                </c:pt>
                <c:pt idx="2256">
                  <c:v/>
                </c:pt>
                <c:pt idx="2257">
                  <c:v/>
                </c:pt>
                <c:pt idx="2258">
                  <c:v/>
                </c:pt>
                <c:pt idx="2259">
                  <c:v/>
                </c:pt>
                <c:pt idx="2260">
                  <c:v/>
                </c:pt>
                <c:pt idx="2261">
                  <c:v/>
                </c:pt>
                <c:pt idx="2262">
                  <c:v/>
                </c:pt>
                <c:pt idx="2263">
                  <c:v/>
                </c:pt>
                <c:pt idx="2264">
                  <c:v/>
                </c:pt>
                <c:pt idx="2265">
                  <c:v/>
                </c:pt>
                <c:pt idx="2266">
                  <c:v/>
                </c:pt>
                <c:pt idx="2267">
                  <c:v/>
                </c:pt>
                <c:pt idx="2268">
                  <c:v/>
                </c:pt>
                <c:pt idx="2269">
                  <c:v/>
                </c:pt>
                <c:pt idx="2270">
                  <c:v/>
                </c:pt>
                <c:pt idx="2271">
                  <c:v/>
                </c:pt>
                <c:pt idx="2272">
                  <c:v/>
                </c:pt>
                <c:pt idx="2273">
                  <c:v/>
                </c:pt>
                <c:pt idx="2274">
                  <c:v/>
                </c:pt>
                <c:pt idx="2275">
                  <c:v/>
                </c:pt>
                <c:pt idx="2276">
                  <c:v/>
                </c:pt>
                <c:pt idx="2277">
                  <c:v/>
                </c:pt>
                <c:pt idx="2278">
                  <c:v/>
                </c:pt>
                <c:pt idx="2279">
                  <c:v/>
                </c:pt>
                <c:pt idx="2280">
                  <c:v/>
                </c:pt>
                <c:pt idx="2281">
                  <c:v/>
                </c:pt>
                <c:pt idx="2282">
                  <c:v/>
                </c:pt>
                <c:pt idx="2283">
                  <c:v/>
                </c:pt>
                <c:pt idx="2284">
                  <c:v/>
                </c:pt>
                <c:pt idx="2285">
                  <c:v/>
                </c:pt>
                <c:pt idx="2286">
                  <c:v/>
                </c:pt>
                <c:pt idx="2287">
                  <c:v/>
                </c:pt>
                <c:pt idx="2288">
                  <c:v/>
                </c:pt>
                <c:pt idx="2289">
                  <c:v/>
                </c:pt>
                <c:pt idx="2290">
                  <c:v/>
                </c:pt>
                <c:pt idx="2291">
                  <c:v/>
                </c:pt>
                <c:pt idx="2292">
                  <c:v/>
                </c:pt>
                <c:pt idx="2293">
                  <c:v/>
                </c:pt>
                <c:pt idx="2294">
                  <c:v/>
                </c:pt>
                <c:pt idx="2295">
                  <c:v/>
                </c:pt>
                <c:pt idx="2296">
                  <c:v/>
                </c:pt>
                <c:pt idx="2297">
                  <c:v/>
                </c:pt>
                <c:pt idx="2298">
                  <c:v/>
                </c:pt>
                <c:pt idx="2299">
                  <c:v/>
                </c:pt>
                <c:pt idx="2300">
                  <c:v/>
                </c:pt>
                <c:pt idx="2301">
                  <c:v/>
                </c:pt>
                <c:pt idx="2302">
                  <c:v/>
                </c:pt>
                <c:pt idx="2303">
                  <c:v/>
                </c:pt>
                <c:pt idx="2304">
                  <c:v/>
                </c:pt>
                <c:pt idx="2305">
                  <c:v/>
                </c:pt>
                <c:pt idx="2306">
                  <c:v/>
                </c:pt>
                <c:pt idx="2307">
                  <c:v/>
                </c:pt>
                <c:pt idx="2308">
                  <c:v/>
                </c:pt>
                <c:pt idx="2309">
                  <c:v/>
                </c:pt>
                <c:pt idx="2310">
                  <c:v/>
                </c:pt>
                <c:pt idx="2311">
                  <c:v/>
                </c:pt>
                <c:pt idx="2312">
                  <c:v/>
                </c:pt>
                <c:pt idx="2313">
                  <c:v/>
                </c:pt>
                <c:pt idx="2314">
                  <c:v/>
                </c:pt>
                <c:pt idx="2315">
                  <c:v/>
                </c:pt>
                <c:pt idx="2316">
                  <c:v/>
                </c:pt>
                <c:pt idx="2317">
                  <c:v/>
                </c:pt>
                <c:pt idx="2318">
                  <c:v/>
                </c:pt>
                <c:pt idx="2319">
                  <c:v/>
                </c:pt>
                <c:pt idx="2320">
                  <c:v/>
                </c:pt>
                <c:pt idx="2321">
                  <c:v/>
                </c:pt>
                <c:pt idx="2322">
                  <c:v/>
                </c:pt>
                <c:pt idx="2323">
                  <c:v/>
                </c:pt>
                <c:pt idx="2324">
                  <c:v/>
                </c:pt>
                <c:pt idx="2325">
                  <c:v/>
                </c:pt>
                <c:pt idx="2326">
                  <c:v/>
                </c:pt>
                <c:pt idx="2327">
                  <c:v/>
                </c:pt>
                <c:pt idx="2328">
                  <c:v/>
                </c:pt>
                <c:pt idx="2329">
                  <c:v/>
                </c:pt>
                <c:pt idx="2330">
                  <c:v/>
                </c:pt>
                <c:pt idx="2331">
                  <c:v/>
                </c:pt>
                <c:pt idx="2332">
                  <c:v/>
                </c:pt>
                <c:pt idx="2333">
                  <c:v/>
                </c:pt>
                <c:pt idx="2334">
                  <c:v/>
                </c:pt>
                <c:pt idx="2335">
                  <c:v/>
                </c:pt>
                <c:pt idx="2336">
                  <c:v/>
                </c:pt>
                <c:pt idx="2337">
                  <c:v/>
                </c:pt>
                <c:pt idx="2338">
                  <c:v/>
                </c:pt>
                <c:pt idx="2339">
                  <c:v/>
                </c:pt>
                <c:pt idx="2340">
                  <c:v/>
                </c:pt>
                <c:pt idx="2341">
                  <c:v/>
                </c:pt>
                <c:pt idx="2342">
                  <c:v/>
                </c:pt>
                <c:pt idx="2343">
                  <c:v/>
                </c:pt>
                <c:pt idx="2344">
                  <c:v/>
                </c:pt>
                <c:pt idx="2345">
                  <c:v/>
                </c:pt>
                <c:pt idx="2346">
                  <c:v/>
                </c:pt>
                <c:pt idx="2347">
                  <c:v/>
                </c:pt>
                <c:pt idx="2348">
                  <c:v/>
                </c:pt>
                <c:pt idx="2349">
                  <c:v/>
                </c:pt>
                <c:pt idx="2350">
                  <c:v/>
                </c:pt>
                <c:pt idx="2351">
                  <c:v/>
                </c:pt>
                <c:pt idx="2352">
                  <c:v/>
                </c:pt>
                <c:pt idx="2353">
                  <c:v/>
                </c:pt>
                <c:pt idx="2354">
                  <c:v/>
                </c:pt>
                <c:pt idx="2355">
                  <c:v/>
                </c:pt>
                <c:pt idx="2356">
                  <c:v/>
                </c:pt>
                <c:pt idx="2357">
                  <c:v/>
                </c:pt>
                <c:pt idx="2358">
                  <c:v/>
                </c:pt>
                <c:pt idx="2359">
                  <c:v/>
                </c:pt>
                <c:pt idx="2360">
                  <c:v/>
                </c:pt>
                <c:pt idx="2361">
                  <c:v/>
                </c:pt>
                <c:pt idx="2362">
                  <c:v/>
                </c:pt>
                <c:pt idx="2363">
                  <c:v/>
                </c:pt>
                <c:pt idx="2364">
                  <c:v/>
                </c:pt>
                <c:pt idx="2365">
                  <c:v/>
                </c:pt>
                <c:pt idx="2366">
                  <c:v/>
                </c:pt>
                <c:pt idx="2367">
                  <c:v/>
                </c:pt>
                <c:pt idx="2368">
                  <c:v/>
                </c:pt>
                <c:pt idx="2369">
                  <c:v/>
                </c:pt>
                <c:pt idx="2370">
                  <c:v/>
                </c:pt>
                <c:pt idx="2371">
                  <c:v/>
                </c:pt>
                <c:pt idx="2372">
                  <c:v/>
                </c:pt>
                <c:pt idx="2373">
                  <c:v/>
                </c:pt>
                <c:pt idx="2374">
                  <c:v/>
                </c:pt>
                <c:pt idx="2375">
                  <c:v/>
                </c:pt>
                <c:pt idx="2376">
                  <c:v/>
                </c:pt>
                <c:pt idx="2377">
                  <c:v/>
                </c:pt>
                <c:pt idx="2378">
                  <c:v/>
                </c:pt>
                <c:pt idx="2379">
                  <c:v/>
                </c:pt>
                <c:pt idx="2380">
                  <c:v/>
                </c:pt>
                <c:pt idx="2381">
                  <c:v/>
                </c:pt>
                <c:pt idx="2382">
                  <c:v/>
                </c:pt>
                <c:pt idx="2383">
                  <c:v/>
                </c:pt>
                <c:pt idx="2384">
                  <c:v/>
                </c:pt>
                <c:pt idx="2385">
                  <c:v/>
                </c:pt>
                <c:pt idx="2386">
                  <c:v/>
                </c:pt>
                <c:pt idx="2387">
                  <c:v/>
                </c:pt>
                <c:pt idx="2388">
                  <c:v/>
                </c:pt>
                <c:pt idx="2389">
                  <c:v/>
                </c:pt>
                <c:pt idx="2390">
                  <c:v/>
                </c:pt>
                <c:pt idx="2391">
                  <c:v/>
                </c:pt>
                <c:pt idx="2392">
                  <c:v/>
                </c:pt>
                <c:pt idx="2393">
                  <c:v/>
                </c:pt>
                <c:pt idx="2394">
                  <c:v/>
                </c:pt>
                <c:pt idx="2395">
                  <c:v/>
                </c:pt>
                <c:pt idx="2396">
                  <c:v/>
                </c:pt>
                <c:pt idx="2397">
                  <c:v/>
                </c:pt>
                <c:pt idx="2398">
                  <c:v/>
                </c:pt>
                <c:pt idx="2399">
                  <c:v/>
                </c:pt>
                <c:pt idx="2400">
                  <c:v/>
                </c:pt>
                <c:pt idx="2401">
                  <c:v/>
                </c:pt>
                <c:pt idx="2402">
                  <c:v/>
                </c:pt>
                <c:pt idx="2403">
                  <c:v/>
                </c:pt>
                <c:pt idx="2404">
                  <c:v/>
                </c:pt>
                <c:pt idx="2405">
                  <c:v/>
                </c:pt>
                <c:pt idx="2406">
                  <c:v/>
                </c:pt>
                <c:pt idx="2407">
                  <c:v/>
                </c:pt>
                <c:pt idx="2408">
                  <c:v/>
                </c:pt>
                <c:pt idx="2409">
                  <c:v/>
                </c:pt>
                <c:pt idx="2410">
                  <c:v/>
                </c:pt>
                <c:pt idx="2411">
                  <c:v/>
                </c:pt>
                <c:pt idx="2412">
                  <c:v/>
                </c:pt>
                <c:pt idx="2413">
                  <c:v/>
                </c:pt>
                <c:pt idx="2414">
                  <c:v/>
                </c:pt>
                <c:pt idx="2415">
                  <c:v/>
                </c:pt>
                <c:pt idx="2416">
                  <c:v/>
                </c:pt>
                <c:pt idx="2417">
                  <c:v/>
                </c:pt>
                <c:pt idx="2418">
                  <c:v/>
                </c:pt>
                <c:pt idx="2419">
                  <c:v/>
                </c:pt>
                <c:pt idx="2420">
                  <c:v/>
                </c:pt>
                <c:pt idx="2421">
                  <c:v/>
                </c:pt>
                <c:pt idx="2422">
                  <c:v/>
                </c:pt>
                <c:pt idx="2423">
                  <c:v/>
                </c:pt>
                <c:pt idx="2424">
                  <c:v/>
                </c:pt>
                <c:pt idx="2425">
                  <c:v/>
                </c:pt>
                <c:pt idx="2426">
                  <c:v/>
                </c:pt>
                <c:pt idx="2427">
                  <c:v/>
                </c:pt>
                <c:pt idx="2428">
                  <c:v/>
                </c:pt>
                <c:pt idx="2429">
                  <c:v/>
                </c:pt>
                <c:pt idx="2430">
                  <c:v/>
                </c:pt>
                <c:pt idx="2431">
                  <c:v/>
                </c:pt>
                <c:pt idx="2432">
                  <c:v/>
                </c:pt>
                <c:pt idx="2433">
                  <c:v/>
                </c:pt>
                <c:pt idx="2434">
                  <c:v/>
                </c:pt>
                <c:pt idx="2435">
                  <c:v/>
                </c:pt>
                <c:pt idx="2436">
                  <c:v/>
                </c:pt>
                <c:pt idx="2437">
                  <c:v/>
                </c:pt>
                <c:pt idx="2438">
                  <c:v/>
                </c:pt>
                <c:pt idx="2439">
                  <c:v/>
                </c:pt>
                <c:pt idx="2440">
                  <c:v/>
                </c:pt>
                <c:pt idx="2441">
                  <c:v/>
                </c:pt>
                <c:pt idx="2442">
                  <c:v/>
                </c:pt>
                <c:pt idx="2443">
                  <c:v/>
                </c:pt>
                <c:pt idx="2444">
                  <c:v/>
                </c:pt>
                <c:pt idx="2445">
                  <c:v/>
                </c:pt>
                <c:pt idx="2446">
                  <c:v/>
                </c:pt>
                <c:pt idx="2447">
                  <c:v/>
                </c:pt>
                <c:pt idx="2448">
                  <c:v/>
                </c:pt>
                <c:pt idx="2449">
                  <c:v/>
                </c:pt>
                <c:pt idx="2450">
                  <c:v/>
                </c:pt>
                <c:pt idx="2451">
                  <c:v/>
                </c:pt>
                <c:pt idx="2452">
                  <c:v/>
                </c:pt>
                <c:pt idx="2453">
                  <c:v/>
                </c:pt>
                <c:pt idx="2454">
                  <c:v/>
                </c:pt>
                <c:pt idx="2455">
                  <c:v/>
                </c:pt>
                <c:pt idx="2456">
                  <c:v/>
                </c:pt>
                <c:pt idx="2457">
                  <c:v/>
                </c:pt>
                <c:pt idx="2458">
                  <c:v/>
                </c:pt>
                <c:pt idx="2459">
                  <c:v/>
                </c:pt>
                <c:pt idx="2460">
                  <c:v/>
                </c:pt>
                <c:pt idx="2461">
                  <c:v/>
                </c:pt>
                <c:pt idx="2462">
                  <c:v/>
                </c:pt>
                <c:pt idx="2463">
                  <c:v/>
                </c:pt>
                <c:pt idx="2464">
                  <c:v/>
                </c:pt>
                <c:pt idx="2465">
                  <c:v/>
                </c:pt>
                <c:pt idx="2466">
                  <c:v/>
                </c:pt>
                <c:pt idx="2467">
                  <c:v/>
                </c:pt>
                <c:pt idx="2468">
                  <c:v/>
                </c:pt>
                <c:pt idx="2469">
                  <c:v/>
                </c:pt>
                <c:pt idx="2470">
                  <c:v/>
                </c:pt>
                <c:pt idx="2471">
                  <c:v/>
                </c:pt>
                <c:pt idx="2472">
                  <c:v/>
                </c:pt>
                <c:pt idx="2473">
                  <c:v/>
                </c:pt>
                <c:pt idx="2474">
                  <c:v/>
                </c:pt>
                <c:pt idx="2475">
                  <c:v/>
                </c:pt>
                <c:pt idx="2476">
                  <c:v/>
                </c:pt>
                <c:pt idx="2477">
                  <c:v/>
                </c:pt>
                <c:pt idx="2478">
                  <c:v/>
                </c:pt>
                <c:pt idx="2479">
                  <c:v/>
                </c:pt>
                <c:pt idx="2480">
                  <c:v/>
                </c:pt>
                <c:pt idx="2481">
                  <c:v/>
                </c:pt>
                <c:pt idx="2482">
                  <c:v/>
                </c:pt>
                <c:pt idx="2483">
                  <c:v/>
                </c:pt>
                <c:pt idx="2484">
                  <c:v/>
                </c:pt>
                <c:pt idx="2485">
                  <c:v/>
                </c:pt>
                <c:pt idx="2486">
                  <c:v/>
                </c:pt>
                <c:pt idx="2487">
                  <c:v/>
                </c:pt>
                <c:pt idx="2488">
                  <c:v/>
                </c:pt>
                <c:pt idx="2489">
                  <c:v/>
                </c:pt>
                <c:pt idx="2490">
                  <c:v/>
                </c:pt>
                <c:pt idx="2491">
                  <c:v/>
                </c:pt>
                <c:pt idx="2492">
                  <c:v/>
                </c:pt>
                <c:pt idx="2493">
                  <c:v/>
                </c:pt>
                <c:pt idx="2494">
                  <c:v/>
                </c:pt>
                <c:pt idx="2495">
                  <c:v/>
                </c:pt>
                <c:pt idx="2496">
                  <c:v/>
                </c:pt>
                <c:pt idx="2497">
                  <c:v/>
                </c:pt>
                <c:pt idx="2498">
                  <c:v/>
                </c:pt>
                <c:pt idx="2499">
                  <c:v/>
                </c:pt>
                <c:pt idx="2500">
                  <c:v/>
                </c:pt>
                <c:pt idx="2501">
                  <c:v/>
                </c:pt>
                <c:pt idx="2502">
                  <c:v/>
                </c:pt>
                <c:pt idx="2503">
                  <c:v/>
                </c:pt>
                <c:pt idx="2504">
                  <c:v/>
                </c:pt>
                <c:pt idx="2505">
                  <c:v/>
                </c:pt>
                <c:pt idx="2506">
                  <c:v/>
                </c:pt>
                <c:pt idx="2507">
                  <c:v/>
                </c:pt>
                <c:pt idx="2508">
                  <c:v/>
                </c:pt>
                <c:pt idx="2509">
                  <c:v/>
                </c:pt>
                <c:pt idx="2510">
                  <c:v/>
                </c:pt>
                <c:pt idx="2511">
                  <c:v/>
                </c:pt>
                <c:pt idx="2512">
                  <c:v/>
                </c:pt>
                <c:pt idx="2513">
                  <c:v/>
                </c:pt>
                <c:pt idx="2514">
                  <c:v/>
                </c:pt>
                <c:pt idx="2515">
                  <c:v/>
                </c:pt>
                <c:pt idx="2516">
                  <c:v/>
                </c:pt>
                <c:pt idx="2517">
                  <c:v/>
                </c:pt>
                <c:pt idx="2518">
                  <c:v/>
                </c:pt>
                <c:pt idx="2519">
                  <c:v/>
                </c:pt>
                <c:pt idx="2520">
                  <c:v/>
                </c:pt>
                <c:pt idx="2521">
                  <c:v/>
                </c:pt>
                <c:pt idx="2522">
                  <c:v/>
                </c:pt>
                <c:pt idx="2523">
                  <c:v/>
                </c:pt>
                <c:pt idx="2524">
                  <c:v/>
                </c:pt>
                <c:pt idx="2525">
                  <c:v/>
                </c:pt>
                <c:pt idx="2526">
                  <c:v/>
                </c:pt>
                <c:pt idx="2527">
                  <c:v/>
                </c:pt>
                <c:pt idx="2528">
                  <c:v/>
                </c:pt>
                <c:pt idx="2529">
                  <c:v/>
                </c:pt>
                <c:pt idx="2530">
                  <c:v/>
                </c:pt>
                <c:pt idx="2531">
                  <c:v/>
                </c:pt>
                <c:pt idx="2532">
                  <c:v/>
                </c:pt>
                <c:pt idx="2533">
                  <c:v/>
                </c:pt>
                <c:pt idx="2534">
                  <c:v/>
                </c:pt>
                <c:pt idx="2535">
                  <c:v/>
                </c:pt>
                <c:pt idx="2536">
                  <c:v/>
                </c:pt>
                <c:pt idx="2537">
                  <c:v/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  <c:pt idx="7942">
                  <c:v/>
                </c:pt>
                <c:pt idx="7943">
                  <c:v/>
                </c:pt>
                <c:pt idx="7944">
                  <c:v/>
                </c:pt>
                <c:pt idx="7945">
                  <c:v/>
                </c:pt>
                <c:pt idx="7946">
                  <c:v/>
                </c:pt>
                <c:pt idx="7947">
                  <c:v/>
                </c:pt>
                <c:pt idx="7948">
                  <c:v/>
                </c:pt>
                <c:pt idx="7949">
                  <c:v/>
                </c:pt>
                <c:pt idx="7950">
                  <c:v/>
                </c:pt>
                <c:pt idx="7951">
                  <c:v/>
                </c:pt>
                <c:pt idx="7952">
                  <c:v/>
                </c:pt>
                <c:pt idx="7953">
                  <c:v/>
                </c:pt>
                <c:pt idx="7954">
                  <c:v/>
                </c:pt>
                <c:pt idx="7955">
                  <c:v/>
                </c:pt>
                <c:pt idx="7956">
                  <c:v/>
                </c:pt>
                <c:pt idx="7957">
                  <c:v/>
                </c:pt>
                <c:pt idx="7958">
                  <c:v/>
                </c:pt>
                <c:pt idx="7959">
                  <c:v/>
                </c:pt>
                <c:pt idx="7960">
                  <c:v/>
                </c:pt>
                <c:pt idx="7961">
                  <c:v/>
                </c:pt>
                <c:pt idx="7962">
                  <c:v/>
                </c:pt>
                <c:pt idx="7963">
                  <c:v/>
                </c:pt>
                <c:pt idx="7964">
                  <c:v/>
                </c:pt>
                <c:pt idx="7965">
                  <c:v/>
                </c:pt>
                <c:pt idx="7966">
                  <c:v/>
                </c:pt>
                <c:pt idx="7967">
                  <c:v/>
                </c:pt>
                <c:pt idx="7968">
                  <c:v/>
                </c:pt>
                <c:pt idx="7969">
                  <c:v/>
                </c:pt>
                <c:pt idx="7970">
                  <c:v/>
                </c:pt>
                <c:pt idx="7971">
                  <c:v/>
                </c:pt>
                <c:pt idx="7972">
                  <c:v/>
                </c:pt>
                <c:pt idx="7973">
                  <c:v/>
                </c:pt>
                <c:pt idx="7974">
                  <c:v/>
                </c:pt>
                <c:pt idx="7975">
                  <c:v/>
                </c:pt>
                <c:pt idx="7976">
                  <c:v/>
                </c:pt>
                <c:pt idx="7977">
                  <c:v/>
                </c:pt>
                <c:pt idx="7978">
                  <c:v/>
                </c:pt>
                <c:pt idx="7979">
                  <c:v/>
                </c:pt>
                <c:pt idx="7980">
                  <c:v/>
                </c:pt>
                <c:pt idx="7981">
                  <c:v/>
                </c:pt>
                <c:pt idx="7982">
                  <c:v/>
                </c:pt>
                <c:pt idx="7983">
                  <c:v/>
                </c:pt>
                <c:pt idx="7984">
                  <c:v/>
                </c:pt>
                <c:pt idx="7985">
                  <c:v/>
                </c:pt>
                <c:pt idx="7986">
                  <c:v/>
                </c:pt>
                <c:pt idx="7987">
                  <c:v/>
                </c:pt>
                <c:pt idx="7988">
                  <c:v/>
                </c:pt>
                <c:pt idx="7989">
                  <c:v/>
                </c:pt>
                <c:pt idx="7990">
                  <c:v/>
                </c:pt>
                <c:pt idx="7991">
                  <c:v/>
                </c:pt>
                <c:pt idx="7992">
                  <c:v/>
                </c:pt>
                <c:pt idx="7993">
                  <c:v/>
                </c:pt>
                <c:pt idx="7994">
                  <c:v/>
                </c:pt>
                <c:pt idx="7995">
                  <c:v/>
                </c:pt>
                <c:pt idx="7996">
                  <c:v/>
                </c:pt>
                <c:pt idx="7997">
                  <c:v/>
                </c:pt>
                <c:pt idx="7998">
                  <c:v/>
                </c:pt>
                <c:pt idx="7999">
                  <c:v/>
                </c:pt>
                <c:pt idx="8000">
                  <c:v/>
                </c:pt>
                <c:pt idx="8001">
                  <c:v/>
                </c:pt>
                <c:pt idx="8002">
                  <c:v/>
                </c:pt>
                <c:pt idx="8003">
                  <c:v/>
                </c:pt>
                <c:pt idx="8004">
                  <c:v/>
                </c:pt>
                <c:pt idx="8005">
                  <c:v/>
                </c:pt>
                <c:pt idx="8006">
                  <c:v/>
                </c:pt>
                <c:pt idx="8007">
                  <c:v/>
                </c:pt>
                <c:pt idx="8008">
                  <c:v/>
                </c:pt>
                <c:pt idx="8009">
                  <c:v/>
                </c:pt>
                <c:pt idx="8010">
                  <c:v/>
                </c:pt>
                <c:pt idx="8011">
                  <c:v/>
                </c:pt>
                <c:pt idx="8012">
                  <c:v/>
                </c:pt>
                <c:pt idx="8013">
                  <c:v/>
                </c:pt>
                <c:pt idx="8014">
                  <c:v/>
                </c:pt>
                <c:pt idx="8015">
                  <c:v/>
                </c:pt>
                <c:pt idx="8016">
                  <c:v/>
                </c:pt>
                <c:pt idx="8017">
                  <c:v/>
                </c:pt>
                <c:pt idx="8018">
                  <c:v/>
                </c:pt>
                <c:pt idx="8019">
                  <c:v/>
                </c:pt>
                <c:pt idx="8020">
                  <c:v/>
                </c:pt>
                <c:pt idx="8021">
                  <c:v/>
                </c:pt>
                <c:pt idx="8022">
                  <c:v/>
                </c:pt>
                <c:pt idx="8023">
                  <c:v/>
                </c:pt>
                <c:pt idx="8024">
                  <c:v/>
                </c:pt>
                <c:pt idx="8025">
                  <c:v/>
                </c:pt>
                <c:pt idx="8026">
                  <c:v/>
                </c:pt>
                <c:pt idx="8027">
                  <c:v/>
                </c:pt>
                <c:pt idx="8028">
                  <c:v/>
                </c:pt>
                <c:pt idx="8029">
                  <c:v/>
                </c:pt>
                <c:pt idx="8030">
                  <c:v/>
                </c:pt>
                <c:pt idx="8031">
                  <c:v/>
                </c:pt>
                <c:pt idx="8032">
                  <c:v/>
                </c:pt>
                <c:pt idx="8033">
                  <c:v/>
                </c:pt>
                <c:pt idx="8034">
                  <c:v/>
                </c:pt>
                <c:pt idx="8035">
                  <c:v/>
                </c:pt>
                <c:pt idx="8036">
                  <c:v/>
                </c:pt>
                <c:pt idx="8037">
                  <c:v/>
                </c:pt>
                <c:pt idx="8038">
                  <c:v/>
                </c:pt>
                <c:pt idx="8039">
                  <c:v/>
                </c:pt>
                <c:pt idx="8040">
                  <c:v/>
                </c:pt>
                <c:pt idx="8041">
                  <c:v/>
                </c:pt>
                <c:pt idx="8042">
                  <c:v/>
                </c:pt>
                <c:pt idx="8043">
                  <c:v/>
                </c:pt>
                <c:pt idx="8044">
                  <c:v/>
                </c:pt>
                <c:pt idx="8045">
                  <c:v/>
                </c:pt>
                <c:pt idx="8046">
                  <c:v/>
                </c:pt>
                <c:pt idx="8047">
                  <c:v/>
                </c:pt>
                <c:pt idx="8048">
                  <c:v/>
                </c:pt>
                <c:pt idx="8049">
                  <c:v/>
                </c:pt>
                <c:pt idx="8050">
                  <c:v/>
                </c:pt>
                <c:pt idx="8051">
                  <c:v/>
                </c:pt>
                <c:pt idx="8052">
                  <c:v/>
                </c:pt>
                <c:pt idx="8053">
                  <c:v/>
                </c:pt>
                <c:pt idx="8054">
                  <c:v/>
                </c:pt>
                <c:pt idx="8055">
                  <c:v/>
                </c:pt>
                <c:pt idx="8056">
                  <c:v/>
                </c:pt>
                <c:pt idx="8057">
                  <c:v/>
                </c:pt>
                <c:pt idx="8058">
                  <c:v/>
                </c:pt>
                <c:pt idx="8059">
                  <c:v/>
                </c:pt>
                <c:pt idx="8060">
                  <c:v/>
                </c:pt>
                <c:pt idx="8061">
                  <c:v/>
                </c:pt>
                <c:pt idx="8062">
                  <c:v/>
                </c:pt>
                <c:pt idx="8063">
                  <c:v/>
                </c:pt>
                <c:pt idx="8064">
                  <c:v/>
                </c:pt>
                <c:pt idx="8065">
                  <c:v/>
                </c:pt>
                <c:pt idx="8066">
                  <c:v/>
                </c:pt>
                <c:pt idx="8067">
                  <c:v/>
                </c:pt>
                <c:pt idx="8068">
                  <c:v/>
                </c:pt>
                <c:pt idx="8069">
                  <c:v/>
                </c:pt>
                <c:pt idx="8070">
                  <c:v/>
                </c:pt>
                <c:pt idx="8071">
                  <c:v/>
                </c:pt>
                <c:pt idx="8072">
                  <c:v/>
                </c:pt>
                <c:pt idx="8073">
                  <c:v/>
                </c:pt>
                <c:pt idx="8074">
                  <c:v/>
                </c:pt>
                <c:pt idx="8075">
                  <c:v/>
                </c:pt>
                <c:pt idx="8076">
                  <c:v/>
                </c:pt>
                <c:pt idx="8077">
                  <c:v/>
                </c:pt>
                <c:pt idx="8078">
                  <c:v/>
                </c:pt>
                <c:pt idx="8079">
                  <c:v/>
                </c:pt>
                <c:pt idx="8080">
                  <c:v/>
                </c:pt>
                <c:pt idx="8081">
                  <c:v/>
                </c:pt>
                <c:pt idx="8082">
                  <c:v/>
                </c:pt>
                <c:pt idx="8083">
                  <c:v/>
                </c:pt>
                <c:pt idx="8084">
                  <c:v/>
                </c:pt>
                <c:pt idx="8085">
                  <c:v/>
                </c:pt>
                <c:pt idx="8086">
                  <c:v/>
                </c:pt>
                <c:pt idx="8087">
                  <c:v/>
                </c:pt>
                <c:pt idx="8088">
                  <c:v/>
                </c:pt>
                <c:pt idx="8089">
                  <c:v/>
                </c:pt>
                <c:pt idx="8090">
                  <c:v/>
                </c:pt>
                <c:pt idx="8091">
                  <c:v/>
                </c:pt>
                <c:pt idx="8092">
                  <c:v/>
                </c:pt>
                <c:pt idx="8093">
                  <c:v/>
                </c:pt>
                <c:pt idx="8094">
                  <c:v/>
                </c:pt>
                <c:pt idx="8095">
                  <c:v/>
                </c:pt>
                <c:pt idx="8096">
                  <c:v/>
                </c:pt>
                <c:pt idx="8097">
                  <c:v/>
                </c:pt>
                <c:pt idx="8098">
                  <c:v/>
                </c:pt>
                <c:pt idx="8099">
                  <c:v/>
                </c:pt>
                <c:pt idx="8100">
                  <c:v/>
                </c:pt>
                <c:pt idx="8101">
                  <c:v/>
                </c:pt>
                <c:pt idx="8102">
                  <c:v/>
                </c:pt>
                <c:pt idx="8103">
                  <c:v/>
                </c:pt>
                <c:pt idx="8104">
                  <c:v/>
                </c:pt>
                <c:pt idx="8105">
                  <c:v/>
                </c:pt>
                <c:pt idx="8106">
                  <c:v/>
                </c:pt>
                <c:pt idx="8107">
                  <c:v/>
                </c:pt>
                <c:pt idx="8108">
                  <c:v/>
                </c:pt>
                <c:pt idx="8109">
                  <c:v/>
                </c:pt>
                <c:pt idx="8110">
                  <c:v/>
                </c:pt>
                <c:pt idx="8111">
                  <c:v/>
                </c:pt>
                <c:pt idx="8112">
                  <c:v/>
                </c:pt>
                <c:pt idx="8113">
                  <c:v/>
                </c:pt>
                <c:pt idx="8114">
                  <c:v/>
                </c:pt>
                <c:pt idx="8115">
                  <c:v/>
                </c:pt>
                <c:pt idx="8116">
                  <c:v/>
                </c:pt>
                <c:pt idx="8117">
                  <c:v/>
                </c:pt>
                <c:pt idx="8118">
                  <c:v/>
                </c:pt>
                <c:pt idx="8119">
                  <c:v/>
                </c:pt>
                <c:pt idx="8120">
                  <c:v/>
                </c:pt>
                <c:pt idx="8121">
                  <c:v/>
                </c:pt>
                <c:pt idx="8122">
                  <c:v/>
                </c:pt>
                <c:pt idx="8123">
                  <c:v/>
                </c:pt>
                <c:pt idx="8124">
                  <c:v/>
                </c:pt>
                <c:pt idx="8125">
                  <c:v/>
                </c:pt>
                <c:pt idx="8126">
                  <c:v/>
                </c:pt>
                <c:pt idx="8127">
                  <c:v/>
                </c:pt>
                <c:pt idx="8128">
                  <c:v/>
                </c:pt>
                <c:pt idx="8129">
                  <c:v/>
                </c:pt>
                <c:pt idx="8130">
                  <c:v/>
                </c:pt>
                <c:pt idx="8131">
                  <c:v/>
                </c:pt>
                <c:pt idx="8132">
                  <c:v/>
                </c:pt>
                <c:pt idx="8133">
                  <c:v/>
                </c:pt>
                <c:pt idx="8134">
                  <c:v/>
                </c:pt>
                <c:pt idx="8135">
                  <c:v/>
                </c:pt>
                <c:pt idx="8136">
                  <c:v/>
                </c:pt>
                <c:pt idx="8137">
                  <c:v/>
                </c:pt>
                <c:pt idx="8138">
                  <c:v/>
                </c:pt>
                <c:pt idx="8139">
                  <c:v/>
                </c:pt>
                <c:pt idx="8140">
                  <c:v/>
                </c:pt>
                <c:pt idx="8141">
                  <c:v/>
                </c:pt>
                <c:pt idx="8142">
                  <c:v/>
                </c:pt>
                <c:pt idx="8143">
                  <c:v/>
                </c:pt>
                <c:pt idx="8144">
                  <c:v/>
                </c:pt>
                <c:pt idx="8145">
                  <c:v/>
                </c:pt>
                <c:pt idx="8146">
                  <c:v/>
                </c:pt>
                <c:pt idx="8147">
                  <c:v/>
                </c:pt>
                <c:pt idx="8148">
                  <c:v/>
                </c:pt>
                <c:pt idx="8149">
                  <c:v/>
                </c:pt>
                <c:pt idx="8150">
                  <c:v/>
                </c:pt>
                <c:pt idx="8151">
                  <c:v/>
                </c:pt>
                <c:pt idx="8152">
                  <c:v/>
                </c:pt>
                <c:pt idx="8153">
                  <c:v/>
                </c:pt>
                <c:pt idx="8154">
                  <c:v/>
                </c:pt>
                <c:pt idx="8155">
                  <c:v/>
                </c:pt>
                <c:pt idx="8156">
                  <c:v/>
                </c:pt>
                <c:pt idx="8157">
                  <c:v/>
                </c:pt>
                <c:pt idx="8158">
                  <c:v/>
                </c:pt>
                <c:pt idx="8159">
                  <c:v/>
                </c:pt>
                <c:pt idx="8160">
                  <c:v/>
                </c:pt>
                <c:pt idx="8161">
                  <c:v/>
                </c:pt>
                <c:pt idx="8162">
                  <c:v/>
                </c:pt>
                <c:pt idx="8163">
                  <c:v/>
                </c:pt>
                <c:pt idx="8164">
                  <c:v/>
                </c:pt>
                <c:pt idx="8165">
                  <c:v/>
                </c:pt>
                <c:pt idx="8166">
                  <c:v/>
                </c:pt>
                <c:pt idx="8167">
                  <c:v/>
                </c:pt>
                <c:pt idx="8168">
                  <c:v/>
                </c:pt>
                <c:pt idx="8169">
                  <c:v/>
                </c:pt>
                <c:pt idx="8170">
                  <c:v/>
                </c:pt>
                <c:pt idx="8171">
                  <c:v/>
                </c:pt>
                <c:pt idx="8172">
                  <c:v/>
                </c:pt>
                <c:pt idx="8173">
                  <c:v/>
                </c:pt>
                <c:pt idx="8174">
                  <c:v/>
                </c:pt>
                <c:pt idx="8175">
                  <c:v/>
                </c:pt>
                <c:pt idx="8176">
                  <c:v/>
                </c:pt>
                <c:pt idx="8177">
                  <c:v/>
                </c:pt>
                <c:pt idx="8178">
                  <c:v/>
                </c:pt>
                <c:pt idx="8179">
                  <c:v/>
                </c:pt>
                <c:pt idx="8180">
                  <c:v/>
                </c:pt>
                <c:pt idx="8181">
                  <c:v/>
                </c:pt>
                <c:pt idx="8182">
                  <c:v/>
                </c:pt>
                <c:pt idx="8183">
                  <c:v/>
                </c:pt>
                <c:pt idx="8184">
                  <c:v/>
                </c:pt>
                <c:pt idx="8185">
                  <c:v/>
                </c:pt>
                <c:pt idx="8186">
                  <c:v/>
                </c:pt>
                <c:pt idx="8187">
                  <c:v/>
                </c:pt>
                <c:pt idx="8188">
                  <c:v/>
                </c:pt>
                <c:pt idx="8189">
                  <c:v/>
                </c:pt>
                <c:pt idx="8190">
                  <c:v/>
                </c:pt>
                <c:pt idx="8191">
                  <c:v/>
                </c:pt>
                <c:pt idx="8192">
                  <c:v/>
                </c:pt>
                <c:pt idx="8193">
                  <c:v/>
                </c:pt>
                <c:pt idx="8194">
                  <c:v/>
                </c:pt>
                <c:pt idx="8195">
                  <c:v/>
                </c:pt>
                <c:pt idx="8196">
                  <c:v/>
                </c:pt>
                <c:pt idx="8197">
                  <c:v/>
                </c:pt>
                <c:pt idx="8198">
                  <c:v/>
                </c:pt>
                <c:pt idx="8199">
                  <c:v/>
                </c:pt>
                <c:pt idx="8200">
                  <c:v/>
                </c:pt>
                <c:pt idx="8201">
                  <c:v/>
                </c:pt>
                <c:pt idx="8202">
                  <c:v/>
                </c:pt>
                <c:pt idx="8203">
                  <c:v/>
                </c:pt>
                <c:pt idx="8204">
                  <c:v/>
                </c:pt>
                <c:pt idx="8205">
                  <c:v/>
                </c:pt>
                <c:pt idx="8206">
                  <c:v/>
                </c:pt>
                <c:pt idx="8207">
                  <c:v/>
                </c:pt>
                <c:pt idx="8208">
                  <c:v/>
                </c:pt>
                <c:pt idx="8209">
                  <c:v/>
                </c:pt>
                <c:pt idx="8210">
                  <c:v/>
                </c:pt>
                <c:pt idx="8211">
                  <c:v/>
                </c:pt>
                <c:pt idx="8212">
                  <c:v/>
                </c:pt>
                <c:pt idx="8213">
                  <c:v/>
                </c:pt>
                <c:pt idx="8214">
                  <c:v/>
                </c:pt>
                <c:pt idx="8215">
                  <c:v/>
                </c:pt>
                <c:pt idx="8216">
                  <c:v/>
                </c:pt>
                <c:pt idx="8217">
                  <c:v/>
                </c:pt>
                <c:pt idx="8218">
                  <c:v/>
                </c:pt>
                <c:pt idx="8219">
                  <c:v/>
                </c:pt>
                <c:pt idx="8220">
                  <c:v/>
                </c:pt>
                <c:pt idx="8221">
                  <c:v/>
                </c:pt>
                <c:pt idx="8222">
                  <c:v/>
                </c:pt>
                <c:pt idx="8223">
                  <c:v/>
                </c:pt>
                <c:pt idx="8224">
                  <c:v/>
                </c:pt>
                <c:pt idx="8225">
                  <c:v/>
                </c:pt>
                <c:pt idx="8226">
                  <c:v/>
                </c:pt>
                <c:pt idx="8227">
                  <c:v/>
                </c:pt>
                <c:pt idx="8228">
                  <c:v/>
                </c:pt>
                <c:pt idx="8229">
                  <c:v/>
                </c:pt>
                <c:pt idx="8230">
                  <c:v/>
                </c:pt>
                <c:pt idx="8231">
                  <c:v/>
                </c:pt>
                <c:pt idx="8232">
                  <c:v/>
                </c:pt>
                <c:pt idx="8233">
                  <c:v/>
                </c:pt>
                <c:pt idx="8234">
                  <c:v/>
                </c:pt>
                <c:pt idx="8235">
                  <c:v/>
                </c:pt>
                <c:pt idx="8236">
                  <c:v/>
                </c:pt>
                <c:pt idx="8237">
                  <c:v/>
                </c:pt>
                <c:pt idx="8238">
                  <c:v/>
                </c:pt>
                <c:pt idx="8239">
                  <c:v/>
                </c:pt>
                <c:pt idx="8240">
                  <c:v/>
                </c:pt>
                <c:pt idx="8241">
                  <c:v/>
                </c:pt>
                <c:pt idx="8242">
                  <c:v/>
                </c:pt>
                <c:pt idx="8243">
                  <c:v/>
                </c:pt>
                <c:pt idx="8244">
                  <c:v/>
                </c:pt>
                <c:pt idx="8245">
                  <c:v/>
                </c:pt>
                <c:pt idx="8246">
                  <c:v/>
                </c:pt>
                <c:pt idx="8247">
                  <c:v/>
                </c:pt>
                <c:pt idx="8248">
                  <c:v/>
                </c:pt>
                <c:pt idx="8249">
                  <c:v/>
                </c:pt>
                <c:pt idx="8250">
                  <c:v/>
                </c:pt>
                <c:pt idx="8251">
                  <c:v/>
                </c:pt>
                <c:pt idx="8252">
                  <c:v/>
                </c:pt>
                <c:pt idx="8253">
                  <c:v/>
                </c:pt>
                <c:pt idx="8254">
                  <c:v/>
                </c:pt>
                <c:pt idx="8255">
                  <c:v/>
                </c:pt>
                <c:pt idx="8256">
                  <c:v/>
                </c:pt>
                <c:pt idx="8257">
                  <c:v/>
                </c:pt>
                <c:pt idx="8258">
                  <c:v/>
                </c:pt>
                <c:pt idx="8259">
                  <c:v/>
                </c:pt>
                <c:pt idx="8260">
                  <c:v/>
                </c:pt>
                <c:pt idx="8261">
                  <c:v/>
                </c:pt>
                <c:pt idx="8262">
                  <c:v/>
                </c:pt>
                <c:pt idx="8263">
                  <c:v/>
                </c:pt>
                <c:pt idx="8264">
                  <c:v/>
                </c:pt>
                <c:pt idx="8265">
                  <c:v/>
                </c:pt>
                <c:pt idx="8266">
                  <c:v/>
                </c:pt>
                <c:pt idx="8267">
                  <c:v/>
                </c:pt>
                <c:pt idx="8268">
                  <c:v/>
                </c:pt>
                <c:pt idx="8269">
                  <c:v/>
                </c:pt>
                <c:pt idx="8270">
                  <c:v/>
                </c:pt>
                <c:pt idx="8271">
                  <c:v/>
                </c:pt>
                <c:pt idx="8272">
                  <c:v/>
                </c:pt>
                <c:pt idx="8273">
                  <c:v/>
                </c:pt>
                <c:pt idx="8274">
                  <c:v/>
                </c:pt>
                <c:pt idx="8275">
                  <c:v/>
                </c:pt>
                <c:pt idx="8276">
                  <c:v/>
                </c:pt>
                <c:pt idx="8277">
                  <c:v/>
                </c:pt>
                <c:pt idx="8278">
                  <c:v/>
                </c:pt>
                <c:pt idx="8279">
                  <c:v/>
                </c:pt>
                <c:pt idx="8280">
                  <c:v/>
                </c:pt>
                <c:pt idx="8281">
                  <c:v/>
                </c:pt>
                <c:pt idx="8282">
                  <c:v/>
                </c:pt>
                <c:pt idx="8283">
                  <c:v/>
                </c:pt>
                <c:pt idx="8284">
                  <c:v/>
                </c:pt>
                <c:pt idx="8285">
                  <c:v/>
                </c:pt>
                <c:pt idx="8286">
                  <c:v/>
                </c:pt>
                <c:pt idx="8287">
                  <c:v/>
                </c:pt>
                <c:pt idx="8288">
                  <c:v/>
                </c:pt>
                <c:pt idx="8289">
                  <c:v/>
                </c:pt>
                <c:pt idx="8290">
                  <c:v/>
                </c:pt>
                <c:pt idx="8291">
                  <c:v/>
                </c:pt>
                <c:pt idx="8292">
                  <c:v/>
                </c:pt>
                <c:pt idx="8293">
                  <c:v/>
                </c:pt>
                <c:pt idx="8294">
                  <c:v/>
                </c:pt>
                <c:pt idx="8295">
                  <c:v/>
                </c:pt>
                <c:pt idx="8296">
                  <c:v/>
                </c:pt>
                <c:pt idx="8297">
                  <c:v/>
                </c:pt>
                <c:pt idx="8298">
                  <c:v/>
                </c:pt>
                <c:pt idx="8299">
                  <c:v/>
                </c:pt>
                <c:pt idx="8300">
                  <c:v/>
                </c:pt>
                <c:pt idx="8301">
                  <c:v/>
                </c:pt>
                <c:pt idx="8302">
                  <c:v/>
                </c:pt>
                <c:pt idx="8303">
                  <c:v/>
                </c:pt>
                <c:pt idx="8304">
                  <c:v/>
                </c:pt>
                <c:pt idx="8305">
                  <c:v/>
                </c:pt>
                <c:pt idx="8306">
                  <c:v/>
                </c:pt>
                <c:pt idx="8307">
                  <c:v/>
                </c:pt>
                <c:pt idx="8308">
                  <c:v/>
                </c:pt>
                <c:pt idx="8309">
                  <c:v/>
                </c:pt>
                <c:pt idx="8310">
                  <c:v/>
                </c:pt>
                <c:pt idx="8311">
                  <c:v/>
                </c:pt>
                <c:pt idx="8312">
                  <c:v/>
                </c:pt>
                <c:pt idx="8313">
                  <c:v/>
                </c:pt>
                <c:pt idx="8314">
                  <c:v/>
                </c:pt>
                <c:pt idx="8315">
                  <c:v/>
                </c:pt>
                <c:pt idx="8316">
                  <c:v/>
                </c:pt>
                <c:pt idx="8317">
                  <c:v/>
                </c:pt>
                <c:pt idx="8318">
                  <c:v/>
                </c:pt>
                <c:pt idx="8319">
                  <c:v/>
                </c:pt>
                <c:pt idx="8320">
                  <c:v/>
                </c:pt>
                <c:pt idx="8321">
                  <c:v/>
                </c:pt>
                <c:pt idx="8322">
                  <c:v/>
                </c:pt>
                <c:pt idx="8323">
                  <c:v/>
                </c:pt>
                <c:pt idx="8324">
                  <c:v/>
                </c:pt>
                <c:pt idx="8325">
                  <c:v/>
                </c:pt>
                <c:pt idx="8326">
                  <c:v/>
                </c:pt>
                <c:pt idx="8327">
                  <c:v/>
                </c:pt>
                <c:pt idx="8328">
                  <c:v/>
                </c:pt>
                <c:pt idx="8329">
                  <c:v/>
                </c:pt>
                <c:pt idx="8330">
                  <c:v/>
                </c:pt>
                <c:pt idx="8331">
                  <c:v/>
                </c:pt>
                <c:pt idx="8332">
                  <c:v/>
                </c:pt>
                <c:pt idx="8333">
                  <c:v/>
                </c:pt>
                <c:pt idx="8334">
                  <c:v/>
                </c:pt>
                <c:pt idx="8335">
                  <c:v/>
                </c:pt>
                <c:pt idx="8336">
                  <c:v/>
                </c:pt>
                <c:pt idx="8337">
                  <c:v/>
                </c:pt>
                <c:pt idx="8338">
                  <c:v/>
                </c:pt>
                <c:pt idx="8339">
                  <c:v/>
                </c:pt>
                <c:pt idx="8340">
                  <c:v/>
                </c:pt>
                <c:pt idx="8341">
                  <c:v/>
                </c:pt>
                <c:pt idx="8342">
                  <c:v/>
                </c:pt>
                <c:pt idx="8343">
                  <c:v/>
                </c:pt>
                <c:pt idx="8344">
                  <c:v/>
                </c:pt>
                <c:pt idx="8345">
                  <c:v/>
                </c:pt>
                <c:pt idx="8346">
                  <c:v/>
                </c:pt>
                <c:pt idx="8347">
                  <c:v/>
                </c:pt>
                <c:pt idx="8348">
                  <c:v/>
                </c:pt>
                <c:pt idx="8349">
                  <c:v/>
                </c:pt>
                <c:pt idx="8350">
                  <c:v/>
                </c:pt>
                <c:pt idx="8351">
                  <c:v/>
                </c:pt>
                <c:pt idx="8352">
                  <c:v/>
                </c:pt>
                <c:pt idx="8353">
                  <c:v/>
                </c:pt>
                <c:pt idx="8354">
                  <c:v/>
                </c:pt>
                <c:pt idx="8355">
                  <c:v/>
                </c:pt>
                <c:pt idx="8356">
                  <c:v/>
                </c:pt>
                <c:pt idx="8357">
                  <c:v/>
                </c:pt>
                <c:pt idx="8358">
                  <c:v/>
                </c:pt>
                <c:pt idx="8359">
                  <c:v/>
                </c:pt>
                <c:pt idx="8360">
                  <c:v/>
                </c:pt>
                <c:pt idx="8361">
                  <c:v/>
                </c:pt>
                <c:pt idx="8362">
                  <c:v/>
                </c:pt>
                <c:pt idx="8363">
                  <c:v/>
                </c:pt>
                <c:pt idx="8364">
                  <c:v/>
                </c:pt>
                <c:pt idx="8365">
                  <c:v/>
                </c:pt>
                <c:pt idx="8366">
                  <c:v/>
                </c:pt>
                <c:pt idx="8367">
                  <c:v/>
                </c:pt>
                <c:pt idx="8368">
                  <c:v/>
                </c:pt>
                <c:pt idx="8369">
                  <c:v/>
                </c:pt>
                <c:pt idx="8370">
                  <c:v/>
                </c:pt>
                <c:pt idx="8371">
                  <c:v/>
                </c:pt>
                <c:pt idx="8372">
                  <c:v/>
                </c:pt>
                <c:pt idx="8373">
                  <c:v/>
                </c:pt>
                <c:pt idx="8374">
                  <c:v/>
                </c:pt>
                <c:pt idx="8375">
                  <c:v/>
                </c:pt>
                <c:pt idx="8376">
                  <c:v/>
                </c:pt>
                <c:pt idx="8377">
                  <c:v/>
                </c:pt>
                <c:pt idx="8378">
                  <c:v/>
                </c:pt>
                <c:pt idx="8379">
                  <c:v/>
                </c:pt>
                <c:pt idx="8380">
                  <c:v/>
                </c:pt>
                <c:pt idx="8381">
                  <c:v/>
                </c:pt>
                <c:pt idx="8382">
                  <c:v/>
                </c:pt>
                <c:pt idx="8383">
                  <c:v/>
                </c:pt>
                <c:pt idx="8384">
                  <c:v/>
                </c:pt>
                <c:pt idx="8385">
                  <c:v/>
                </c:pt>
                <c:pt idx="8386">
                  <c:v/>
                </c:pt>
                <c:pt idx="8387">
                  <c:v/>
                </c:pt>
                <c:pt idx="8388">
                  <c:v/>
                </c:pt>
                <c:pt idx="8389">
                  <c:v/>
                </c:pt>
                <c:pt idx="8390">
                  <c:v/>
                </c:pt>
                <c:pt idx="8391">
                  <c:v/>
                </c:pt>
                <c:pt idx="8392">
                  <c:v/>
                </c:pt>
                <c:pt idx="8393">
                  <c:v/>
                </c:pt>
                <c:pt idx="8394">
                  <c:v/>
                </c:pt>
                <c:pt idx="8395">
                  <c:v/>
                </c:pt>
                <c:pt idx="8396">
                  <c:v/>
                </c:pt>
                <c:pt idx="8397">
                  <c:v/>
                </c:pt>
                <c:pt idx="8398">
                  <c:v/>
                </c:pt>
                <c:pt idx="8399">
                  <c:v/>
                </c:pt>
                <c:pt idx="8400">
                  <c:v/>
                </c:pt>
                <c:pt idx="8401">
                  <c:v/>
                </c:pt>
                <c:pt idx="8402">
                  <c:v/>
                </c:pt>
                <c:pt idx="8403">
                  <c:v/>
                </c:pt>
                <c:pt idx="8404">
                  <c:v/>
                </c:pt>
                <c:pt idx="8405">
                  <c:v/>
                </c:pt>
                <c:pt idx="8406">
                  <c:v/>
                </c:pt>
                <c:pt idx="8407">
                  <c:v/>
                </c:pt>
                <c:pt idx="8408">
                  <c:v/>
                </c:pt>
                <c:pt idx="8409">
                  <c:v/>
                </c:pt>
                <c:pt idx="8410">
                  <c:v/>
                </c:pt>
                <c:pt idx="8411">
                  <c:v/>
                </c:pt>
                <c:pt idx="8412">
                  <c:v/>
                </c:pt>
                <c:pt idx="8413">
                  <c:v/>
                </c:pt>
                <c:pt idx="8414">
                  <c:v/>
                </c:pt>
                <c:pt idx="8415">
                  <c:v/>
                </c:pt>
                <c:pt idx="8416">
                  <c:v/>
                </c:pt>
                <c:pt idx="8417">
                  <c:v/>
                </c:pt>
                <c:pt idx="8418">
                  <c:v/>
                </c:pt>
                <c:pt idx="8419">
                  <c:v/>
                </c:pt>
                <c:pt idx="8420">
                  <c:v/>
                </c:pt>
                <c:pt idx="8421">
                  <c:v/>
                </c:pt>
                <c:pt idx="8422">
                  <c:v/>
                </c:pt>
                <c:pt idx="8423">
                  <c:v/>
                </c:pt>
                <c:pt idx="8424">
                  <c:v/>
                </c:pt>
                <c:pt idx="8425">
                  <c:v/>
                </c:pt>
                <c:pt idx="8426">
                  <c:v/>
                </c:pt>
                <c:pt idx="8427">
                  <c:v/>
                </c:pt>
                <c:pt idx="8428">
                  <c:v/>
                </c:pt>
                <c:pt idx="8429">
                  <c:v/>
                </c:pt>
                <c:pt idx="8430">
                  <c:v/>
                </c:pt>
                <c:pt idx="8431">
                  <c:v/>
                </c:pt>
                <c:pt idx="8432">
                  <c:v/>
                </c:pt>
                <c:pt idx="8433">
                  <c:v/>
                </c:pt>
                <c:pt idx="8434">
                  <c:v/>
                </c:pt>
                <c:pt idx="8435">
                  <c:v/>
                </c:pt>
                <c:pt idx="8436">
                  <c:v/>
                </c:pt>
                <c:pt idx="8437">
                  <c:v/>
                </c:pt>
                <c:pt idx="8438">
                  <c:v/>
                </c:pt>
                <c:pt idx="8439">
                  <c:v/>
                </c:pt>
                <c:pt idx="8440">
                  <c:v/>
                </c:pt>
                <c:pt idx="8441">
                  <c:v/>
                </c:pt>
                <c:pt idx="8442">
                  <c:v/>
                </c:pt>
                <c:pt idx="8443">
                  <c:v/>
                </c:pt>
                <c:pt idx="8444">
                  <c:v/>
                </c:pt>
                <c:pt idx="8445">
                  <c:v/>
                </c:pt>
                <c:pt idx="8446">
                  <c:v/>
                </c:pt>
                <c:pt idx="8447">
                  <c:v/>
                </c:pt>
                <c:pt idx="8448">
                  <c:v/>
                </c:pt>
                <c:pt idx="8449">
                  <c:v/>
                </c:pt>
                <c:pt idx="8450">
                  <c:v/>
                </c:pt>
                <c:pt idx="8451">
                  <c:v/>
                </c:pt>
                <c:pt idx="8452">
                  <c:v/>
                </c:pt>
                <c:pt idx="8453">
                  <c:v/>
                </c:pt>
                <c:pt idx="8454">
                  <c:v/>
                </c:pt>
                <c:pt idx="8455">
                  <c:v/>
                </c:pt>
                <c:pt idx="8456">
                  <c:v/>
                </c:pt>
                <c:pt idx="8457">
                  <c:v/>
                </c:pt>
                <c:pt idx="8458">
                  <c:v/>
                </c:pt>
                <c:pt idx="8459">
                  <c:v/>
                </c:pt>
                <c:pt idx="8460">
                  <c:v/>
                </c:pt>
                <c:pt idx="8461">
                  <c:v/>
                </c:pt>
                <c:pt idx="8462">
                  <c:v/>
                </c:pt>
                <c:pt idx="8463">
                  <c:v/>
                </c:pt>
                <c:pt idx="8464">
                  <c:v/>
                </c:pt>
                <c:pt idx="8465">
                  <c:v/>
                </c:pt>
                <c:pt idx="8466">
                  <c:v/>
                </c:pt>
                <c:pt idx="8467">
                  <c:v/>
                </c:pt>
                <c:pt idx="8468">
                  <c:v/>
                </c:pt>
                <c:pt idx="8469">
                  <c:v/>
                </c:pt>
                <c:pt idx="8470">
                  <c:v/>
                </c:pt>
                <c:pt idx="8471">
                  <c:v/>
                </c:pt>
                <c:pt idx="8472">
                  <c:v/>
                </c:pt>
                <c:pt idx="8473">
                  <c:v/>
                </c:pt>
                <c:pt idx="8474">
                  <c:v/>
                </c:pt>
                <c:pt idx="8475">
                  <c:v/>
                </c:pt>
                <c:pt idx="8476">
                  <c:v/>
                </c:pt>
                <c:pt idx="8477">
                  <c:v/>
                </c:pt>
                <c:pt idx="8478">
                  <c:v/>
                </c:pt>
                <c:pt idx="8479">
                  <c:v/>
                </c:pt>
                <c:pt idx="8480">
                  <c:v/>
                </c:pt>
                <c:pt idx="8481">
                  <c:v/>
                </c:pt>
                <c:pt idx="8482">
                  <c:v/>
                </c:pt>
                <c:pt idx="8483">
                  <c:v/>
                </c:pt>
                <c:pt idx="8484">
                  <c:v/>
                </c:pt>
                <c:pt idx="8485">
                  <c:v/>
                </c:pt>
                <c:pt idx="8486">
                  <c:v/>
                </c:pt>
                <c:pt idx="8487">
                  <c:v/>
                </c:pt>
                <c:pt idx="8488">
                  <c:v/>
                </c:pt>
                <c:pt idx="8489">
                  <c:v/>
                </c:pt>
                <c:pt idx="8490">
                  <c:v/>
                </c:pt>
                <c:pt idx="8491">
                  <c:v/>
                </c:pt>
                <c:pt idx="8492">
                  <c:v/>
                </c:pt>
                <c:pt idx="8493">
                  <c:v/>
                </c:pt>
                <c:pt idx="8494">
                  <c:v/>
                </c:pt>
                <c:pt idx="8495">
                  <c:v/>
                </c:pt>
                <c:pt idx="8496">
                  <c:v/>
                </c:pt>
                <c:pt idx="8497">
                  <c:v/>
                </c:pt>
                <c:pt idx="8498">
                  <c:v/>
                </c:pt>
                <c:pt idx="8499">
                  <c:v/>
                </c:pt>
                <c:pt idx="8500">
                  <c:v/>
                </c:pt>
                <c:pt idx="8501">
                  <c:v/>
                </c:pt>
                <c:pt idx="8502">
                  <c:v/>
                </c:pt>
                <c:pt idx="8503">
                  <c:v/>
                </c:pt>
                <c:pt idx="8504">
                  <c:v/>
                </c:pt>
                <c:pt idx="8505">
                  <c:v/>
                </c:pt>
                <c:pt idx="8506">
                  <c:v/>
                </c:pt>
                <c:pt idx="8507">
                  <c:v/>
                </c:pt>
                <c:pt idx="8508">
                  <c:v/>
                </c:pt>
                <c:pt idx="8509">
                  <c:v/>
                </c:pt>
                <c:pt idx="8510">
                  <c:v/>
                </c:pt>
                <c:pt idx="8511">
                  <c:v/>
                </c:pt>
                <c:pt idx="8512">
                  <c:v/>
                </c:pt>
                <c:pt idx="8513">
                  <c:v/>
                </c:pt>
                <c:pt idx="8514">
                  <c:v/>
                </c:pt>
                <c:pt idx="8515">
                  <c:v/>
                </c:pt>
                <c:pt idx="8516">
                  <c:v/>
                </c:pt>
                <c:pt idx="8517">
                  <c:v/>
                </c:pt>
                <c:pt idx="8518">
                  <c:v/>
                </c:pt>
                <c:pt idx="8519">
                  <c:v/>
                </c:pt>
                <c:pt idx="8520">
                  <c:v/>
                </c:pt>
                <c:pt idx="8521">
                  <c:v/>
                </c:pt>
                <c:pt idx="8522">
                  <c:v/>
                </c:pt>
                <c:pt idx="8523">
                  <c:v/>
                </c:pt>
                <c:pt idx="8524">
                  <c:v/>
                </c:pt>
                <c:pt idx="8525">
                  <c:v/>
                </c:pt>
                <c:pt idx="8526">
                  <c:v/>
                </c:pt>
                <c:pt idx="8527">
                  <c:v/>
                </c:pt>
                <c:pt idx="8528">
                  <c:v/>
                </c:pt>
                <c:pt idx="8529">
                  <c:v/>
                </c:pt>
                <c:pt idx="8530">
                  <c:v/>
                </c:pt>
                <c:pt idx="8531">
                  <c:v/>
                </c:pt>
                <c:pt idx="8532">
                  <c:v/>
                </c:pt>
                <c:pt idx="8533">
                  <c:v/>
                </c:pt>
                <c:pt idx="8534">
                  <c:v/>
                </c:pt>
                <c:pt idx="8535">
                  <c:v/>
                </c:pt>
                <c:pt idx="8536">
                  <c:v/>
                </c:pt>
                <c:pt idx="8537">
                  <c:v/>
                </c:pt>
                <c:pt idx="8538">
                  <c:v/>
                </c:pt>
                <c:pt idx="8539">
                  <c:v/>
                </c:pt>
                <c:pt idx="8540">
                  <c:v/>
                </c:pt>
                <c:pt idx="8541">
                  <c:v/>
                </c:pt>
                <c:pt idx="8542">
                  <c:v/>
                </c:pt>
                <c:pt idx="8543">
                  <c:v/>
                </c:pt>
                <c:pt idx="8544">
                  <c:v/>
                </c:pt>
                <c:pt idx="8545">
                  <c:v/>
                </c:pt>
                <c:pt idx="8546">
                  <c:v/>
                </c:pt>
                <c:pt idx="8547">
                  <c:v/>
                </c:pt>
                <c:pt idx="8548">
                  <c:v/>
                </c:pt>
                <c:pt idx="8549">
                  <c:v/>
                </c:pt>
                <c:pt idx="8550">
                  <c:v/>
                </c:pt>
                <c:pt idx="8551">
                  <c:v/>
                </c:pt>
                <c:pt idx="8552">
                  <c:v/>
                </c:pt>
                <c:pt idx="8553">
                  <c:v/>
                </c:pt>
                <c:pt idx="8554">
                  <c:v/>
                </c:pt>
                <c:pt idx="8555">
                  <c:v/>
                </c:pt>
                <c:pt idx="8556">
                  <c:v/>
                </c:pt>
                <c:pt idx="8557">
                  <c:v/>
                </c:pt>
                <c:pt idx="8558">
                  <c:v/>
                </c:pt>
                <c:pt idx="8559">
                  <c:v/>
                </c:pt>
                <c:pt idx="8560">
                  <c:v/>
                </c:pt>
                <c:pt idx="8561">
                  <c:v/>
                </c:pt>
                <c:pt idx="8562">
                  <c:v/>
                </c:pt>
                <c:pt idx="8563">
                  <c:v/>
                </c:pt>
                <c:pt idx="8564">
                  <c:v/>
                </c:pt>
                <c:pt idx="8565">
                  <c:v/>
                </c:pt>
                <c:pt idx="8566">
                  <c:v/>
                </c:pt>
                <c:pt idx="8567">
                  <c:v/>
                </c:pt>
                <c:pt idx="8568">
                  <c:v/>
                </c:pt>
                <c:pt idx="8569">
                  <c:v/>
                </c:pt>
                <c:pt idx="8570">
                  <c:v/>
                </c:pt>
                <c:pt idx="8571">
                  <c:v/>
                </c:pt>
                <c:pt idx="8572">
                  <c:v/>
                </c:pt>
                <c:pt idx="8573">
                  <c:v/>
                </c:pt>
                <c:pt idx="8574">
                  <c:v/>
                </c:pt>
                <c:pt idx="8575">
                  <c:v/>
                </c:pt>
                <c:pt idx="8576">
                  <c:v/>
                </c:pt>
                <c:pt idx="8577">
                  <c:v/>
                </c:pt>
                <c:pt idx="8578">
                  <c:v/>
                </c:pt>
                <c:pt idx="8579">
                  <c:v/>
                </c:pt>
                <c:pt idx="8580">
                  <c:v/>
                </c:pt>
                <c:pt idx="8581">
                  <c:v/>
                </c:pt>
                <c:pt idx="8582">
                  <c:v/>
                </c:pt>
                <c:pt idx="8583">
                  <c:v/>
                </c:pt>
                <c:pt idx="8584">
                  <c:v/>
                </c:pt>
                <c:pt idx="8585">
                  <c:v/>
                </c:pt>
                <c:pt idx="8586">
                  <c:v/>
                </c:pt>
                <c:pt idx="8587">
                  <c:v/>
                </c:pt>
                <c:pt idx="8588">
                  <c:v/>
                </c:pt>
                <c:pt idx="8589">
                  <c:v/>
                </c:pt>
                <c:pt idx="8590">
                  <c:v/>
                </c:pt>
                <c:pt idx="8591">
                  <c:v/>
                </c:pt>
                <c:pt idx="8592">
                  <c:v/>
                </c:pt>
                <c:pt idx="8593">
                  <c:v/>
                </c:pt>
                <c:pt idx="8594">
                  <c:v/>
                </c:pt>
                <c:pt idx="8595">
                  <c:v/>
                </c:pt>
                <c:pt idx="8596">
                  <c:v/>
                </c:pt>
                <c:pt idx="8597">
                  <c:v/>
                </c:pt>
                <c:pt idx="8598">
                  <c:v/>
                </c:pt>
                <c:pt idx="8599">
                  <c:v/>
                </c:pt>
                <c:pt idx="8600">
                  <c:v/>
                </c:pt>
                <c:pt idx="8601">
                  <c:v/>
                </c:pt>
                <c:pt idx="8602">
                  <c:v/>
                </c:pt>
                <c:pt idx="8603">
                  <c:v/>
                </c:pt>
                <c:pt idx="8604">
                  <c:v/>
                </c:pt>
                <c:pt idx="8605">
                  <c:v/>
                </c:pt>
                <c:pt idx="8606">
                  <c:v/>
                </c:pt>
                <c:pt idx="8607">
                  <c:v/>
                </c:pt>
                <c:pt idx="8608">
                  <c:v/>
                </c:pt>
                <c:pt idx="8609">
                  <c:v/>
                </c:pt>
                <c:pt idx="8610">
                  <c:v/>
                </c:pt>
                <c:pt idx="8611">
                  <c:v/>
                </c:pt>
                <c:pt idx="8612">
                  <c:v/>
                </c:pt>
                <c:pt idx="8613">
                  <c:v/>
                </c:pt>
                <c:pt idx="8614">
                  <c:v/>
                </c:pt>
                <c:pt idx="8615">
                  <c:v/>
                </c:pt>
                <c:pt idx="8616">
                  <c:v/>
                </c:pt>
                <c:pt idx="8617">
                  <c:v/>
                </c:pt>
                <c:pt idx="8618">
                  <c:v/>
                </c:pt>
                <c:pt idx="8619">
                  <c:v/>
                </c:pt>
                <c:pt idx="8620">
                  <c:v/>
                </c:pt>
                <c:pt idx="8621">
                  <c:v/>
                </c:pt>
                <c:pt idx="8622">
                  <c:v/>
                </c:pt>
                <c:pt idx="8623">
                  <c:v/>
                </c:pt>
                <c:pt idx="8624">
                  <c:v/>
                </c:pt>
                <c:pt idx="8625">
                  <c:v/>
                </c:pt>
                <c:pt idx="8626">
                  <c:v/>
                </c:pt>
                <c:pt idx="8627">
                  <c:v/>
                </c:pt>
                <c:pt idx="8628">
                  <c:v/>
                </c:pt>
                <c:pt idx="8629">
                  <c:v/>
                </c:pt>
                <c:pt idx="8630">
                  <c:v/>
                </c:pt>
                <c:pt idx="8631">
                  <c:v/>
                </c:pt>
                <c:pt idx="8632">
                  <c:v/>
                </c:pt>
                <c:pt idx="8633">
                  <c:v/>
                </c:pt>
                <c:pt idx="8634">
                  <c:v/>
                </c:pt>
                <c:pt idx="8635">
                  <c:v/>
                </c:pt>
                <c:pt idx="8636">
                  <c:v/>
                </c:pt>
                <c:pt idx="8637">
                  <c:v/>
                </c:pt>
                <c:pt idx="8638">
                  <c:v/>
                </c:pt>
                <c:pt idx="8639">
                  <c:v/>
                </c:pt>
                <c:pt idx="8640">
                  <c:v/>
                </c:pt>
                <c:pt idx="8641">
                  <c:v/>
                </c:pt>
                <c:pt idx="8642">
                  <c:v/>
                </c:pt>
                <c:pt idx="8643">
                  <c:v/>
                </c:pt>
                <c:pt idx="8644">
                  <c:v/>
                </c:pt>
                <c:pt idx="8645">
                  <c:v/>
                </c:pt>
                <c:pt idx="8646">
                  <c:v/>
                </c:pt>
                <c:pt idx="8647">
                  <c:v/>
                </c:pt>
                <c:pt idx="8648">
                  <c:v/>
                </c:pt>
                <c:pt idx="8649">
                  <c:v/>
                </c:pt>
                <c:pt idx="8650">
                  <c:v/>
                </c:pt>
                <c:pt idx="8651">
                  <c:v/>
                </c:pt>
                <c:pt idx="8652">
                  <c:v/>
                </c:pt>
                <c:pt idx="8653">
                  <c:v/>
                </c:pt>
                <c:pt idx="8654">
                  <c:v/>
                </c:pt>
                <c:pt idx="8655">
                  <c:v/>
                </c:pt>
                <c:pt idx="8656">
                  <c:v/>
                </c:pt>
                <c:pt idx="8657">
                  <c:v/>
                </c:pt>
                <c:pt idx="8658">
                  <c:v/>
                </c:pt>
                <c:pt idx="8659">
                  <c:v/>
                </c:pt>
                <c:pt idx="8660">
                  <c:v/>
                </c:pt>
                <c:pt idx="8661">
                  <c:v/>
                </c:pt>
                <c:pt idx="8662">
                  <c:v/>
                </c:pt>
                <c:pt idx="8663">
                  <c:v/>
                </c:pt>
                <c:pt idx="8664">
                  <c:v/>
                </c:pt>
                <c:pt idx="8665">
                  <c:v/>
                </c:pt>
                <c:pt idx="8666">
                  <c:v/>
                </c:pt>
                <c:pt idx="8667">
                  <c:v/>
                </c:pt>
                <c:pt idx="8668">
                  <c:v/>
                </c:pt>
                <c:pt idx="8669">
                  <c:v/>
                </c:pt>
                <c:pt idx="8670">
                  <c:v/>
                </c:pt>
                <c:pt idx="8671">
                  <c:v/>
                </c:pt>
                <c:pt idx="8672">
                  <c:v/>
                </c:pt>
                <c:pt idx="8673">
                  <c:v/>
                </c:pt>
                <c:pt idx="8674">
                  <c:v/>
                </c:pt>
                <c:pt idx="8675">
                  <c:v/>
                </c:pt>
                <c:pt idx="8676">
                  <c:v/>
                </c:pt>
                <c:pt idx="8677">
                  <c:v/>
                </c:pt>
                <c:pt idx="8678">
                  <c:v/>
                </c:pt>
                <c:pt idx="8679">
                  <c:v/>
                </c:pt>
                <c:pt idx="8680">
                  <c:v/>
                </c:pt>
                <c:pt idx="8681">
                  <c:v/>
                </c:pt>
                <c:pt idx="8682">
                  <c:v/>
                </c:pt>
                <c:pt idx="8683">
                  <c:v/>
                </c:pt>
                <c:pt idx="8684">
                  <c:v/>
                </c:pt>
                <c:pt idx="8685">
                  <c:v/>
                </c:pt>
                <c:pt idx="8686">
                  <c:v/>
                </c:pt>
                <c:pt idx="8687">
                  <c:v/>
                </c:pt>
                <c:pt idx="8688">
                  <c:v/>
                </c:pt>
                <c:pt idx="8689">
                  <c:v/>
                </c:pt>
                <c:pt idx="8690">
                  <c:v/>
                </c:pt>
                <c:pt idx="8691">
                  <c:v/>
                </c:pt>
                <c:pt idx="8692">
                  <c:v/>
                </c:pt>
                <c:pt idx="8693">
                  <c:v/>
                </c:pt>
                <c:pt idx="8694">
                  <c:v/>
                </c:pt>
                <c:pt idx="8695">
                  <c:v/>
                </c:pt>
                <c:pt idx="8696">
                  <c:v/>
                </c:pt>
                <c:pt idx="8697">
                  <c:v/>
                </c:pt>
                <c:pt idx="8698">
                  <c:v/>
                </c:pt>
                <c:pt idx="8699">
                  <c:v/>
                </c:pt>
                <c:pt idx="8700">
                  <c:v/>
                </c:pt>
                <c:pt idx="8701">
                  <c:v/>
                </c:pt>
                <c:pt idx="8702">
                  <c:v/>
                </c:pt>
                <c:pt idx="8703">
                  <c:v/>
                </c:pt>
                <c:pt idx="8704">
                  <c:v/>
                </c:pt>
                <c:pt idx="8705">
                  <c:v/>
                </c:pt>
                <c:pt idx="8706">
                  <c:v/>
                </c:pt>
                <c:pt idx="8707">
                  <c:v/>
                </c:pt>
                <c:pt idx="8708">
                  <c:v/>
                </c:pt>
                <c:pt idx="8709">
                  <c:v/>
                </c:pt>
                <c:pt idx="8710">
                  <c:v/>
                </c:pt>
                <c:pt idx="8711">
                  <c:v/>
                </c:pt>
                <c:pt idx="8712">
                  <c:v/>
                </c:pt>
                <c:pt idx="8713">
                  <c:v/>
                </c:pt>
                <c:pt idx="8714">
                  <c:v/>
                </c:pt>
                <c:pt idx="8715">
                  <c:v/>
                </c:pt>
                <c:pt idx="8716">
                  <c:v/>
                </c:pt>
                <c:pt idx="8717">
                  <c:v/>
                </c:pt>
                <c:pt idx="8718">
                  <c:v/>
                </c:pt>
                <c:pt idx="8719">
                  <c:v/>
                </c:pt>
                <c:pt idx="8720">
                  <c:v/>
                </c:pt>
                <c:pt idx="8721">
                  <c:v/>
                </c:pt>
                <c:pt idx="8722">
                  <c:v/>
                </c:pt>
                <c:pt idx="8723">
                  <c:v/>
                </c:pt>
                <c:pt idx="8724">
                  <c:v/>
                </c:pt>
                <c:pt idx="8725">
                  <c:v/>
                </c:pt>
                <c:pt idx="8726">
                  <c:v/>
                </c:pt>
                <c:pt idx="8727">
                  <c:v/>
                </c:pt>
                <c:pt idx="8728">
                  <c:v/>
                </c:pt>
                <c:pt idx="8729">
                  <c:v/>
                </c:pt>
                <c:pt idx="8730">
                  <c:v/>
                </c:pt>
                <c:pt idx="8731">
                  <c:v/>
                </c:pt>
                <c:pt idx="8732">
                  <c:v/>
                </c:pt>
                <c:pt idx="8733">
                  <c:v/>
                </c:pt>
                <c:pt idx="8734">
                  <c:v/>
                </c:pt>
                <c:pt idx="8735">
                  <c:v/>
                </c:pt>
                <c:pt idx="8736">
                  <c:v/>
                </c:pt>
                <c:pt idx="8737">
                  <c:v/>
                </c:pt>
                <c:pt idx="8738">
                  <c:v/>
                </c:pt>
                <c:pt idx="8739">
                  <c:v/>
                </c:pt>
                <c:pt idx="8740">
                  <c:v/>
                </c:pt>
                <c:pt idx="8741">
                  <c:v/>
                </c:pt>
                <c:pt idx="8742">
                  <c:v/>
                </c:pt>
                <c:pt idx="8743">
                  <c:v/>
                </c:pt>
                <c:pt idx="8744">
                  <c:v/>
                </c:pt>
                <c:pt idx="8745">
                  <c:v/>
                </c:pt>
                <c:pt idx="8746">
                  <c:v/>
                </c:pt>
                <c:pt idx="8747">
                  <c:v/>
                </c:pt>
                <c:pt idx="8748">
                  <c:v/>
                </c:pt>
                <c:pt idx="8749">
                  <c:v/>
                </c:pt>
                <c:pt idx="8750">
                  <c:v/>
                </c:pt>
                <c:pt idx="8751">
                  <c:v/>
                </c:pt>
                <c:pt idx="8752">
                  <c:v/>
                </c:pt>
                <c:pt idx="8753">
                  <c:v/>
                </c:pt>
                <c:pt idx="8754">
                  <c:v/>
                </c:pt>
                <c:pt idx="8755">
                  <c:v/>
                </c:pt>
                <c:pt idx="8756">
                  <c:v/>
                </c:pt>
                <c:pt idx="8757">
                  <c:v/>
                </c:pt>
                <c:pt idx="8758">
                  <c:v/>
                </c:pt>
                <c:pt idx="8759">
                  <c:v/>
                </c:pt>
                <c:pt idx="8760">
                  <c:v/>
                </c:pt>
                <c:pt idx="8761">
                  <c:v/>
                </c:pt>
                <c:pt idx="8762">
                  <c:v/>
                </c:pt>
                <c:pt idx="8763">
                  <c:v/>
                </c:pt>
                <c:pt idx="8764">
                  <c:v/>
                </c:pt>
                <c:pt idx="8765">
                  <c:v/>
                </c:pt>
                <c:pt idx="8766">
                  <c:v/>
                </c:pt>
                <c:pt idx="8767">
                  <c:v/>
                </c:pt>
                <c:pt idx="8768">
                  <c:v/>
                </c:pt>
                <c:pt idx="8769">
                  <c:v/>
                </c:pt>
                <c:pt idx="8770">
                  <c:v/>
                </c:pt>
                <c:pt idx="8771">
                  <c:v/>
                </c:pt>
                <c:pt idx="8772">
                  <c:v/>
                </c:pt>
                <c:pt idx="8773">
                  <c:v/>
                </c:pt>
                <c:pt idx="8774">
                  <c:v/>
                </c:pt>
                <c:pt idx="8775">
                  <c:v/>
                </c:pt>
                <c:pt idx="8776">
                  <c:v/>
                </c:pt>
                <c:pt idx="8777">
                  <c:v/>
                </c:pt>
                <c:pt idx="8778">
                  <c:v/>
                </c:pt>
                <c:pt idx="8779">
                  <c:v/>
                </c:pt>
                <c:pt idx="8780">
                  <c:v/>
                </c:pt>
                <c:pt idx="8781">
                  <c:v/>
                </c:pt>
                <c:pt idx="8782">
                  <c:v/>
                </c:pt>
                <c:pt idx="8783">
                  <c:v/>
                </c:pt>
                <c:pt idx="8784">
                  <c:v/>
                </c:pt>
                <c:pt idx="8785">
                  <c:v/>
                </c:pt>
                <c:pt idx="8786">
                  <c:v/>
                </c:pt>
                <c:pt idx="8787">
                  <c:v/>
                </c:pt>
                <c:pt idx="8788">
                  <c:v/>
                </c:pt>
                <c:pt idx="8789">
                  <c:v/>
                </c:pt>
                <c:pt idx="8790">
                  <c:v/>
                </c:pt>
                <c:pt idx="8791">
                  <c:v/>
                </c:pt>
                <c:pt idx="8792">
                  <c:v/>
                </c:pt>
                <c:pt idx="8793">
                  <c:v/>
                </c:pt>
                <c:pt idx="8794">
                  <c:v/>
                </c:pt>
                <c:pt idx="8795">
                  <c:v/>
                </c:pt>
                <c:pt idx="8796">
                  <c:v/>
                </c:pt>
                <c:pt idx="8797">
                  <c:v/>
                </c:pt>
                <c:pt idx="8798">
                  <c:v/>
                </c:pt>
                <c:pt idx="8799">
                  <c:v/>
                </c:pt>
                <c:pt idx="8800">
                  <c:v/>
                </c:pt>
                <c:pt idx="8801">
                  <c:v/>
                </c:pt>
                <c:pt idx="8802">
                  <c:v/>
                </c:pt>
                <c:pt idx="8803">
                  <c:v/>
                </c:pt>
                <c:pt idx="8804">
                  <c:v/>
                </c:pt>
                <c:pt idx="8805">
                  <c:v/>
                </c:pt>
                <c:pt idx="8806">
                  <c:v/>
                </c:pt>
                <c:pt idx="8807">
                  <c:v/>
                </c:pt>
                <c:pt idx="8808">
                  <c:v/>
                </c:pt>
                <c:pt idx="8809">
                  <c:v/>
                </c:pt>
                <c:pt idx="8810">
                  <c:v/>
                </c:pt>
                <c:pt idx="8811">
                  <c:v/>
                </c:pt>
                <c:pt idx="8812">
                  <c:v/>
                </c:pt>
                <c:pt idx="8813">
                  <c:v/>
                </c:pt>
                <c:pt idx="8814">
                  <c:v/>
                </c:pt>
                <c:pt idx="8815">
                  <c:v/>
                </c:pt>
                <c:pt idx="8816">
                  <c:v/>
                </c:pt>
                <c:pt idx="8817">
                  <c:v/>
                </c:pt>
                <c:pt idx="8818">
                  <c:v/>
                </c:pt>
                <c:pt idx="8819">
                  <c:v/>
                </c:pt>
                <c:pt idx="8820">
                  <c:v/>
                </c:pt>
                <c:pt idx="8821">
                  <c:v/>
                </c:pt>
                <c:pt idx="8822">
                  <c:v/>
                </c:pt>
                <c:pt idx="8823">
                  <c:v/>
                </c:pt>
                <c:pt idx="8824">
                  <c:v/>
                </c:pt>
                <c:pt idx="8825">
                  <c:v/>
                </c:pt>
                <c:pt idx="8826">
                  <c:v/>
                </c:pt>
                <c:pt idx="8827">
                  <c:v/>
                </c:pt>
                <c:pt idx="8828">
                  <c:v/>
                </c:pt>
                <c:pt idx="8829">
                  <c:v/>
                </c:pt>
                <c:pt idx="8830">
                  <c:v/>
                </c:pt>
                <c:pt idx="8831">
                  <c:v/>
                </c:pt>
                <c:pt idx="8832">
                  <c:v/>
                </c:pt>
                <c:pt idx="8833">
                  <c:v/>
                </c:pt>
                <c:pt idx="8834">
                  <c:v/>
                </c:pt>
                <c:pt idx="8835">
                  <c:v/>
                </c:pt>
                <c:pt idx="8836">
                  <c:v/>
                </c:pt>
                <c:pt idx="8837">
                  <c:v/>
                </c:pt>
                <c:pt idx="8838">
                  <c:v/>
                </c:pt>
                <c:pt idx="8839">
                  <c:v/>
                </c:pt>
                <c:pt idx="8840">
                  <c:v/>
                </c:pt>
                <c:pt idx="8841">
                  <c:v/>
                </c:pt>
                <c:pt idx="8842">
                  <c:v/>
                </c:pt>
                <c:pt idx="8843">
                  <c:v/>
                </c:pt>
                <c:pt idx="8844">
                  <c:v/>
                </c:pt>
                <c:pt idx="8845">
                  <c:v/>
                </c:pt>
                <c:pt idx="8846">
                  <c:v/>
                </c:pt>
                <c:pt idx="8847">
                  <c:v/>
                </c:pt>
                <c:pt idx="8848">
                  <c:v/>
                </c:pt>
                <c:pt idx="8849">
                  <c:v/>
                </c:pt>
                <c:pt idx="8850">
                  <c:v/>
                </c:pt>
                <c:pt idx="8851">
                  <c:v/>
                </c:pt>
                <c:pt idx="8852">
                  <c:v/>
                </c:pt>
                <c:pt idx="8853">
                  <c:v/>
                </c:pt>
                <c:pt idx="8854">
                  <c:v/>
                </c:pt>
                <c:pt idx="8855">
                  <c:v/>
                </c:pt>
                <c:pt idx="8856">
                  <c:v/>
                </c:pt>
                <c:pt idx="8857">
                  <c:v/>
                </c:pt>
                <c:pt idx="8858">
                  <c:v/>
                </c:pt>
                <c:pt idx="8859">
                  <c:v/>
                </c:pt>
                <c:pt idx="8860">
                  <c:v/>
                </c:pt>
                <c:pt idx="8861">
                  <c:v/>
                </c:pt>
                <c:pt idx="8862">
                  <c:v/>
                </c:pt>
                <c:pt idx="8863">
                  <c:v/>
                </c:pt>
                <c:pt idx="8864">
                  <c:v/>
                </c:pt>
                <c:pt idx="8865">
                  <c:v/>
                </c:pt>
                <c:pt idx="8866">
                  <c:v/>
                </c:pt>
                <c:pt idx="8867">
                  <c:v/>
                </c:pt>
                <c:pt idx="8868">
                  <c:v/>
                </c:pt>
                <c:pt idx="8869">
                  <c:v/>
                </c:pt>
                <c:pt idx="8870">
                  <c:v/>
                </c:pt>
                <c:pt idx="8871">
                  <c:v/>
                </c:pt>
                <c:pt idx="8872">
                  <c:v/>
                </c:pt>
                <c:pt idx="8873">
                  <c:v/>
                </c:pt>
                <c:pt idx="8874">
                  <c:v/>
                </c:pt>
                <c:pt idx="8875">
                  <c:v/>
                </c:pt>
                <c:pt idx="8876">
                  <c:v/>
                </c:pt>
                <c:pt idx="8877">
                  <c:v/>
                </c:pt>
                <c:pt idx="8878">
                  <c:v/>
                </c:pt>
                <c:pt idx="8879">
                  <c:v/>
                </c:pt>
                <c:pt idx="8880">
                  <c:v/>
                </c:pt>
                <c:pt idx="8881">
                  <c:v/>
                </c:pt>
                <c:pt idx="8882">
                  <c:v/>
                </c:pt>
                <c:pt idx="8883">
                  <c:v/>
                </c:pt>
                <c:pt idx="8884">
                  <c:v/>
                </c:pt>
                <c:pt idx="8885">
                  <c:v/>
                </c:pt>
                <c:pt idx="8886">
                  <c:v/>
                </c:pt>
                <c:pt idx="8887">
                  <c:v/>
                </c:pt>
                <c:pt idx="8888">
                  <c:v/>
                </c:pt>
                <c:pt idx="8889">
                  <c:v/>
                </c:pt>
                <c:pt idx="8890">
                  <c:v/>
                </c:pt>
                <c:pt idx="8891">
                  <c:v/>
                </c:pt>
                <c:pt idx="8892">
                  <c:v/>
                </c:pt>
                <c:pt idx="8893">
                  <c:v/>
                </c:pt>
                <c:pt idx="8894">
                  <c:v/>
                </c:pt>
                <c:pt idx="8895">
                  <c:v/>
                </c:pt>
                <c:pt idx="8896">
                  <c:v/>
                </c:pt>
                <c:pt idx="8897">
                  <c:v/>
                </c:pt>
                <c:pt idx="8898">
                  <c:v/>
                </c:pt>
                <c:pt idx="8899">
                  <c:v/>
                </c:pt>
                <c:pt idx="8900">
                  <c:v/>
                </c:pt>
                <c:pt idx="8901">
                  <c:v/>
                </c:pt>
                <c:pt idx="8902">
                  <c:v/>
                </c:pt>
                <c:pt idx="8903">
                  <c:v/>
                </c:pt>
                <c:pt idx="8904">
                  <c:v/>
                </c:pt>
                <c:pt idx="8905">
                  <c:v/>
                </c:pt>
                <c:pt idx="8906">
                  <c:v/>
                </c:pt>
                <c:pt idx="8907">
                  <c:v/>
                </c:pt>
                <c:pt idx="8908">
                  <c:v/>
                </c:pt>
                <c:pt idx="8909">
                  <c:v/>
                </c:pt>
                <c:pt idx="8910">
                  <c:v/>
                </c:pt>
                <c:pt idx="8911">
                  <c:v/>
                </c:pt>
                <c:pt idx="8912">
                  <c:v/>
                </c:pt>
                <c:pt idx="8913">
                  <c:v/>
                </c:pt>
                <c:pt idx="8914">
                  <c:v/>
                </c:pt>
                <c:pt idx="8915">
                  <c:v/>
                </c:pt>
                <c:pt idx="8916">
                  <c:v/>
                </c:pt>
                <c:pt idx="8917">
                  <c:v/>
                </c:pt>
                <c:pt idx="8918">
                  <c:v/>
                </c:pt>
                <c:pt idx="8919">
                  <c:v/>
                </c:pt>
                <c:pt idx="8920">
                  <c:v/>
                </c:pt>
                <c:pt idx="8921">
                  <c:v/>
                </c:pt>
                <c:pt idx="8922">
                  <c:v/>
                </c:pt>
                <c:pt idx="8923">
                  <c:v/>
                </c:pt>
                <c:pt idx="8924">
                  <c:v/>
                </c:pt>
                <c:pt idx="8925">
                  <c:v/>
                </c:pt>
                <c:pt idx="8926">
                  <c:v/>
                </c:pt>
                <c:pt idx="8927">
                  <c:v/>
                </c:pt>
                <c:pt idx="8928">
                  <c:v/>
                </c:pt>
                <c:pt idx="8929">
                  <c:v/>
                </c:pt>
                <c:pt idx="8930">
                  <c:v/>
                </c:pt>
                <c:pt idx="8931">
                  <c:v/>
                </c:pt>
                <c:pt idx="8932">
                  <c:v/>
                </c:pt>
                <c:pt idx="8933">
                  <c:v/>
                </c:pt>
                <c:pt idx="8934">
                  <c:v/>
                </c:pt>
                <c:pt idx="8935">
                  <c:v/>
                </c:pt>
                <c:pt idx="8936">
                  <c:v/>
                </c:pt>
                <c:pt idx="8937">
                  <c:v/>
                </c:pt>
                <c:pt idx="8938">
                  <c:v/>
                </c:pt>
                <c:pt idx="8939">
                  <c:v/>
                </c:pt>
                <c:pt idx="8940">
                  <c:v/>
                </c:pt>
                <c:pt idx="8941">
                  <c:v/>
                </c:pt>
                <c:pt idx="8942">
                  <c:v/>
                </c:pt>
                <c:pt idx="8943">
                  <c:v/>
                </c:pt>
                <c:pt idx="8944">
                  <c:v/>
                </c:pt>
                <c:pt idx="8945">
                  <c:v/>
                </c:pt>
                <c:pt idx="8946">
                  <c:v/>
                </c:pt>
                <c:pt idx="8947">
                  <c:v/>
                </c:pt>
                <c:pt idx="8948">
                  <c:v/>
                </c:pt>
                <c:pt idx="8949">
                  <c:v/>
                </c:pt>
                <c:pt idx="8950">
                  <c:v/>
                </c:pt>
                <c:pt idx="8951">
                  <c:v/>
                </c:pt>
                <c:pt idx="8952">
                  <c:v/>
                </c:pt>
                <c:pt idx="8953">
                  <c:v/>
                </c:pt>
                <c:pt idx="8954">
                  <c:v/>
                </c:pt>
                <c:pt idx="8955">
                  <c:v/>
                </c:pt>
                <c:pt idx="8956">
                  <c:v/>
                </c:pt>
                <c:pt idx="8957">
                  <c:v/>
                </c:pt>
                <c:pt idx="8958">
                  <c:v/>
                </c:pt>
                <c:pt idx="8959">
                  <c:v/>
                </c:pt>
                <c:pt idx="8960">
                  <c:v/>
                </c:pt>
                <c:pt idx="8961">
                  <c:v/>
                </c:pt>
                <c:pt idx="8962">
                  <c:v/>
                </c:pt>
                <c:pt idx="8963">
                  <c:v/>
                </c:pt>
                <c:pt idx="8964">
                  <c:v/>
                </c:pt>
                <c:pt idx="8965">
                  <c:v/>
                </c:pt>
                <c:pt idx="8966">
                  <c:v/>
                </c:pt>
                <c:pt idx="8967">
                  <c:v/>
                </c:pt>
                <c:pt idx="8968">
                  <c:v/>
                </c:pt>
                <c:pt idx="8969">
                  <c:v/>
                </c:pt>
                <c:pt idx="8970">
                  <c:v/>
                </c:pt>
                <c:pt idx="8971">
                  <c:v/>
                </c:pt>
                <c:pt idx="8972">
                  <c:v/>
                </c:pt>
                <c:pt idx="8973">
                  <c:v/>
                </c:pt>
                <c:pt idx="8974">
                  <c:v/>
                </c:pt>
                <c:pt idx="8975">
                  <c:v/>
                </c:pt>
                <c:pt idx="8976">
                  <c:v/>
                </c:pt>
                <c:pt idx="8977">
                  <c:v/>
                </c:pt>
                <c:pt idx="8978">
                  <c:v/>
                </c:pt>
                <c:pt idx="8979">
                  <c:v/>
                </c:pt>
                <c:pt idx="8980">
                  <c:v/>
                </c:pt>
                <c:pt idx="8981">
                  <c:v/>
                </c:pt>
                <c:pt idx="8982">
                  <c:v/>
                </c:pt>
                <c:pt idx="8983">
                  <c:v/>
                </c:pt>
                <c:pt idx="8984">
                  <c:v/>
                </c:pt>
                <c:pt idx="8985">
                  <c:v/>
                </c:pt>
                <c:pt idx="8986">
                  <c:v/>
                </c:pt>
                <c:pt idx="8987">
                  <c:v/>
                </c:pt>
                <c:pt idx="8988">
                  <c:v/>
                </c:pt>
                <c:pt idx="8989">
                  <c:v/>
                </c:pt>
                <c:pt idx="8990">
                  <c:v/>
                </c:pt>
                <c:pt idx="8991">
                  <c:v/>
                </c:pt>
                <c:pt idx="8992">
                  <c:v/>
                </c:pt>
                <c:pt idx="8993">
                  <c:v/>
                </c:pt>
                <c:pt idx="8994">
                  <c:v/>
                </c:pt>
                <c:pt idx="8995">
                  <c:v/>
                </c:pt>
                <c:pt idx="8996">
                  <c:v/>
                </c:pt>
                <c:pt idx="8997">
                  <c:v/>
                </c:pt>
                <c:pt idx="8998">
                  <c:v/>
                </c:pt>
                <c:pt idx="8999">
                  <c:v/>
                </c:pt>
                <c:pt idx="9000">
                  <c:v/>
                </c:pt>
                <c:pt idx="9001">
                  <c:v/>
                </c:pt>
                <c:pt idx="9002">
                  <c:v/>
                </c:pt>
                <c:pt idx="9003">
                  <c:v/>
                </c:pt>
                <c:pt idx="9004">
                  <c:v/>
                </c:pt>
                <c:pt idx="9005">
                  <c:v/>
                </c:pt>
                <c:pt idx="9006">
                  <c:v/>
                </c:pt>
                <c:pt idx="9007">
                  <c:v/>
                </c:pt>
                <c:pt idx="9008">
                  <c:v/>
                </c:pt>
                <c:pt idx="9009">
                  <c:v/>
                </c:pt>
                <c:pt idx="9010">
                  <c:v/>
                </c:pt>
                <c:pt idx="9011">
                  <c:v/>
                </c:pt>
                <c:pt idx="9012">
                  <c:v/>
                </c:pt>
                <c:pt idx="9013">
                  <c:v/>
                </c:pt>
                <c:pt idx="9014">
                  <c:v/>
                </c:pt>
                <c:pt idx="9015">
                  <c:v/>
                </c:pt>
                <c:pt idx="9016">
                  <c:v/>
                </c:pt>
                <c:pt idx="9017">
                  <c:v/>
                </c:pt>
                <c:pt idx="9018">
                  <c:v/>
                </c:pt>
                <c:pt idx="9019">
                  <c:v/>
                </c:pt>
                <c:pt idx="9020">
                  <c:v/>
                </c:pt>
                <c:pt idx="9021">
                  <c:v/>
                </c:pt>
                <c:pt idx="9022">
                  <c:v/>
                </c:pt>
                <c:pt idx="9023">
                  <c:v/>
                </c:pt>
                <c:pt idx="9024">
                  <c:v/>
                </c:pt>
                <c:pt idx="9025">
                  <c:v/>
                </c:pt>
                <c:pt idx="9026">
                  <c:v/>
                </c:pt>
                <c:pt idx="9027">
                  <c:v/>
                </c:pt>
                <c:pt idx="9028">
                  <c:v/>
                </c:pt>
                <c:pt idx="9029">
                  <c:v/>
                </c:pt>
                <c:pt idx="9030">
                  <c:v/>
                </c:pt>
                <c:pt idx="9031">
                  <c:v/>
                </c:pt>
                <c:pt idx="9032">
                  <c:v/>
                </c:pt>
                <c:pt idx="9033">
                  <c:v/>
                </c:pt>
                <c:pt idx="9034">
                  <c:v/>
                </c:pt>
                <c:pt idx="9035">
                  <c:v/>
                </c:pt>
                <c:pt idx="9036">
                  <c:v/>
                </c:pt>
                <c:pt idx="9037">
                  <c:v/>
                </c:pt>
                <c:pt idx="9038">
                  <c:v/>
                </c:pt>
                <c:pt idx="9039">
                  <c:v/>
                </c:pt>
                <c:pt idx="9040">
                  <c:v/>
                </c:pt>
                <c:pt idx="9041">
                  <c:v/>
                </c:pt>
                <c:pt idx="9042">
                  <c:v/>
                </c:pt>
                <c:pt idx="9043">
                  <c:v/>
                </c:pt>
                <c:pt idx="9044">
                  <c:v/>
                </c:pt>
                <c:pt idx="9045">
                  <c:v/>
                </c:pt>
                <c:pt idx="9046">
                  <c:v/>
                </c:pt>
                <c:pt idx="9047">
                  <c:v/>
                </c:pt>
                <c:pt idx="9048">
                  <c:v/>
                </c:pt>
                <c:pt idx="9049">
                  <c:v/>
                </c:pt>
                <c:pt idx="9050">
                  <c:v/>
                </c:pt>
                <c:pt idx="9051">
                  <c:v/>
                </c:pt>
                <c:pt idx="9052">
                  <c:v/>
                </c:pt>
                <c:pt idx="9053">
                  <c:v/>
                </c:pt>
                <c:pt idx="9054">
                  <c:v/>
                </c:pt>
                <c:pt idx="9055">
                  <c:v/>
                </c:pt>
                <c:pt idx="9056">
                  <c:v/>
                </c:pt>
                <c:pt idx="9057">
                  <c:v/>
                </c:pt>
                <c:pt idx="9058">
                  <c:v/>
                </c:pt>
                <c:pt idx="9059">
                  <c:v/>
                </c:pt>
                <c:pt idx="9060">
                  <c:v/>
                </c:pt>
                <c:pt idx="9061">
                  <c:v/>
                </c:pt>
                <c:pt idx="9062">
                  <c:v/>
                </c:pt>
                <c:pt idx="9063">
                  <c:v/>
                </c:pt>
                <c:pt idx="9064">
                  <c:v/>
                </c:pt>
                <c:pt idx="9065">
                  <c:v/>
                </c:pt>
                <c:pt idx="9066">
                  <c:v/>
                </c:pt>
                <c:pt idx="9067">
                  <c:v/>
                </c:pt>
                <c:pt idx="9068">
                  <c:v/>
                </c:pt>
                <c:pt idx="9069">
                  <c:v/>
                </c:pt>
                <c:pt idx="9070">
                  <c:v/>
                </c:pt>
                <c:pt idx="9071">
                  <c:v/>
                </c:pt>
                <c:pt idx="9072">
                  <c:v/>
                </c:pt>
                <c:pt idx="9073">
                  <c:v/>
                </c:pt>
                <c:pt idx="9074">
                  <c:v/>
                </c:pt>
                <c:pt idx="9075">
                  <c:v/>
                </c:pt>
                <c:pt idx="9076">
                  <c:v/>
                </c:pt>
                <c:pt idx="9077">
                  <c:v/>
                </c:pt>
                <c:pt idx="9078">
                  <c:v/>
                </c:pt>
                <c:pt idx="9079">
                  <c:v/>
                </c:pt>
                <c:pt idx="9080">
                  <c:v/>
                </c:pt>
                <c:pt idx="9081">
                  <c:v/>
                </c:pt>
                <c:pt idx="9082">
                  <c:v/>
                </c:pt>
                <c:pt idx="9083">
                  <c:v/>
                </c:pt>
                <c:pt idx="9084">
                  <c:v/>
                </c:pt>
                <c:pt idx="9085">
                  <c:v/>
                </c:pt>
                <c:pt idx="9086">
                  <c:v/>
                </c:pt>
                <c:pt idx="9087">
                  <c:v/>
                </c:pt>
                <c:pt idx="9088">
                  <c:v/>
                </c:pt>
                <c:pt idx="9089">
                  <c:v/>
                </c:pt>
                <c:pt idx="9090">
                  <c:v/>
                </c:pt>
                <c:pt idx="9091">
                  <c:v/>
                </c:pt>
                <c:pt idx="9092">
                  <c:v/>
                </c:pt>
                <c:pt idx="9093">
                  <c:v/>
                </c:pt>
                <c:pt idx="9094">
                  <c:v/>
                </c:pt>
                <c:pt idx="9095">
                  <c:v/>
                </c:pt>
                <c:pt idx="9096">
                  <c:v/>
                </c:pt>
                <c:pt idx="9097">
                  <c:v/>
                </c:pt>
                <c:pt idx="9098">
                  <c:v/>
                </c:pt>
                <c:pt idx="9099">
                  <c:v/>
                </c:pt>
                <c:pt idx="9100">
                  <c:v/>
                </c:pt>
                <c:pt idx="9101">
                  <c:v/>
                </c:pt>
                <c:pt idx="9102">
                  <c:v/>
                </c:pt>
                <c:pt idx="9103">
                  <c:v/>
                </c:pt>
                <c:pt idx="9104">
                  <c:v/>
                </c:pt>
                <c:pt idx="9105">
                  <c:v/>
                </c:pt>
                <c:pt idx="9106">
                  <c:v/>
                </c:pt>
                <c:pt idx="9107">
                  <c:v/>
                </c:pt>
                <c:pt idx="9108">
                  <c:v/>
                </c:pt>
                <c:pt idx="9109">
                  <c:v/>
                </c:pt>
                <c:pt idx="9110">
                  <c:v/>
                </c:pt>
                <c:pt idx="9111">
                  <c:v/>
                </c:pt>
                <c:pt idx="9112">
                  <c:v/>
                </c:pt>
                <c:pt idx="9113">
                  <c:v/>
                </c:pt>
                <c:pt idx="9114">
                  <c:v/>
                </c:pt>
                <c:pt idx="9115">
                  <c:v/>
                </c:pt>
                <c:pt idx="9116">
                  <c:v/>
                </c:pt>
                <c:pt idx="9117">
                  <c:v/>
                </c:pt>
                <c:pt idx="9118">
                  <c:v/>
                </c:pt>
                <c:pt idx="9119">
                  <c:v/>
                </c:pt>
                <c:pt idx="9120">
                  <c:v/>
                </c:pt>
                <c:pt idx="9121">
                  <c:v/>
                </c:pt>
                <c:pt idx="9122">
                  <c:v/>
                </c:pt>
                <c:pt idx="9123">
                  <c:v/>
                </c:pt>
                <c:pt idx="9124">
                  <c:v/>
                </c:pt>
                <c:pt idx="9125">
                  <c:v/>
                </c:pt>
                <c:pt idx="9126">
                  <c:v/>
                </c:pt>
                <c:pt idx="9127">
                  <c:v/>
                </c:pt>
                <c:pt idx="9128">
                  <c:v/>
                </c:pt>
                <c:pt idx="9129">
                  <c:v/>
                </c:pt>
                <c:pt idx="9130">
                  <c:v/>
                </c:pt>
                <c:pt idx="9131">
                  <c:v/>
                </c:pt>
                <c:pt idx="9132">
                  <c:v/>
                </c:pt>
                <c:pt idx="9133">
                  <c:v/>
                </c:pt>
                <c:pt idx="9134">
                  <c:v/>
                </c:pt>
                <c:pt idx="9135">
                  <c:v/>
                </c:pt>
                <c:pt idx="9136">
                  <c:v/>
                </c:pt>
                <c:pt idx="9137">
                  <c:v/>
                </c:pt>
                <c:pt idx="9138">
                  <c:v/>
                </c:pt>
                <c:pt idx="9139">
                  <c:v/>
                </c:pt>
                <c:pt idx="9140">
                  <c:v/>
                </c:pt>
                <c:pt idx="9141">
                  <c:v/>
                </c:pt>
                <c:pt idx="9142">
                  <c:v/>
                </c:pt>
                <c:pt idx="9143">
                  <c:v/>
                </c:pt>
                <c:pt idx="9144">
                  <c:v/>
                </c:pt>
                <c:pt idx="9145">
                  <c:v/>
                </c:pt>
                <c:pt idx="9146">
                  <c:v/>
                </c:pt>
                <c:pt idx="9147">
                  <c:v/>
                </c:pt>
                <c:pt idx="9148">
                  <c:v/>
                </c:pt>
                <c:pt idx="9149">
                  <c:v/>
                </c:pt>
                <c:pt idx="9150">
                  <c:v/>
                </c:pt>
                <c:pt idx="9151">
                  <c:v/>
                </c:pt>
                <c:pt idx="9152">
                  <c:v/>
                </c:pt>
                <c:pt idx="9153">
                  <c:v/>
                </c:pt>
                <c:pt idx="9154">
                  <c:v/>
                </c:pt>
                <c:pt idx="9155">
                  <c:v/>
                </c:pt>
                <c:pt idx="9156">
                  <c:v/>
                </c:pt>
                <c:pt idx="9157">
                  <c:v/>
                </c:pt>
                <c:pt idx="9158">
                  <c:v/>
                </c:pt>
                <c:pt idx="9159">
                  <c:v/>
                </c:pt>
                <c:pt idx="9160">
                  <c:v/>
                </c:pt>
                <c:pt idx="9161">
                  <c:v/>
                </c:pt>
                <c:pt idx="9162">
                  <c:v/>
                </c:pt>
                <c:pt idx="9163">
                  <c:v/>
                </c:pt>
                <c:pt idx="9164">
                  <c:v/>
                </c:pt>
                <c:pt idx="9165">
                  <c:v/>
                </c:pt>
                <c:pt idx="9166">
                  <c:v/>
                </c:pt>
                <c:pt idx="9167">
                  <c:v/>
                </c:pt>
                <c:pt idx="9168">
                  <c:v/>
                </c:pt>
                <c:pt idx="9169">
                  <c:v/>
                </c:pt>
                <c:pt idx="9170">
                  <c:v/>
                </c:pt>
                <c:pt idx="9171">
                  <c:v/>
                </c:pt>
                <c:pt idx="9172">
                  <c:v/>
                </c:pt>
                <c:pt idx="9173">
                  <c:v/>
                </c:pt>
                <c:pt idx="9174">
                  <c:v/>
                </c:pt>
                <c:pt idx="9175">
                  <c:v/>
                </c:pt>
                <c:pt idx="9176">
                  <c:v/>
                </c:pt>
                <c:pt idx="9177">
                  <c:v/>
                </c:pt>
                <c:pt idx="9178">
                  <c:v/>
                </c:pt>
                <c:pt idx="9179">
                  <c:v/>
                </c:pt>
                <c:pt idx="9180">
                  <c:v/>
                </c:pt>
                <c:pt idx="9181">
                  <c:v/>
                </c:pt>
                <c:pt idx="9182">
                  <c:v/>
                </c:pt>
                <c:pt idx="9183">
                  <c:v/>
                </c:pt>
                <c:pt idx="9184">
                  <c:v/>
                </c:pt>
                <c:pt idx="9185">
                  <c:v/>
                </c:pt>
                <c:pt idx="9186">
                  <c:v/>
                </c:pt>
                <c:pt idx="9187">
                  <c:v/>
                </c:pt>
                <c:pt idx="9188">
                  <c:v/>
                </c:pt>
                <c:pt idx="9189">
                  <c:v/>
                </c:pt>
                <c:pt idx="9190">
                  <c:v/>
                </c:pt>
                <c:pt idx="9191">
                  <c:v/>
                </c:pt>
                <c:pt idx="9192">
                  <c:v/>
                </c:pt>
                <c:pt idx="9193">
                  <c:v/>
                </c:pt>
                <c:pt idx="9194">
                  <c:v/>
                </c:pt>
                <c:pt idx="9195">
                  <c:v/>
                </c:pt>
                <c:pt idx="9196">
                  <c:v/>
                </c:pt>
                <c:pt idx="9197">
                  <c:v/>
                </c:pt>
                <c:pt idx="9198">
                  <c:v/>
                </c:pt>
                <c:pt idx="9199">
                  <c:v/>
                </c:pt>
                <c:pt idx="9200">
                  <c:v/>
                </c:pt>
                <c:pt idx="9201">
                  <c:v/>
                </c:pt>
                <c:pt idx="9202">
                  <c:v/>
                </c:pt>
                <c:pt idx="9203">
                  <c:v/>
                </c:pt>
                <c:pt idx="9204">
                  <c:v/>
                </c:pt>
                <c:pt idx="9205">
                  <c:v/>
                </c:pt>
                <c:pt idx="9206">
                  <c:v/>
                </c:pt>
                <c:pt idx="9207">
                  <c:v/>
                </c:pt>
                <c:pt idx="9208">
                  <c:v/>
                </c:pt>
                <c:pt idx="9209">
                  <c:v/>
                </c:pt>
                <c:pt idx="9210">
                  <c:v/>
                </c:pt>
                <c:pt idx="9211">
                  <c:v/>
                </c:pt>
                <c:pt idx="9212">
                  <c:v/>
                </c:pt>
                <c:pt idx="9213">
                  <c:v/>
                </c:pt>
                <c:pt idx="9214">
                  <c:v/>
                </c:pt>
                <c:pt idx="9215">
                  <c:v/>
                </c:pt>
                <c:pt idx="9216">
                  <c:v/>
                </c:pt>
                <c:pt idx="9217">
                  <c:v/>
                </c:pt>
                <c:pt idx="9218">
                  <c:v/>
                </c:pt>
                <c:pt idx="9219">
                  <c:v/>
                </c:pt>
                <c:pt idx="9220">
                  <c:v/>
                </c:pt>
                <c:pt idx="9221">
                  <c:v/>
                </c:pt>
                <c:pt idx="9222">
                  <c:v/>
                </c:pt>
                <c:pt idx="9223">
                  <c:v/>
                </c:pt>
                <c:pt idx="9224">
                  <c:v/>
                </c:pt>
                <c:pt idx="9225">
                  <c:v/>
                </c:pt>
                <c:pt idx="9226">
                  <c:v/>
                </c:pt>
                <c:pt idx="9227">
                  <c:v/>
                </c:pt>
                <c:pt idx="9228">
                  <c:v/>
                </c:pt>
                <c:pt idx="9229">
                  <c:v/>
                </c:pt>
                <c:pt idx="9230">
                  <c:v/>
                </c:pt>
                <c:pt idx="9231">
                  <c:v/>
                </c:pt>
                <c:pt idx="9232">
                  <c:v/>
                </c:pt>
                <c:pt idx="9233">
                  <c:v/>
                </c:pt>
                <c:pt idx="9234">
                  <c:v/>
                </c:pt>
                <c:pt idx="9235">
                  <c:v/>
                </c:pt>
                <c:pt idx="9236">
                  <c:v/>
                </c:pt>
                <c:pt idx="9237">
                  <c:v/>
                </c:pt>
                <c:pt idx="9238">
                  <c:v/>
                </c:pt>
                <c:pt idx="9239">
                  <c:v/>
                </c:pt>
                <c:pt idx="9240">
                  <c:v/>
                </c:pt>
                <c:pt idx="9241">
                  <c:v/>
                </c:pt>
                <c:pt idx="9242">
                  <c:v/>
                </c:pt>
                <c:pt idx="9243">
                  <c:v/>
                </c:pt>
                <c:pt idx="9244">
                  <c:v/>
                </c:pt>
                <c:pt idx="9245">
                  <c:v/>
                </c:pt>
                <c:pt idx="9246">
                  <c:v/>
                </c:pt>
                <c:pt idx="9247">
                  <c:v/>
                </c:pt>
                <c:pt idx="9248">
                  <c:v/>
                </c:pt>
                <c:pt idx="9249">
                  <c:v/>
                </c:pt>
                <c:pt idx="9250">
                  <c:v/>
                </c:pt>
                <c:pt idx="9251">
                  <c:v/>
                </c:pt>
                <c:pt idx="9252">
                  <c:v/>
                </c:pt>
                <c:pt idx="9253">
                  <c:v/>
                </c:pt>
                <c:pt idx="9254">
                  <c:v/>
                </c:pt>
                <c:pt idx="9255">
                  <c:v/>
                </c:pt>
                <c:pt idx="9256">
                  <c:v/>
                </c:pt>
                <c:pt idx="9257">
                  <c:v/>
                </c:pt>
                <c:pt idx="9258">
                  <c:v/>
                </c:pt>
                <c:pt idx="9259">
                  <c:v/>
                </c:pt>
                <c:pt idx="9260">
                  <c:v/>
                </c:pt>
                <c:pt idx="9261">
                  <c:v/>
                </c:pt>
                <c:pt idx="9262">
                  <c:v/>
                </c:pt>
                <c:pt idx="9263">
                  <c:v/>
                </c:pt>
                <c:pt idx="9264">
                  <c:v/>
                </c:pt>
                <c:pt idx="9265">
                  <c:v/>
                </c:pt>
                <c:pt idx="9266">
                  <c:v/>
                </c:pt>
                <c:pt idx="9267">
                  <c:v/>
                </c:pt>
                <c:pt idx="9268">
                  <c:v/>
                </c:pt>
                <c:pt idx="9269">
                  <c:v/>
                </c:pt>
                <c:pt idx="9270">
                  <c:v/>
                </c:pt>
                <c:pt idx="9271">
                  <c:v/>
                </c:pt>
                <c:pt idx="9272">
                  <c:v/>
                </c:pt>
                <c:pt idx="9273">
                  <c:v/>
                </c:pt>
                <c:pt idx="9274">
                  <c:v/>
                </c:pt>
                <c:pt idx="9275">
                  <c:v/>
                </c:pt>
                <c:pt idx="9276">
                  <c:v/>
                </c:pt>
                <c:pt idx="9277">
                  <c:v/>
                </c:pt>
                <c:pt idx="9278">
                  <c:v/>
                </c:pt>
                <c:pt idx="9279">
                  <c:v/>
                </c:pt>
                <c:pt idx="9280">
                  <c:v/>
                </c:pt>
                <c:pt idx="9281">
                  <c:v/>
                </c:pt>
                <c:pt idx="9282">
                  <c:v/>
                </c:pt>
                <c:pt idx="9283">
                  <c:v/>
                </c:pt>
                <c:pt idx="9284">
                  <c:v/>
                </c:pt>
                <c:pt idx="9285">
                  <c:v/>
                </c:pt>
                <c:pt idx="9286">
                  <c:v/>
                </c:pt>
                <c:pt idx="9287">
                  <c:v/>
                </c:pt>
                <c:pt idx="9288">
                  <c:v/>
                </c:pt>
                <c:pt idx="9289">
                  <c:v/>
                </c:pt>
                <c:pt idx="9290">
                  <c:v/>
                </c:pt>
                <c:pt idx="9291">
                  <c:v/>
                </c:pt>
                <c:pt idx="9292">
                  <c:v/>
                </c:pt>
                <c:pt idx="9293">
                  <c:v/>
                </c:pt>
                <c:pt idx="9294">
                  <c:v/>
                </c:pt>
                <c:pt idx="9295">
                  <c:v/>
                </c:pt>
                <c:pt idx="9296">
                  <c:v/>
                </c:pt>
                <c:pt idx="9297">
                  <c:v/>
                </c:pt>
                <c:pt idx="9298">
                  <c:v/>
                </c:pt>
                <c:pt idx="9299">
                  <c:v/>
                </c:pt>
                <c:pt idx="9300">
                  <c:v/>
                </c:pt>
                <c:pt idx="9301">
                  <c:v/>
                </c:pt>
                <c:pt idx="9302">
                  <c:v/>
                </c:pt>
                <c:pt idx="9303">
                  <c:v/>
                </c:pt>
                <c:pt idx="9304">
                  <c:v/>
                </c:pt>
                <c:pt idx="9305">
                  <c:v/>
                </c:pt>
                <c:pt idx="9306">
                  <c:v/>
                </c:pt>
                <c:pt idx="9307">
                  <c:v/>
                </c:pt>
                <c:pt idx="9308">
                  <c:v/>
                </c:pt>
                <c:pt idx="9309">
                  <c:v/>
                </c:pt>
                <c:pt idx="9310">
                  <c:v/>
                </c:pt>
                <c:pt idx="9311">
                  <c:v/>
                </c:pt>
                <c:pt idx="9312">
                  <c:v/>
                </c:pt>
                <c:pt idx="9313">
                  <c:v/>
                </c:pt>
                <c:pt idx="9314">
                  <c:v/>
                </c:pt>
                <c:pt idx="9315">
                  <c:v/>
                </c:pt>
                <c:pt idx="9316">
                  <c:v/>
                </c:pt>
                <c:pt idx="9317">
                  <c:v/>
                </c:pt>
                <c:pt idx="9318">
                  <c:v/>
                </c:pt>
                <c:pt idx="9319">
                  <c:v/>
                </c:pt>
                <c:pt idx="9320">
                  <c:v/>
                </c:pt>
                <c:pt idx="9321">
                  <c:v/>
                </c:pt>
                <c:pt idx="9322">
                  <c:v/>
                </c:pt>
                <c:pt idx="9323">
                  <c:v/>
                </c:pt>
                <c:pt idx="9324">
                  <c:v/>
                </c:pt>
                <c:pt idx="9325">
                  <c:v/>
                </c:pt>
                <c:pt idx="9326">
                  <c:v/>
                </c:pt>
                <c:pt idx="9327">
                  <c:v/>
                </c:pt>
                <c:pt idx="9328">
                  <c:v/>
                </c:pt>
                <c:pt idx="9329">
                  <c:v/>
                </c:pt>
                <c:pt idx="9330">
                  <c:v/>
                </c:pt>
                <c:pt idx="9331">
                  <c:v/>
                </c:pt>
                <c:pt idx="9332">
                  <c:v/>
                </c:pt>
                <c:pt idx="9333">
                  <c:v/>
                </c:pt>
                <c:pt idx="9334">
                  <c:v/>
                </c:pt>
                <c:pt idx="9335">
                  <c:v/>
                </c:pt>
                <c:pt idx="9336">
                  <c:v/>
                </c:pt>
                <c:pt idx="9337">
                  <c:v/>
                </c:pt>
                <c:pt idx="9338">
                  <c:v/>
                </c:pt>
                <c:pt idx="9339">
                  <c:v/>
                </c:pt>
                <c:pt idx="9340">
                  <c:v/>
                </c:pt>
                <c:pt idx="9341">
                  <c:v/>
                </c:pt>
                <c:pt idx="9342">
                  <c:v/>
                </c:pt>
                <c:pt idx="9343">
                  <c:v/>
                </c:pt>
                <c:pt idx="9344">
                  <c:v/>
                </c:pt>
                <c:pt idx="9345">
                  <c:v/>
                </c:pt>
                <c:pt idx="9346">
                  <c:v/>
                </c:pt>
                <c:pt idx="9347">
                  <c:v/>
                </c:pt>
                <c:pt idx="9348">
                  <c:v/>
                </c:pt>
                <c:pt idx="9349">
                  <c:v/>
                </c:pt>
                <c:pt idx="9350">
                  <c:v/>
                </c:pt>
                <c:pt idx="9351">
                  <c:v/>
                </c:pt>
                <c:pt idx="9352">
                  <c:v/>
                </c:pt>
                <c:pt idx="9353">
                  <c:v/>
                </c:pt>
                <c:pt idx="9354">
                  <c:v/>
                </c:pt>
                <c:pt idx="9355">
                  <c:v/>
                </c:pt>
                <c:pt idx="9356">
                  <c:v/>
                </c:pt>
                <c:pt idx="9357">
                  <c:v/>
                </c:pt>
                <c:pt idx="9358">
                  <c:v/>
                </c:pt>
                <c:pt idx="9359">
                  <c:v/>
                </c:pt>
                <c:pt idx="9360">
                  <c:v/>
                </c:pt>
                <c:pt idx="9361">
                  <c:v/>
                </c:pt>
                <c:pt idx="9362">
                  <c:v/>
                </c:pt>
                <c:pt idx="9363">
                  <c:v/>
                </c:pt>
                <c:pt idx="9364">
                  <c:v/>
                </c:pt>
                <c:pt idx="9365">
                  <c:v/>
                </c:pt>
                <c:pt idx="9366">
                  <c:v/>
                </c:pt>
                <c:pt idx="9367">
                  <c:v/>
                </c:pt>
                <c:pt idx="9368">
                  <c:v/>
                </c:pt>
                <c:pt idx="9369">
                  <c:v/>
                </c:pt>
                <c:pt idx="9370">
                  <c:v/>
                </c:pt>
                <c:pt idx="9371">
                  <c:v/>
                </c:pt>
                <c:pt idx="9372">
                  <c:v/>
                </c:pt>
                <c:pt idx="9373">
                  <c:v/>
                </c:pt>
                <c:pt idx="9374">
                  <c:v/>
                </c:pt>
                <c:pt idx="9375">
                  <c:v/>
                </c:pt>
                <c:pt idx="9376">
                  <c:v/>
                </c:pt>
                <c:pt idx="9377">
                  <c:v/>
                </c:pt>
                <c:pt idx="9378">
                  <c:v/>
                </c:pt>
                <c:pt idx="9379">
                  <c:v/>
                </c:pt>
                <c:pt idx="9380">
                  <c:v/>
                </c:pt>
                <c:pt idx="9381">
                  <c:v/>
                </c:pt>
                <c:pt idx="9382">
                  <c:v/>
                </c:pt>
                <c:pt idx="9383">
                  <c:v/>
                </c:pt>
                <c:pt idx="9384">
                  <c:v/>
                </c:pt>
                <c:pt idx="9385">
                  <c:v/>
                </c:pt>
                <c:pt idx="9386">
                  <c:v/>
                </c:pt>
                <c:pt idx="9387">
                  <c:v/>
                </c:pt>
                <c:pt idx="9388">
                  <c:v/>
                </c:pt>
                <c:pt idx="9389">
                  <c:v/>
                </c:pt>
                <c:pt idx="9390">
                  <c:v/>
                </c:pt>
                <c:pt idx="9391">
                  <c:v/>
                </c:pt>
                <c:pt idx="9392">
                  <c:v/>
                </c:pt>
                <c:pt idx="9393">
                  <c:v/>
                </c:pt>
                <c:pt idx="9394">
                  <c:v/>
                </c:pt>
                <c:pt idx="9395">
                  <c:v/>
                </c:pt>
                <c:pt idx="9396">
                  <c:v/>
                </c:pt>
                <c:pt idx="9397">
                  <c:v/>
                </c:pt>
                <c:pt idx="9398">
                  <c:v/>
                </c:pt>
                <c:pt idx="9399">
                  <c:v/>
                </c:pt>
                <c:pt idx="9400">
                  <c:v/>
                </c:pt>
                <c:pt idx="9401">
                  <c:v/>
                </c:pt>
                <c:pt idx="9402">
                  <c:v/>
                </c:pt>
                <c:pt idx="9403">
                  <c:v/>
                </c:pt>
                <c:pt idx="9404">
                  <c:v/>
                </c:pt>
                <c:pt idx="9405">
                  <c:v/>
                </c:pt>
                <c:pt idx="9406">
                  <c:v/>
                </c:pt>
                <c:pt idx="9407">
                  <c:v/>
                </c:pt>
                <c:pt idx="9408">
                  <c:v/>
                </c:pt>
                <c:pt idx="9409">
                  <c:v/>
                </c:pt>
                <c:pt idx="9410">
                  <c:v/>
                </c:pt>
                <c:pt idx="9411">
                  <c:v/>
                </c:pt>
                <c:pt idx="9412">
                  <c:v/>
                </c:pt>
                <c:pt idx="9413">
                  <c:v/>
                </c:pt>
                <c:pt idx="9414">
                  <c:v/>
                </c:pt>
                <c:pt idx="9415">
                  <c:v/>
                </c:pt>
                <c:pt idx="9416">
                  <c:v/>
                </c:pt>
                <c:pt idx="9417">
                  <c:v/>
                </c:pt>
                <c:pt idx="9418">
                  <c:v/>
                </c:pt>
                <c:pt idx="9419">
                  <c:v/>
                </c:pt>
                <c:pt idx="9420">
                  <c:v/>
                </c:pt>
                <c:pt idx="9421">
                  <c:v/>
                </c:pt>
                <c:pt idx="9422">
                  <c:v/>
                </c:pt>
                <c:pt idx="9423">
                  <c:v/>
                </c:pt>
                <c:pt idx="9424">
                  <c:v/>
                </c:pt>
                <c:pt idx="9425">
                  <c:v/>
                </c:pt>
                <c:pt idx="9426">
                  <c:v/>
                </c:pt>
                <c:pt idx="9427">
                  <c:v/>
                </c:pt>
                <c:pt idx="9428">
                  <c:v/>
                </c:pt>
                <c:pt idx="9429">
                  <c:v/>
                </c:pt>
                <c:pt idx="9430">
                  <c:v/>
                </c:pt>
                <c:pt idx="9431">
                  <c:v/>
                </c:pt>
                <c:pt idx="9432">
                  <c:v/>
                </c:pt>
                <c:pt idx="9433">
                  <c:v/>
                </c:pt>
                <c:pt idx="9434">
                  <c:v/>
                </c:pt>
                <c:pt idx="9435">
                  <c:v/>
                </c:pt>
                <c:pt idx="9436">
                  <c:v/>
                </c:pt>
                <c:pt idx="9437">
                  <c:v/>
                </c:pt>
                <c:pt idx="9438">
                  <c:v/>
                </c:pt>
                <c:pt idx="9439">
                  <c:v/>
                </c:pt>
                <c:pt idx="9440">
                  <c:v/>
                </c:pt>
                <c:pt idx="9441">
                  <c:v/>
                </c:pt>
                <c:pt idx="9442">
                  <c:v/>
                </c:pt>
                <c:pt idx="9443">
                  <c:v/>
                </c:pt>
                <c:pt idx="9444">
                  <c:v/>
                </c:pt>
                <c:pt idx="9445">
                  <c:v/>
                </c:pt>
                <c:pt idx="9446">
                  <c:v/>
                </c:pt>
                <c:pt idx="9447">
                  <c:v/>
                </c:pt>
                <c:pt idx="9448">
                  <c:v/>
                </c:pt>
                <c:pt idx="9449">
                  <c:v/>
                </c:pt>
                <c:pt idx="9450">
                  <c:v/>
                </c:pt>
                <c:pt idx="9451">
                  <c:v/>
                </c:pt>
                <c:pt idx="9452">
                  <c:v/>
                </c:pt>
                <c:pt idx="9453">
                  <c:v/>
                </c:pt>
                <c:pt idx="9454">
                  <c:v/>
                </c:pt>
                <c:pt idx="9455">
                  <c:v/>
                </c:pt>
                <c:pt idx="9456">
                  <c:v/>
                </c:pt>
                <c:pt idx="9457">
                  <c:v/>
                </c:pt>
                <c:pt idx="9458">
                  <c:v/>
                </c:pt>
                <c:pt idx="9459">
                  <c:v/>
                </c:pt>
                <c:pt idx="9460">
                  <c:v/>
                </c:pt>
                <c:pt idx="9461">
                  <c:v/>
                </c:pt>
                <c:pt idx="9462">
                  <c:v/>
                </c:pt>
                <c:pt idx="9463">
                  <c:v/>
                </c:pt>
                <c:pt idx="9464">
                  <c:v/>
                </c:pt>
                <c:pt idx="9465">
                  <c:v/>
                </c:pt>
                <c:pt idx="9466">
                  <c:v/>
                </c:pt>
                <c:pt idx="9467">
                  <c:v/>
                </c:pt>
                <c:pt idx="9468">
                  <c:v/>
                </c:pt>
                <c:pt idx="9469">
                  <c:v/>
                </c:pt>
                <c:pt idx="9470">
                  <c:v/>
                </c:pt>
                <c:pt idx="9471">
                  <c:v/>
                </c:pt>
                <c:pt idx="9472">
                  <c:v/>
                </c:pt>
                <c:pt idx="9473">
                  <c:v/>
                </c:pt>
                <c:pt idx="9474">
                  <c:v/>
                </c:pt>
                <c:pt idx="9475">
                  <c:v/>
                </c:pt>
                <c:pt idx="9476">
                  <c:v/>
                </c:pt>
                <c:pt idx="9477">
                  <c:v/>
                </c:pt>
                <c:pt idx="9478">
                  <c:v/>
                </c:pt>
                <c:pt idx="9479">
                  <c:v/>
                </c:pt>
                <c:pt idx="9480">
                  <c:v/>
                </c:pt>
                <c:pt idx="9481">
                  <c:v/>
                </c:pt>
                <c:pt idx="9482">
                  <c:v/>
                </c:pt>
                <c:pt idx="9483">
                  <c:v/>
                </c:pt>
                <c:pt idx="9484">
                  <c:v/>
                </c:pt>
                <c:pt idx="9485">
                  <c:v/>
                </c:pt>
                <c:pt idx="9486">
                  <c:v/>
                </c:pt>
                <c:pt idx="9487">
                  <c:v/>
                </c:pt>
                <c:pt idx="9488">
                  <c:v/>
                </c:pt>
                <c:pt idx="9489">
                  <c:v/>
                </c:pt>
                <c:pt idx="9490">
                  <c:v/>
                </c:pt>
                <c:pt idx="9491">
                  <c:v/>
                </c:pt>
                <c:pt idx="9492">
                  <c:v/>
                </c:pt>
                <c:pt idx="9493">
                  <c:v/>
                </c:pt>
                <c:pt idx="9494">
                  <c:v/>
                </c:pt>
                <c:pt idx="9495">
                  <c:v/>
                </c:pt>
                <c:pt idx="9496">
                  <c:v/>
                </c:pt>
                <c:pt idx="9497">
                  <c:v/>
                </c:pt>
                <c:pt idx="9498">
                  <c:v/>
                </c:pt>
                <c:pt idx="9499">
                  <c:v/>
                </c:pt>
                <c:pt idx="9500">
                  <c:v/>
                </c:pt>
                <c:pt idx="9501">
                  <c:v/>
                </c:pt>
                <c:pt idx="9502">
                  <c:v/>
                </c:pt>
                <c:pt idx="9503">
                  <c:v/>
                </c:pt>
                <c:pt idx="9504">
                  <c:v/>
                </c:pt>
                <c:pt idx="9505">
                  <c:v/>
                </c:pt>
                <c:pt idx="9506">
                  <c:v/>
                </c:pt>
                <c:pt idx="9507">
                  <c:v/>
                </c:pt>
                <c:pt idx="9508">
                  <c:v/>
                </c:pt>
                <c:pt idx="9509">
                  <c:v/>
                </c:pt>
                <c:pt idx="9510">
                  <c:v/>
                </c:pt>
                <c:pt idx="9511">
                  <c:v/>
                </c:pt>
                <c:pt idx="9512">
                  <c:v/>
                </c:pt>
                <c:pt idx="9513">
                  <c:v/>
                </c:pt>
                <c:pt idx="9514">
                  <c:v/>
                </c:pt>
                <c:pt idx="9515">
                  <c:v/>
                </c:pt>
                <c:pt idx="9516">
                  <c:v/>
                </c:pt>
                <c:pt idx="9517">
                  <c:v/>
                </c:pt>
                <c:pt idx="9518">
                  <c:v/>
                </c:pt>
                <c:pt idx="9519">
                  <c:v/>
                </c:pt>
                <c:pt idx="9520">
                  <c:v/>
                </c:pt>
                <c:pt idx="9521">
                  <c:v/>
                </c:pt>
                <c:pt idx="9522">
                  <c:v/>
                </c:pt>
                <c:pt idx="9523">
                  <c:v/>
                </c:pt>
                <c:pt idx="9524">
                  <c:v/>
                </c:pt>
                <c:pt idx="9525">
                  <c:v/>
                </c:pt>
                <c:pt idx="9526">
                  <c:v/>
                </c:pt>
                <c:pt idx="9527">
                  <c:v/>
                </c:pt>
                <c:pt idx="9528">
                  <c:v/>
                </c:pt>
                <c:pt idx="9529">
                  <c:v/>
                </c:pt>
                <c:pt idx="9530">
                  <c:v/>
                </c:pt>
                <c:pt idx="9531">
                  <c:v/>
                </c:pt>
                <c:pt idx="9532">
                  <c:v/>
                </c:pt>
                <c:pt idx="9533">
                  <c:v/>
                </c:pt>
                <c:pt idx="9534">
                  <c:v/>
                </c:pt>
                <c:pt idx="9535">
                  <c:v/>
                </c:pt>
                <c:pt idx="9536">
                  <c:v/>
                </c:pt>
                <c:pt idx="9537">
                  <c:v/>
                </c:pt>
                <c:pt idx="9538">
                  <c:v/>
                </c:pt>
                <c:pt idx="9539">
                  <c:v/>
                </c:pt>
                <c:pt idx="9540">
                  <c:v/>
                </c:pt>
                <c:pt idx="9541">
                  <c:v/>
                </c:pt>
                <c:pt idx="9542">
                  <c:v/>
                </c:pt>
                <c:pt idx="9543">
                  <c:v/>
                </c:pt>
                <c:pt idx="9544">
                  <c:v/>
                </c:pt>
                <c:pt idx="9545">
                  <c:v/>
                </c:pt>
                <c:pt idx="9546">
                  <c:v/>
                </c:pt>
                <c:pt idx="9547">
                  <c:v/>
                </c:pt>
                <c:pt idx="9548">
                  <c:v/>
                </c:pt>
                <c:pt idx="9549">
                  <c:v/>
                </c:pt>
                <c:pt idx="9550">
                  <c:v/>
                </c:pt>
                <c:pt idx="9551">
                  <c:v/>
                </c:pt>
                <c:pt idx="9552">
                  <c:v/>
                </c:pt>
                <c:pt idx="9553">
                  <c:v/>
                </c:pt>
                <c:pt idx="9554">
                  <c:v/>
                </c:pt>
                <c:pt idx="9555">
                  <c:v/>
                </c:pt>
                <c:pt idx="9556">
                  <c:v/>
                </c:pt>
                <c:pt idx="9557">
                  <c:v/>
                </c:pt>
                <c:pt idx="9558">
                  <c:v/>
                </c:pt>
                <c:pt idx="9559">
                  <c:v/>
                </c:pt>
                <c:pt idx="9560">
                  <c:v/>
                </c:pt>
                <c:pt idx="9561">
                  <c:v/>
                </c:pt>
                <c:pt idx="9562">
                  <c:v/>
                </c:pt>
                <c:pt idx="9563">
                  <c:v/>
                </c:pt>
                <c:pt idx="9564">
                  <c:v/>
                </c:pt>
                <c:pt idx="9565">
                  <c:v/>
                </c:pt>
                <c:pt idx="9566">
                  <c:v/>
                </c:pt>
                <c:pt idx="9567">
                  <c:v/>
                </c:pt>
                <c:pt idx="9568">
                  <c:v/>
                </c:pt>
                <c:pt idx="9569">
                  <c:v/>
                </c:pt>
                <c:pt idx="9570">
                  <c:v/>
                </c:pt>
                <c:pt idx="9571">
                  <c:v/>
                </c:pt>
                <c:pt idx="9572">
                  <c:v/>
                </c:pt>
                <c:pt idx="9573">
                  <c:v/>
                </c:pt>
                <c:pt idx="9574">
                  <c:v/>
                </c:pt>
                <c:pt idx="9575">
                  <c:v/>
                </c:pt>
                <c:pt idx="9576">
                  <c:v/>
                </c:pt>
                <c:pt idx="9577">
                  <c:v/>
                </c:pt>
                <c:pt idx="9578">
                  <c:v/>
                </c:pt>
                <c:pt idx="9579">
                  <c:v/>
                </c:pt>
                <c:pt idx="9580">
                  <c:v/>
                </c:pt>
                <c:pt idx="9581">
                  <c:v/>
                </c:pt>
                <c:pt idx="9582">
                  <c:v/>
                </c:pt>
                <c:pt idx="9583">
                  <c:v/>
                </c:pt>
                <c:pt idx="9584">
                  <c:v/>
                </c:pt>
                <c:pt idx="9585">
                  <c:v/>
                </c:pt>
                <c:pt idx="9586">
                  <c:v/>
                </c:pt>
                <c:pt idx="9587">
                  <c:v/>
                </c:pt>
                <c:pt idx="9588">
                  <c:v/>
                </c:pt>
                <c:pt idx="9589">
                  <c:v/>
                </c:pt>
                <c:pt idx="9590">
                  <c:v/>
                </c:pt>
                <c:pt idx="9591">
                  <c:v/>
                </c:pt>
                <c:pt idx="9592">
                  <c:v/>
                </c:pt>
                <c:pt idx="9593">
                  <c:v/>
                </c:pt>
                <c:pt idx="9594">
                  <c:v/>
                </c:pt>
                <c:pt idx="9595">
                  <c:v/>
                </c:pt>
                <c:pt idx="9596">
                  <c:v/>
                </c:pt>
                <c:pt idx="9597">
                  <c:v/>
                </c:pt>
                <c:pt idx="9598">
                  <c:v/>
                </c:pt>
                <c:pt idx="9599">
                  <c:v/>
                </c:pt>
                <c:pt idx="9600">
                  <c:v/>
                </c:pt>
                <c:pt idx="9601">
                  <c:v/>
                </c:pt>
                <c:pt idx="9602">
                  <c:v/>
                </c:pt>
                <c:pt idx="9603">
                  <c:v/>
                </c:pt>
                <c:pt idx="9604">
                  <c:v/>
                </c:pt>
                <c:pt idx="9605">
                  <c:v/>
                </c:pt>
                <c:pt idx="9606">
                  <c:v/>
                </c:pt>
                <c:pt idx="9607">
                  <c:v/>
                </c:pt>
                <c:pt idx="9608">
                  <c:v/>
                </c:pt>
                <c:pt idx="9609">
                  <c:v/>
                </c:pt>
                <c:pt idx="9610">
                  <c:v/>
                </c:pt>
                <c:pt idx="9611">
                  <c:v/>
                </c:pt>
                <c:pt idx="9612">
                  <c:v/>
                </c:pt>
                <c:pt idx="9613">
                  <c:v/>
                </c:pt>
                <c:pt idx="9614">
                  <c:v/>
                </c:pt>
                <c:pt idx="9615">
                  <c:v/>
                </c:pt>
                <c:pt idx="9616">
                  <c:v/>
                </c:pt>
                <c:pt idx="9617">
                  <c:v/>
                </c:pt>
                <c:pt idx="9618">
                  <c:v/>
                </c:pt>
                <c:pt idx="9619">
                  <c:v/>
                </c:pt>
                <c:pt idx="9620">
                  <c:v/>
                </c:pt>
                <c:pt idx="9621">
                  <c:v/>
                </c:pt>
                <c:pt idx="9622">
                  <c:v/>
                </c:pt>
                <c:pt idx="9623">
                  <c:v/>
                </c:pt>
                <c:pt idx="9624">
                  <c:v/>
                </c:pt>
                <c:pt idx="9625">
                  <c:v/>
                </c:pt>
                <c:pt idx="9626">
                  <c:v/>
                </c:pt>
                <c:pt idx="9627">
                  <c:v/>
                </c:pt>
                <c:pt idx="9628">
                  <c:v/>
                </c:pt>
                <c:pt idx="9629">
                  <c:v/>
                </c:pt>
                <c:pt idx="9630">
                  <c:v/>
                </c:pt>
                <c:pt idx="9631">
                  <c:v/>
                </c:pt>
                <c:pt idx="9632">
                  <c:v/>
                </c:pt>
                <c:pt idx="9633">
                  <c:v/>
                </c:pt>
                <c:pt idx="9634">
                  <c:v/>
                </c:pt>
                <c:pt idx="9635">
                  <c:v/>
                </c:pt>
                <c:pt idx="9636">
                  <c:v/>
                </c:pt>
                <c:pt idx="9637">
                  <c:v/>
                </c:pt>
                <c:pt idx="9638">
                  <c:v/>
                </c:pt>
                <c:pt idx="9639">
                  <c:v/>
                </c:pt>
                <c:pt idx="9640">
                  <c:v/>
                </c:pt>
                <c:pt idx="9641">
                  <c:v/>
                </c:pt>
                <c:pt idx="9642">
                  <c:v/>
                </c:pt>
                <c:pt idx="9643">
                  <c:v/>
                </c:pt>
                <c:pt idx="9644">
                  <c:v/>
                </c:pt>
                <c:pt idx="9645">
                  <c:v/>
                </c:pt>
                <c:pt idx="9646">
                  <c:v/>
                </c:pt>
                <c:pt idx="9647">
                  <c:v/>
                </c:pt>
                <c:pt idx="9648">
                  <c:v/>
                </c:pt>
                <c:pt idx="9649">
                  <c:v/>
                </c:pt>
                <c:pt idx="9650">
                  <c:v/>
                </c:pt>
                <c:pt idx="9651">
                  <c:v/>
                </c:pt>
                <c:pt idx="9652">
                  <c:v/>
                </c:pt>
                <c:pt idx="9653">
                  <c:v/>
                </c:pt>
                <c:pt idx="9654">
                  <c:v/>
                </c:pt>
                <c:pt idx="9655">
                  <c:v/>
                </c:pt>
                <c:pt idx="9656">
                  <c:v/>
                </c:pt>
                <c:pt idx="9657">
                  <c:v/>
                </c:pt>
                <c:pt idx="9658">
                  <c:v/>
                </c:pt>
                <c:pt idx="9659">
                  <c:v/>
                </c:pt>
                <c:pt idx="9660">
                  <c:v/>
                </c:pt>
                <c:pt idx="9661">
                  <c:v/>
                </c:pt>
                <c:pt idx="9662">
                  <c:v/>
                </c:pt>
                <c:pt idx="9663">
                  <c:v/>
                </c:pt>
                <c:pt idx="9664">
                  <c:v/>
                </c:pt>
                <c:pt idx="9665">
                  <c:v/>
                </c:pt>
                <c:pt idx="9666">
                  <c:v/>
                </c:pt>
                <c:pt idx="9667">
                  <c:v/>
                </c:pt>
                <c:pt idx="9668">
                  <c:v/>
                </c:pt>
                <c:pt idx="9669">
                  <c:v/>
                </c:pt>
                <c:pt idx="9670">
                  <c:v/>
                </c:pt>
                <c:pt idx="9671">
                  <c:v/>
                </c:pt>
                <c:pt idx="9672">
                  <c:v/>
                </c:pt>
                <c:pt idx="9673">
                  <c:v/>
                </c:pt>
                <c:pt idx="9674">
                  <c:v/>
                </c:pt>
                <c:pt idx="9675">
                  <c:v/>
                </c:pt>
                <c:pt idx="9676">
                  <c:v/>
                </c:pt>
                <c:pt idx="9677">
                  <c:v/>
                </c:pt>
                <c:pt idx="9678">
                  <c:v/>
                </c:pt>
                <c:pt idx="9679">
                  <c:v/>
                </c:pt>
                <c:pt idx="9680">
                  <c:v/>
                </c:pt>
                <c:pt idx="9681">
                  <c:v/>
                </c:pt>
                <c:pt idx="9682">
                  <c:v/>
                </c:pt>
                <c:pt idx="9683">
                  <c:v/>
                </c:pt>
                <c:pt idx="9684">
                  <c:v/>
                </c:pt>
                <c:pt idx="9685">
                  <c:v/>
                </c:pt>
                <c:pt idx="9686">
                  <c:v/>
                </c:pt>
                <c:pt idx="9687">
                  <c:v/>
                </c:pt>
                <c:pt idx="9688">
                  <c:v/>
                </c:pt>
                <c:pt idx="9689">
                  <c:v/>
                </c:pt>
                <c:pt idx="9690">
                  <c:v/>
                </c:pt>
                <c:pt idx="9691">
                  <c:v/>
                </c:pt>
                <c:pt idx="9692">
                  <c:v/>
                </c:pt>
                <c:pt idx="9693">
                  <c:v/>
                </c:pt>
                <c:pt idx="9694">
                  <c:v/>
                </c:pt>
                <c:pt idx="9695">
                  <c:v/>
                </c:pt>
                <c:pt idx="9696">
                  <c:v/>
                </c:pt>
                <c:pt idx="9697">
                  <c:v/>
                </c:pt>
                <c:pt idx="9698">
                  <c:v/>
                </c:pt>
                <c:pt idx="9699">
                  <c:v/>
                </c:pt>
                <c:pt idx="9700">
                  <c:v/>
                </c:pt>
                <c:pt idx="9701">
                  <c:v/>
                </c:pt>
                <c:pt idx="9702">
                  <c:v/>
                </c:pt>
                <c:pt idx="9703">
                  <c:v/>
                </c:pt>
                <c:pt idx="9704">
                  <c:v/>
                </c:pt>
                <c:pt idx="9705">
                  <c:v/>
                </c:pt>
                <c:pt idx="9706">
                  <c:v/>
                </c:pt>
                <c:pt idx="9707">
                  <c:v/>
                </c:pt>
                <c:pt idx="9708">
                  <c:v/>
                </c:pt>
                <c:pt idx="9709">
                  <c:v/>
                </c:pt>
                <c:pt idx="9710">
                  <c:v/>
                </c:pt>
                <c:pt idx="9711">
                  <c:v/>
                </c:pt>
                <c:pt idx="9712">
                  <c:v/>
                </c:pt>
                <c:pt idx="9713">
                  <c:v/>
                </c:pt>
                <c:pt idx="9714">
                  <c:v/>
                </c:pt>
                <c:pt idx="9715">
                  <c:v/>
                </c:pt>
                <c:pt idx="9716">
                  <c:v/>
                </c:pt>
                <c:pt idx="9717">
                  <c:v/>
                </c:pt>
                <c:pt idx="9718">
                  <c:v/>
                </c:pt>
                <c:pt idx="9719">
                  <c:v/>
                </c:pt>
                <c:pt idx="9720">
                  <c:v/>
                </c:pt>
                <c:pt idx="9721">
                  <c:v/>
                </c:pt>
                <c:pt idx="9722">
                  <c:v/>
                </c:pt>
                <c:pt idx="9723">
                  <c:v/>
                </c:pt>
                <c:pt idx="9724">
                  <c:v/>
                </c:pt>
                <c:pt idx="9725">
                  <c:v/>
                </c:pt>
                <c:pt idx="9726">
                  <c:v/>
                </c:pt>
                <c:pt idx="9727">
                  <c:v/>
                </c:pt>
                <c:pt idx="9728">
                  <c:v/>
                </c:pt>
                <c:pt idx="9729">
                  <c:v/>
                </c:pt>
                <c:pt idx="9730">
                  <c:v/>
                </c:pt>
                <c:pt idx="9731">
                  <c:v/>
                </c:pt>
                <c:pt idx="9732">
                  <c:v/>
                </c:pt>
                <c:pt idx="9733">
                  <c:v/>
                </c:pt>
                <c:pt idx="9734">
                  <c:v/>
                </c:pt>
                <c:pt idx="9735">
                  <c:v/>
                </c:pt>
                <c:pt idx="9736">
                  <c:v/>
                </c:pt>
                <c:pt idx="9737">
                  <c:v/>
                </c:pt>
                <c:pt idx="9738">
                  <c:v/>
                </c:pt>
                <c:pt idx="9739">
                  <c:v/>
                </c:pt>
                <c:pt idx="9740">
                  <c:v/>
                </c:pt>
                <c:pt idx="9741">
                  <c:v/>
                </c:pt>
                <c:pt idx="9742">
                  <c:v/>
                </c:pt>
                <c:pt idx="9743">
                  <c:v/>
                </c:pt>
                <c:pt idx="9744">
                  <c:v/>
                </c:pt>
                <c:pt idx="9745">
                  <c:v/>
                </c:pt>
                <c:pt idx="9746">
                  <c:v/>
                </c:pt>
                <c:pt idx="9747">
                  <c:v/>
                </c:pt>
                <c:pt idx="9748">
                  <c:v/>
                </c:pt>
                <c:pt idx="9749">
                  <c:v/>
                </c:pt>
                <c:pt idx="9750">
                  <c:v/>
                </c:pt>
                <c:pt idx="9751">
                  <c:v/>
                </c:pt>
                <c:pt idx="9752">
                  <c:v/>
                </c:pt>
                <c:pt idx="9753">
                  <c:v/>
                </c:pt>
                <c:pt idx="9754">
                  <c:v/>
                </c:pt>
                <c:pt idx="9755">
                  <c:v/>
                </c:pt>
                <c:pt idx="9756">
                  <c:v/>
                </c:pt>
                <c:pt idx="9757">
                  <c:v/>
                </c:pt>
                <c:pt idx="9758">
                  <c:v/>
                </c:pt>
                <c:pt idx="9759">
                  <c:v/>
                </c:pt>
                <c:pt idx="9760">
                  <c:v/>
                </c:pt>
                <c:pt idx="9761">
                  <c:v/>
                </c:pt>
                <c:pt idx="9762">
                  <c:v/>
                </c:pt>
                <c:pt idx="9763">
                  <c:v/>
                </c:pt>
                <c:pt idx="9764">
                  <c:v/>
                </c:pt>
                <c:pt idx="9765">
                  <c:v/>
                </c:pt>
                <c:pt idx="9766">
                  <c:v/>
                </c:pt>
                <c:pt idx="9767">
                  <c:v/>
                </c:pt>
                <c:pt idx="9768">
                  <c:v/>
                </c:pt>
                <c:pt idx="9769">
                  <c:v/>
                </c:pt>
                <c:pt idx="9770">
                  <c:v/>
                </c:pt>
                <c:pt idx="9771">
                  <c:v/>
                </c:pt>
                <c:pt idx="9772">
                  <c:v/>
                </c:pt>
                <c:pt idx="9773">
                  <c:v/>
                </c:pt>
                <c:pt idx="9774">
                  <c:v/>
                </c:pt>
                <c:pt idx="9775">
                  <c:v/>
                </c:pt>
                <c:pt idx="9776">
                  <c:v/>
                </c:pt>
                <c:pt idx="9777">
                  <c:v/>
                </c:pt>
                <c:pt idx="9778">
                  <c:v/>
                </c:pt>
                <c:pt idx="9779">
                  <c:v/>
                </c:pt>
                <c:pt idx="9780">
                  <c:v/>
                </c:pt>
                <c:pt idx="9781">
                  <c:v/>
                </c:pt>
                <c:pt idx="9782">
                  <c:v/>
                </c:pt>
                <c:pt idx="9783">
                  <c:v/>
                </c:pt>
                <c:pt idx="9784">
                  <c:v/>
                </c:pt>
                <c:pt idx="9785">
                  <c:v/>
                </c:pt>
                <c:pt idx="9786">
                  <c:v/>
                </c:pt>
                <c:pt idx="9787">
                  <c:v/>
                </c:pt>
                <c:pt idx="9788">
                  <c:v/>
                </c:pt>
                <c:pt idx="9789">
                  <c:v/>
                </c:pt>
                <c:pt idx="9790">
                  <c:v/>
                </c:pt>
                <c:pt idx="9791">
                  <c:v/>
                </c:pt>
                <c:pt idx="9792">
                  <c:v/>
                </c:pt>
                <c:pt idx="9793">
                  <c:v/>
                </c:pt>
                <c:pt idx="9794">
                  <c:v/>
                </c:pt>
                <c:pt idx="9795">
                  <c:v/>
                </c:pt>
                <c:pt idx="9796">
                  <c:v/>
                </c:pt>
                <c:pt idx="9797">
                  <c:v/>
                </c:pt>
                <c:pt idx="9798">
                  <c:v/>
                </c:pt>
                <c:pt idx="9799">
                  <c:v/>
                </c:pt>
                <c:pt idx="9800">
                  <c:v/>
                </c:pt>
                <c:pt idx="9801">
                  <c:v/>
                </c:pt>
                <c:pt idx="9802">
                  <c:v/>
                </c:pt>
                <c:pt idx="9803">
                  <c:v/>
                </c:pt>
                <c:pt idx="9804">
                  <c:v/>
                </c:pt>
                <c:pt idx="9805">
                  <c:v/>
                </c:pt>
                <c:pt idx="9806">
                  <c:v/>
                </c:pt>
                <c:pt idx="9807">
                  <c:v/>
                </c:pt>
                <c:pt idx="9808">
                  <c:v/>
                </c:pt>
                <c:pt idx="9809">
                  <c:v/>
                </c:pt>
                <c:pt idx="9810">
                  <c:v/>
                </c:pt>
                <c:pt idx="9811">
                  <c:v/>
                </c:pt>
                <c:pt idx="9812">
                  <c:v/>
                </c:pt>
                <c:pt idx="9813">
                  <c:v/>
                </c:pt>
                <c:pt idx="9814">
                  <c:v/>
                </c:pt>
                <c:pt idx="9815">
                  <c:v/>
                </c:pt>
                <c:pt idx="9816">
                  <c:v/>
                </c:pt>
                <c:pt idx="9817">
                  <c:v/>
                </c:pt>
                <c:pt idx="9818">
                  <c:v/>
                </c:pt>
                <c:pt idx="9819">
                  <c:v/>
                </c:pt>
                <c:pt idx="9820">
                  <c:v/>
                </c:pt>
                <c:pt idx="9821">
                  <c:v/>
                </c:pt>
                <c:pt idx="9822">
                  <c:v/>
                </c:pt>
                <c:pt idx="9823">
                  <c:v/>
                </c:pt>
                <c:pt idx="9824">
                  <c:v/>
                </c:pt>
                <c:pt idx="9825">
                  <c:v/>
                </c:pt>
                <c:pt idx="9826">
                  <c:v/>
                </c:pt>
                <c:pt idx="9827">
                  <c:v/>
                </c:pt>
                <c:pt idx="9828">
                  <c:v/>
                </c:pt>
                <c:pt idx="9829">
                  <c:v/>
                </c:pt>
                <c:pt idx="9830">
                  <c:v/>
                </c:pt>
                <c:pt idx="9831">
                  <c:v/>
                </c:pt>
                <c:pt idx="9832">
                  <c:v/>
                </c:pt>
                <c:pt idx="9833">
                  <c:v/>
                </c:pt>
                <c:pt idx="9834">
                  <c:v/>
                </c:pt>
                <c:pt idx="9835">
                  <c:v/>
                </c:pt>
                <c:pt idx="9836">
                  <c:v/>
                </c:pt>
                <c:pt idx="9837">
                  <c:v/>
                </c:pt>
                <c:pt idx="9838">
                  <c:v/>
                </c:pt>
                <c:pt idx="9839">
                  <c:v/>
                </c:pt>
                <c:pt idx="9840">
                  <c:v/>
                </c:pt>
                <c:pt idx="9841">
                  <c:v/>
                </c:pt>
                <c:pt idx="9842">
                  <c:v/>
                </c:pt>
                <c:pt idx="9843">
                  <c:v/>
                </c:pt>
                <c:pt idx="9844">
                  <c:v/>
                </c:pt>
                <c:pt idx="9845">
                  <c:v/>
                </c:pt>
                <c:pt idx="9846">
                  <c:v/>
                </c:pt>
                <c:pt idx="9847">
                  <c:v/>
                </c:pt>
                <c:pt idx="9848">
                  <c:v/>
                </c:pt>
                <c:pt idx="9849">
                  <c:v/>
                </c:pt>
                <c:pt idx="9850">
                  <c:v/>
                </c:pt>
                <c:pt idx="9851">
                  <c:v/>
                </c:pt>
                <c:pt idx="9852">
                  <c:v/>
                </c:pt>
                <c:pt idx="9853">
                  <c:v/>
                </c:pt>
                <c:pt idx="9854">
                  <c:v/>
                </c:pt>
                <c:pt idx="9855">
                  <c:v/>
                </c:pt>
                <c:pt idx="9856">
                  <c:v/>
                </c:pt>
                <c:pt idx="9857">
                  <c:v/>
                </c:pt>
                <c:pt idx="9858">
                  <c:v/>
                </c:pt>
                <c:pt idx="9859">
                  <c:v/>
                </c:pt>
                <c:pt idx="9860">
                  <c:v/>
                </c:pt>
                <c:pt idx="9861">
                  <c:v/>
                </c:pt>
                <c:pt idx="9862">
                  <c:v/>
                </c:pt>
                <c:pt idx="9863">
                  <c:v/>
                </c:pt>
                <c:pt idx="9864">
                  <c:v/>
                </c:pt>
                <c:pt idx="9865">
                  <c:v/>
                </c:pt>
                <c:pt idx="9866">
                  <c:v/>
                </c:pt>
                <c:pt idx="9867">
                  <c:v/>
                </c:pt>
                <c:pt idx="9868">
                  <c:v/>
                </c:pt>
                <c:pt idx="9869">
                  <c:v/>
                </c:pt>
                <c:pt idx="9870">
                  <c:v/>
                </c:pt>
                <c:pt idx="9871">
                  <c:v/>
                </c:pt>
                <c:pt idx="9872">
                  <c:v/>
                </c:pt>
                <c:pt idx="9873">
                  <c:v/>
                </c:pt>
                <c:pt idx="9874">
                  <c:v/>
                </c:pt>
                <c:pt idx="9875">
                  <c:v/>
                </c:pt>
                <c:pt idx="9876">
                  <c:v/>
                </c:pt>
                <c:pt idx="9877">
                  <c:v/>
                </c:pt>
                <c:pt idx="9878">
                  <c:v/>
                </c:pt>
                <c:pt idx="9879">
                  <c:v/>
                </c:pt>
                <c:pt idx="9880">
                  <c:v/>
                </c:pt>
                <c:pt idx="9881">
                  <c:v/>
                </c:pt>
                <c:pt idx="9882">
                  <c:v/>
                </c:pt>
                <c:pt idx="9883">
                  <c:v/>
                </c:pt>
                <c:pt idx="9884">
                  <c:v/>
                </c:pt>
                <c:pt idx="9885">
                  <c:v/>
                </c:pt>
                <c:pt idx="9886">
                  <c:v/>
                </c:pt>
                <c:pt idx="9887">
                  <c:v/>
                </c:pt>
                <c:pt idx="9888">
                  <c:v/>
                </c:pt>
                <c:pt idx="9889">
                  <c:v/>
                </c:pt>
                <c:pt idx="9890">
                  <c:v/>
                </c:pt>
                <c:pt idx="9891">
                  <c:v/>
                </c:pt>
                <c:pt idx="9892">
                  <c:v/>
                </c:pt>
                <c:pt idx="9893">
                  <c:v/>
                </c:pt>
                <c:pt idx="9894">
                  <c:v/>
                </c:pt>
                <c:pt idx="9895">
                  <c:v/>
                </c:pt>
                <c:pt idx="9896">
                  <c:v/>
                </c:pt>
                <c:pt idx="9897">
                  <c:v/>
                </c:pt>
                <c:pt idx="9898">
                  <c:v/>
                </c:pt>
                <c:pt idx="9899">
                  <c:v/>
                </c:pt>
                <c:pt idx="9900">
                  <c:v/>
                </c:pt>
                <c:pt idx="9901">
                  <c:v/>
                </c:pt>
                <c:pt idx="9902">
                  <c:v/>
                </c:pt>
                <c:pt idx="9903">
                  <c:v/>
                </c:pt>
                <c:pt idx="9904">
                  <c:v/>
                </c:pt>
                <c:pt idx="9905">
                  <c:v/>
                </c:pt>
                <c:pt idx="9906">
                  <c:v/>
                </c:pt>
                <c:pt idx="9907">
                  <c:v/>
                </c:pt>
                <c:pt idx="9908">
                  <c:v/>
                </c:pt>
                <c:pt idx="9909">
                  <c:v/>
                </c:pt>
                <c:pt idx="9910">
                  <c:v/>
                </c:pt>
                <c:pt idx="9911">
                  <c:v/>
                </c:pt>
                <c:pt idx="9912">
                  <c:v/>
                </c:pt>
                <c:pt idx="9913">
                  <c:v/>
                </c:pt>
                <c:pt idx="9914">
                  <c:v/>
                </c:pt>
                <c:pt idx="9915">
                  <c:v/>
                </c:pt>
                <c:pt idx="9916">
                  <c:v/>
                </c:pt>
                <c:pt idx="9917">
                  <c:v/>
                </c:pt>
                <c:pt idx="9918">
                  <c:v/>
                </c:pt>
                <c:pt idx="9919">
                  <c:v/>
                </c:pt>
                <c:pt idx="9920">
                  <c:v/>
                </c:pt>
                <c:pt idx="9921">
                  <c:v/>
                </c:pt>
                <c:pt idx="9922">
                  <c:v/>
                </c:pt>
                <c:pt idx="9923">
                  <c:v/>
                </c:pt>
                <c:pt idx="9924">
                  <c:v/>
                </c:pt>
                <c:pt idx="9925">
                  <c:v/>
                </c:pt>
                <c:pt idx="9926">
                  <c:v/>
                </c:pt>
                <c:pt idx="9927">
                  <c:v/>
                </c:pt>
                <c:pt idx="9928">
                  <c:v/>
                </c:pt>
                <c:pt idx="9929">
                  <c:v/>
                </c:pt>
                <c:pt idx="9930">
                  <c:v/>
                </c:pt>
                <c:pt idx="9931">
                  <c:v/>
                </c:pt>
                <c:pt idx="9932">
                  <c:v/>
                </c:pt>
                <c:pt idx="9933">
                  <c:v/>
                </c:pt>
                <c:pt idx="9934">
                  <c:v/>
                </c:pt>
                <c:pt idx="9935">
                  <c:v/>
                </c:pt>
                <c:pt idx="9936">
                  <c:v/>
                </c:pt>
                <c:pt idx="9937">
                  <c:v/>
                </c:pt>
                <c:pt idx="9938">
                  <c:v/>
                </c:pt>
                <c:pt idx="9939">
                  <c:v/>
                </c:pt>
                <c:pt idx="9940">
                  <c:v/>
                </c:pt>
                <c:pt idx="9941">
                  <c:v/>
                </c:pt>
                <c:pt idx="9942">
                  <c:v/>
                </c:pt>
                <c:pt idx="9943">
                  <c:v/>
                </c:pt>
                <c:pt idx="9944">
                  <c:v/>
                </c:pt>
                <c:pt idx="9945">
                  <c:v/>
                </c:pt>
                <c:pt idx="9946">
                  <c:v/>
                </c:pt>
                <c:pt idx="9947">
                  <c:v/>
                </c:pt>
                <c:pt idx="9948">
                  <c:v/>
                </c:pt>
                <c:pt idx="9949">
                  <c:v/>
                </c:pt>
                <c:pt idx="9950">
                  <c:v/>
                </c:pt>
                <c:pt idx="9951">
                  <c:v/>
                </c:pt>
                <c:pt idx="9952">
                  <c:v/>
                </c:pt>
                <c:pt idx="9953">
                  <c:v/>
                </c:pt>
                <c:pt idx="9954">
                  <c:v/>
                </c:pt>
                <c:pt idx="9955">
                  <c:v/>
                </c:pt>
                <c:pt idx="9956">
                  <c:v/>
                </c:pt>
                <c:pt idx="9957">
                  <c:v/>
                </c:pt>
                <c:pt idx="9958">
                  <c:v/>
                </c:pt>
                <c:pt idx="9959">
                  <c:v/>
                </c:pt>
                <c:pt idx="9960">
                  <c:v/>
                </c:pt>
                <c:pt idx="9961">
                  <c:v/>
                </c:pt>
                <c:pt idx="9962">
                  <c:v/>
                </c:pt>
                <c:pt idx="9963">
                  <c:v/>
                </c:pt>
                <c:pt idx="9964">
                  <c:v/>
                </c:pt>
                <c:pt idx="9965">
                  <c:v/>
                </c:pt>
                <c:pt idx="9966">
                  <c:v/>
                </c:pt>
                <c:pt idx="9967">
                  <c:v/>
                </c:pt>
                <c:pt idx="9968">
                  <c:v/>
                </c:pt>
                <c:pt idx="9969">
                  <c:v/>
                </c:pt>
                <c:pt idx="9970">
                  <c:v/>
                </c:pt>
                <c:pt idx="9971">
                  <c:v/>
                </c:pt>
                <c:pt idx="9972">
                  <c:v/>
                </c:pt>
                <c:pt idx="9973">
                  <c:v/>
                </c:pt>
                <c:pt idx="9974">
                  <c:v/>
                </c:pt>
                <c:pt idx="9975">
                  <c:v/>
                </c:pt>
                <c:pt idx="9976">
                  <c:v/>
                </c:pt>
                <c:pt idx="9977">
                  <c:v/>
                </c:pt>
                <c:pt idx="9978">
                  <c:v/>
                </c:pt>
                <c:pt idx="9979">
                  <c:v/>
                </c:pt>
                <c:pt idx="9980">
                  <c:v/>
                </c:pt>
                <c:pt idx="9981">
                  <c:v/>
                </c:pt>
                <c:pt idx="9982">
                  <c:v/>
                </c:pt>
                <c:pt idx="9983">
                  <c:v/>
                </c:pt>
                <c:pt idx="9984">
                  <c:v/>
                </c:pt>
                <c:pt idx="9985">
                  <c:v/>
                </c:pt>
                <c:pt idx="9986">
                  <c:v/>
                </c:pt>
                <c:pt idx="9987">
                  <c:v/>
                </c:pt>
                <c:pt idx="9988">
                  <c:v/>
                </c:pt>
                <c:pt idx="9989">
                  <c:v/>
                </c:pt>
                <c:pt idx="9990">
                  <c:v/>
                </c:pt>
                <c:pt idx="9991">
                  <c:v/>
                </c:pt>
                <c:pt idx="9992">
                  <c:v/>
                </c:pt>
                <c:pt idx="9993">
                  <c:v/>
                </c:pt>
              </c:strCache>
            </c:strRef>
          </c:cat>
          <c:val>
            <c:numRef>
              <c:f>4</c:f>
              <c:numCache>
                <c:formatCode>General</c:formatCode>
                <c:ptCount val="9994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  <c:pt idx="61">
                  <c:v>0.5</c:v>
                </c:pt>
                <c:pt idx="62">
                  <c:v>0.5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0.5</c:v>
                </c:pt>
                <c:pt idx="75">
                  <c:v>0.5</c:v>
                </c:pt>
                <c:pt idx="76">
                  <c:v>0.5</c:v>
                </c:pt>
                <c:pt idx="77">
                  <c:v>0.5</c:v>
                </c:pt>
                <c:pt idx="78">
                  <c:v>0.5</c:v>
                </c:pt>
                <c:pt idx="79">
                  <c:v>0.5</c:v>
                </c:pt>
                <c:pt idx="80">
                  <c:v>0.5</c:v>
                </c:pt>
                <c:pt idx="81">
                  <c:v>0.5</c:v>
                </c:pt>
                <c:pt idx="82">
                  <c:v>0.5</c:v>
                </c:pt>
                <c:pt idx="83">
                  <c:v>0.5</c:v>
                </c:pt>
                <c:pt idx="84">
                  <c:v>0.5</c:v>
                </c:pt>
                <c:pt idx="85">
                  <c:v>0.5</c:v>
                </c:pt>
                <c:pt idx="86">
                  <c:v>0.5</c:v>
                </c:pt>
                <c:pt idx="87">
                  <c:v>0.5</c:v>
                </c:pt>
                <c:pt idx="88">
                  <c:v>0.5</c:v>
                </c:pt>
                <c:pt idx="89">
                  <c:v>0.5</c:v>
                </c:pt>
                <c:pt idx="90">
                  <c:v>0.5</c:v>
                </c:pt>
                <c:pt idx="91">
                  <c:v>0.5</c:v>
                </c:pt>
                <c:pt idx="92">
                  <c:v>0.5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0.5</c:v>
                </c:pt>
                <c:pt idx="98">
                  <c:v>0.5</c:v>
                </c:pt>
                <c:pt idx="99">
                  <c:v>0.5</c:v>
                </c:pt>
                <c:pt idx="100">
                  <c:v>0.5</c:v>
                </c:pt>
                <c:pt idx="101">
                  <c:v>0.5</c:v>
                </c:pt>
                <c:pt idx="102">
                  <c:v>0.5</c:v>
                </c:pt>
                <c:pt idx="103">
                  <c:v>0.5</c:v>
                </c:pt>
                <c:pt idx="104">
                  <c:v>0.5</c:v>
                </c:pt>
                <c:pt idx="105">
                  <c:v>0.5</c:v>
                </c:pt>
                <c:pt idx="106">
                  <c:v>0.5</c:v>
                </c:pt>
                <c:pt idx="107">
                  <c:v>0.5</c:v>
                </c:pt>
                <c:pt idx="108">
                  <c:v>0.5</c:v>
                </c:pt>
                <c:pt idx="109">
                  <c:v>0.5</c:v>
                </c:pt>
                <c:pt idx="110">
                  <c:v>0.5</c:v>
                </c:pt>
                <c:pt idx="111">
                  <c:v>0.5</c:v>
                </c:pt>
                <c:pt idx="112">
                  <c:v>0.5</c:v>
                </c:pt>
                <c:pt idx="113">
                  <c:v>0.5</c:v>
                </c:pt>
                <c:pt idx="114">
                  <c:v>0.5</c:v>
                </c:pt>
                <c:pt idx="115">
                  <c:v>0.5</c:v>
                </c:pt>
                <c:pt idx="116">
                  <c:v>0.5</c:v>
                </c:pt>
                <c:pt idx="117">
                  <c:v>0.5</c:v>
                </c:pt>
                <c:pt idx="118">
                  <c:v>0.5</c:v>
                </c:pt>
                <c:pt idx="119">
                  <c:v>0.5</c:v>
                </c:pt>
                <c:pt idx="120">
                  <c:v>0.5</c:v>
                </c:pt>
                <c:pt idx="121">
                  <c:v>0.5</c:v>
                </c:pt>
                <c:pt idx="122">
                  <c:v>0.5</c:v>
                </c:pt>
                <c:pt idx="123">
                  <c:v>0.5</c:v>
                </c:pt>
                <c:pt idx="124">
                  <c:v>0.5</c:v>
                </c:pt>
                <c:pt idx="125">
                  <c:v>0.5</c:v>
                </c:pt>
                <c:pt idx="126">
                  <c:v>0.5</c:v>
                </c:pt>
                <c:pt idx="127">
                  <c:v>0.5</c:v>
                </c:pt>
                <c:pt idx="128">
                  <c:v>0.5</c:v>
                </c:pt>
                <c:pt idx="129">
                  <c:v>0.5</c:v>
                </c:pt>
                <c:pt idx="130">
                  <c:v>0.5</c:v>
                </c:pt>
                <c:pt idx="131">
                  <c:v>0.5</c:v>
                </c:pt>
                <c:pt idx="132">
                  <c:v>0.5</c:v>
                </c:pt>
                <c:pt idx="133">
                  <c:v>0.5</c:v>
                </c:pt>
                <c:pt idx="134">
                  <c:v>0.5</c:v>
                </c:pt>
                <c:pt idx="135">
                  <c:v>0.5</c:v>
                </c:pt>
                <c:pt idx="136">
                  <c:v>0.5</c:v>
                </c:pt>
                <c:pt idx="137">
                  <c:v>0.5</c:v>
                </c:pt>
                <c:pt idx="138">
                  <c:v>0.5</c:v>
                </c:pt>
                <c:pt idx="139">
                  <c:v>0.5</c:v>
                </c:pt>
                <c:pt idx="140">
                  <c:v>0.5</c:v>
                </c:pt>
                <c:pt idx="141">
                  <c:v>0.5</c:v>
                </c:pt>
                <c:pt idx="142">
                  <c:v>0.5</c:v>
                </c:pt>
                <c:pt idx="143">
                  <c:v>0.5</c:v>
                </c:pt>
                <c:pt idx="144">
                  <c:v>0.5</c:v>
                </c:pt>
                <c:pt idx="145">
                  <c:v>0.5</c:v>
                </c:pt>
                <c:pt idx="146">
                  <c:v>0.5</c:v>
                </c:pt>
                <c:pt idx="147">
                  <c:v>0.5</c:v>
                </c:pt>
                <c:pt idx="148">
                  <c:v>0.5</c:v>
                </c:pt>
                <c:pt idx="149">
                  <c:v>0.5</c:v>
                </c:pt>
                <c:pt idx="150">
                  <c:v>0.5</c:v>
                </c:pt>
                <c:pt idx="151">
                  <c:v>0.5</c:v>
                </c:pt>
                <c:pt idx="152">
                  <c:v>0.5</c:v>
                </c:pt>
                <c:pt idx="153">
                  <c:v>0.5</c:v>
                </c:pt>
                <c:pt idx="154">
                  <c:v>0.5</c:v>
                </c:pt>
                <c:pt idx="155">
                  <c:v>0.5</c:v>
                </c:pt>
                <c:pt idx="156">
                  <c:v>0.5</c:v>
                </c:pt>
                <c:pt idx="157">
                  <c:v>0.5</c:v>
                </c:pt>
                <c:pt idx="158">
                  <c:v>0.5</c:v>
                </c:pt>
                <c:pt idx="159">
                  <c:v>0.5</c:v>
                </c:pt>
                <c:pt idx="160">
                  <c:v>0.5</c:v>
                </c:pt>
                <c:pt idx="161">
                  <c:v>0.5</c:v>
                </c:pt>
                <c:pt idx="162">
                  <c:v>0.75</c:v>
                </c:pt>
                <c:pt idx="163">
                  <c:v>0.75</c:v>
                </c:pt>
                <c:pt idx="164">
                  <c:v>0.75</c:v>
                </c:pt>
                <c:pt idx="165">
                  <c:v>0.75</c:v>
                </c:pt>
                <c:pt idx="166">
                  <c:v>0.75</c:v>
                </c:pt>
                <c:pt idx="167">
                  <c:v>0.75</c:v>
                </c:pt>
                <c:pt idx="168">
                  <c:v>0.75</c:v>
                </c:pt>
                <c:pt idx="169">
                  <c:v>0.75</c:v>
                </c:pt>
                <c:pt idx="170">
                  <c:v>0.75</c:v>
                </c:pt>
                <c:pt idx="171">
                  <c:v>0.75</c:v>
                </c:pt>
                <c:pt idx="172">
                  <c:v>0.75</c:v>
                </c:pt>
                <c:pt idx="173">
                  <c:v>0.75</c:v>
                </c:pt>
                <c:pt idx="174">
                  <c:v>0.75</c:v>
                </c:pt>
                <c:pt idx="175">
                  <c:v>0.75</c:v>
                </c:pt>
                <c:pt idx="176">
                  <c:v>0.75</c:v>
                </c:pt>
                <c:pt idx="177">
                  <c:v>0.75</c:v>
                </c:pt>
                <c:pt idx="178">
                  <c:v>0.75</c:v>
                </c:pt>
                <c:pt idx="179">
                  <c:v>0.75</c:v>
                </c:pt>
                <c:pt idx="180">
                  <c:v>0.75</c:v>
                </c:pt>
                <c:pt idx="181">
                  <c:v>0.75</c:v>
                </c:pt>
                <c:pt idx="182">
                  <c:v>0.75</c:v>
                </c:pt>
                <c:pt idx="183">
                  <c:v>0.75</c:v>
                </c:pt>
                <c:pt idx="184">
                  <c:v>0.75</c:v>
                </c:pt>
                <c:pt idx="185">
                  <c:v>0.75</c:v>
                </c:pt>
                <c:pt idx="186">
                  <c:v>0.75</c:v>
                </c:pt>
                <c:pt idx="187">
                  <c:v>0.75</c:v>
                </c:pt>
                <c:pt idx="188">
                  <c:v>0.75</c:v>
                </c:pt>
                <c:pt idx="189">
                  <c:v>0.75</c:v>
                </c:pt>
                <c:pt idx="190">
                  <c:v>0.75</c:v>
                </c:pt>
                <c:pt idx="191">
                  <c:v>0.75</c:v>
                </c:pt>
                <c:pt idx="192">
                  <c:v>0.75</c:v>
                </c:pt>
                <c:pt idx="193">
                  <c:v>0.75</c:v>
                </c:pt>
                <c:pt idx="194">
                  <c:v>0.75</c:v>
                </c:pt>
                <c:pt idx="195">
                  <c:v>0.75</c:v>
                </c:pt>
                <c:pt idx="196">
                  <c:v>0.75</c:v>
                </c:pt>
                <c:pt idx="197">
                  <c:v>0.75</c:v>
                </c:pt>
                <c:pt idx="198">
                  <c:v>0.75</c:v>
                </c:pt>
                <c:pt idx="199">
                  <c:v>0.75</c:v>
                </c:pt>
                <c:pt idx="200">
                  <c:v>0.75</c:v>
                </c:pt>
                <c:pt idx="201">
                  <c:v>0.75</c:v>
                </c:pt>
                <c:pt idx="202">
                  <c:v>0.75</c:v>
                </c:pt>
                <c:pt idx="203">
                  <c:v>0.75</c:v>
                </c:pt>
                <c:pt idx="204">
                  <c:v>0.75</c:v>
                </c:pt>
                <c:pt idx="205">
                  <c:v>0.75</c:v>
                </c:pt>
                <c:pt idx="206">
                  <c:v>0.75</c:v>
                </c:pt>
                <c:pt idx="207">
                  <c:v>0.75</c:v>
                </c:pt>
                <c:pt idx="208">
                  <c:v>0.75</c:v>
                </c:pt>
                <c:pt idx="209">
                  <c:v>0.75</c:v>
                </c:pt>
                <c:pt idx="210">
                  <c:v>0.75</c:v>
                </c:pt>
                <c:pt idx="211">
                  <c:v>0.75</c:v>
                </c:pt>
                <c:pt idx="212">
                  <c:v>0.75</c:v>
                </c:pt>
                <c:pt idx="213">
                  <c:v>0.75</c:v>
                </c:pt>
                <c:pt idx="214">
                  <c:v>0.75</c:v>
                </c:pt>
                <c:pt idx="215">
                  <c:v>0.75</c:v>
                </c:pt>
                <c:pt idx="216">
                  <c:v>0.75</c:v>
                </c:pt>
                <c:pt idx="217">
                  <c:v>0.75</c:v>
                </c:pt>
                <c:pt idx="218">
                  <c:v>0.75</c:v>
                </c:pt>
                <c:pt idx="219">
                  <c:v>0.75</c:v>
                </c:pt>
                <c:pt idx="220">
                  <c:v>0.75</c:v>
                </c:pt>
                <c:pt idx="221">
                  <c:v>0.75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1.25</c:v>
                </c:pt>
                <c:pt idx="259">
                  <c:v>1.25</c:v>
                </c:pt>
                <c:pt idx="260">
                  <c:v>1.25</c:v>
                </c:pt>
                <c:pt idx="261">
                  <c:v>1.25</c:v>
                </c:pt>
                <c:pt idx="262">
                  <c:v>1.25</c:v>
                </c:pt>
                <c:pt idx="263">
                  <c:v>1.25</c:v>
                </c:pt>
                <c:pt idx="264">
                  <c:v>1.25</c:v>
                </c:pt>
                <c:pt idx="265">
                  <c:v>1.25</c:v>
                </c:pt>
                <c:pt idx="266">
                  <c:v>1.25</c:v>
                </c:pt>
                <c:pt idx="267">
                  <c:v>1.25</c:v>
                </c:pt>
                <c:pt idx="268">
                  <c:v>1.25</c:v>
                </c:pt>
                <c:pt idx="269">
                  <c:v>1.25</c:v>
                </c:pt>
                <c:pt idx="270">
                  <c:v>1.25</c:v>
                </c:pt>
                <c:pt idx="271">
                  <c:v>1.25</c:v>
                </c:pt>
                <c:pt idx="272">
                  <c:v>1.25</c:v>
                </c:pt>
                <c:pt idx="273">
                  <c:v>1.25</c:v>
                </c:pt>
                <c:pt idx="274">
                  <c:v>1.25</c:v>
                </c:pt>
                <c:pt idx="275">
                  <c:v>1.25</c:v>
                </c:pt>
                <c:pt idx="276">
                  <c:v>1.25</c:v>
                </c:pt>
                <c:pt idx="277">
                  <c:v>1.25</c:v>
                </c:pt>
                <c:pt idx="278">
                  <c:v>1.25</c:v>
                </c:pt>
                <c:pt idx="279">
                  <c:v>1.25</c:v>
                </c:pt>
                <c:pt idx="280">
                  <c:v>1.25</c:v>
                </c:pt>
                <c:pt idx="281">
                  <c:v>1.25</c:v>
                </c:pt>
                <c:pt idx="282">
                  <c:v>1.25</c:v>
                </c:pt>
                <c:pt idx="283">
                  <c:v>1.25</c:v>
                </c:pt>
                <c:pt idx="284">
                  <c:v>1.25</c:v>
                </c:pt>
                <c:pt idx="285">
                  <c:v>1.25</c:v>
                </c:pt>
                <c:pt idx="286">
                  <c:v>1.25</c:v>
                </c:pt>
                <c:pt idx="287">
                  <c:v>1.25</c:v>
                </c:pt>
                <c:pt idx="288">
                  <c:v>1.25</c:v>
                </c:pt>
                <c:pt idx="289">
                  <c:v>1.25</c:v>
                </c:pt>
                <c:pt idx="290">
                  <c:v>1.25</c:v>
                </c:pt>
                <c:pt idx="291">
                  <c:v>1.25</c:v>
                </c:pt>
                <c:pt idx="292">
                  <c:v>1.25</c:v>
                </c:pt>
                <c:pt idx="293">
                  <c:v>1.25</c:v>
                </c:pt>
                <c:pt idx="294">
                  <c:v>1.25</c:v>
                </c:pt>
                <c:pt idx="295">
                  <c:v>1.25</c:v>
                </c:pt>
                <c:pt idx="296">
                  <c:v>1.25</c:v>
                </c:pt>
                <c:pt idx="297">
                  <c:v>1.25</c:v>
                </c:pt>
                <c:pt idx="298">
                  <c:v>1.25</c:v>
                </c:pt>
                <c:pt idx="299">
                  <c:v>1.25</c:v>
                </c:pt>
                <c:pt idx="300">
                  <c:v>1.25</c:v>
                </c:pt>
                <c:pt idx="301">
                  <c:v>1.25</c:v>
                </c:pt>
                <c:pt idx="302">
                  <c:v>1.25</c:v>
                </c:pt>
                <c:pt idx="303">
                  <c:v>1.25</c:v>
                </c:pt>
                <c:pt idx="304">
                  <c:v>1.25</c:v>
                </c:pt>
                <c:pt idx="305">
                  <c:v>1.25</c:v>
                </c:pt>
                <c:pt idx="306">
                  <c:v>1.25</c:v>
                </c:pt>
                <c:pt idx="307">
                  <c:v>1.25</c:v>
                </c:pt>
                <c:pt idx="308">
                  <c:v>1.25</c:v>
                </c:pt>
                <c:pt idx="309">
                  <c:v>1.25</c:v>
                </c:pt>
                <c:pt idx="310">
                  <c:v>1.25</c:v>
                </c:pt>
                <c:pt idx="311">
                  <c:v>1.25</c:v>
                </c:pt>
                <c:pt idx="312">
                  <c:v>1.25</c:v>
                </c:pt>
                <c:pt idx="313">
                  <c:v>1.25</c:v>
                </c:pt>
                <c:pt idx="314">
                  <c:v>1.25</c:v>
                </c:pt>
                <c:pt idx="315">
                  <c:v>1.25</c:v>
                </c:pt>
                <c:pt idx="316">
                  <c:v>1.25</c:v>
                </c:pt>
                <c:pt idx="317">
                  <c:v>1.5</c:v>
                </c:pt>
                <c:pt idx="318">
                  <c:v>1.5</c:v>
                </c:pt>
                <c:pt idx="319">
                  <c:v>1.5</c:v>
                </c:pt>
                <c:pt idx="320">
                  <c:v>1.5</c:v>
                </c:pt>
                <c:pt idx="321">
                  <c:v>1.5</c:v>
                </c:pt>
                <c:pt idx="322">
                  <c:v>1.5</c:v>
                </c:pt>
                <c:pt idx="323">
                  <c:v>1.5</c:v>
                </c:pt>
                <c:pt idx="324">
                  <c:v>1.5</c:v>
                </c:pt>
                <c:pt idx="325">
                  <c:v>1.5</c:v>
                </c:pt>
                <c:pt idx="326">
                  <c:v>1.5</c:v>
                </c:pt>
                <c:pt idx="327">
                  <c:v>1.5</c:v>
                </c:pt>
                <c:pt idx="328">
                  <c:v>1.5</c:v>
                </c:pt>
                <c:pt idx="329">
                  <c:v>1.5</c:v>
                </c:pt>
                <c:pt idx="330">
                  <c:v>1.5</c:v>
                </c:pt>
                <c:pt idx="331">
                  <c:v>1.5</c:v>
                </c:pt>
                <c:pt idx="332">
                  <c:v>1.5</c:v>
                </c:pt>
                <c:pt idx="333">
                  <c:v>1.5</c:v>
                </c:pt>
                <c:pt idx="334">
                  <c:v>1.5</c:v>
                </c:pt>
                <c:pt idx="335">
                  <c:v>1.5</c:v>
                </c:pt>
                <c:pt idx="336">
                  <c:v>1.5</c:v>
                </c:pt>
                <c:pt idx="337">
                  <c:v>1.5</c:v>
                </c:pt>
                <c:pt idx="338">
                  <c:v>1.5</c:v>
                </c:pt>
                <c:pt idx="339">
                  <c:v>1.5</c:v>
                </c:pt>
                <c:pt idx="340">
                  <c:v>1.5</c:v>
                </c:pt>
                <c:pt idx="341">
                  <c:v>1.5</c:v>
                </c:pt>
                <c:pt idx="342">
                  <c:v>1.5</c:v>
                </c:pt>
                <c:pt idx="343">
                  <c:v>1.5</c:v>
                </c:pt>
                <c:pt idx="344">
                  <c:v>1.5</c:v>
                </c:pt>
                <c:pt idx="345">
                  <c:v>1.5</c:v>
                </c:pt>
                <c:pt idx="346">
                  <c:v>1.75</c:v>
                </c:pt>
                <c:pt idx="347">
                  <c:v>1.75</c:v>
                </c:pt>
                <c:pt idx="348">
                  <c:v>1.75</c:v>
                </c:pt>
                <c:pt idx="349">
                  <c:v>1.75</c:v>
                </c:pt>
                <c:pt idx="350">
                  <c:v>1.75</c:v>
                </c:pt>
                <c:pt idx="351">
                  <c:v>1.75</c:v>
                </c:pt>
                <c:pt idx="352">
                  <c:v>1.75</c:v>
                </c:pt>
                <c:pt idx="353">
                  <c:v>1.75</c:v>
                </c:pt>
                <c:pt idx="354">
                  <c:v>1.75</c:v>
                </c:pt>
                <c:pt idx="355">
                  <c:v>1.75</c:v>
                </c:pt>
                <c:pt idx="356">
                  <c:v>1.75</c:v>
                </c:pt>
                <c:pt idx="357">
                  <c:v>1.75</c:v>
                </c:pt>
                <c:pt idx="358">
                  <c:v>1.75</c:v>
                </c:pt>
                <c:pt idx="359">
                  <c:v>1.75</c:v>
                </c:pt>
                <c:pt idx="360">
                  <c:v>1.75</c:v>
                </c:pt>
                <c:pt idx="361">
                  <c:v>1.75</c:v>
                </c:pt>
                <c:pt idx="362">
                  <c:v>1.75</c:v>
                </c:pt>
                <c:pt idx="363">
                  <c:v>1.75</c:v>
                </c:pt>
                <c:pt idx="364">
                  <c:v>1.75</c:v>
                </c:pt>
                <c:pt idx="365">
                  <c:v>1.75</c:v>
                </c:pt>
                <c:pt idx="366">
                  <c:v>1.75</c:v>
                </c:pt>
                <c:pt idx="367">
                  <c:v>1.75</c:v>
                </c:pt>
                <c:pt idx="368">
                  <c:v>1.75</c:v>
                </c:pt>
                <c:pt idx="369">
                  <c:v>1.75</c:v>
                </c:pt>
                <c:pt idx="370">
                  <c:v>1.75</c:v>
                </c:pt>
                <c:pt idx="371">
                  <c:v>1.75</c:v>
                </c:pt>
                <c:pt idx="372">
                  <c:v>1.75</c:v>
                </c:pt>
                <c:pt idx="373">
                  <c:v>1.75</c:v>
                </c:pt>
                <c:pt idx="374">
                  <c:v>1.75</c:v>
                </c:pt>
                <c:pt idx="375">
                  <c:v>1.75</c:v>
                </c:pt>
                <c:pt idx="376">
                  <c:v>1.75</c:v>
                </c:pt>
                <c:pt idx="377">
                  <c:v>1.75</c:v>
                </c:pt>
                <c:pt idx="378">
                  <c:v>2.25</c:v>
                </c:pt>
                <c:pt idx="379">
                  <c:v>2.25</c:v>
                </c:pt>
                <c:pt idx="380">
                  <c:v>2.25</c:v>
                </c:pt>
                <c:pt idx="381">
                  <c:v>2.25</c:v>
                </c:pt>
                <c:pt idx="382">
                  <c:v>2.25</c:v>
                </c:pt>
                <c:pt idx="383">
                  <c:v>2.25</c:v>
                </c:pt>
                <c:pt idx="384">
                  <c:v>2.25</c:v>
                </c:pt>
                <c:pt idx="385">
                  <c:v>2.25</c:v>
                </c:pt>
                <c:pt idx="386">
                  <c:v>2.25</c:v>
                </c:pt>
                <c:pt idx="387">
                  <c:v>2.25</c:v>
                </c:pt>
                <c:pt idx="388">
                  <c:v>2.25</c:v>
                </c:pt>
                <c:pt idx="389">
                  <c:v>2.25</c:v>
                </c:pt>
                <c:pt idx="390">
                  <c:v>2.25</c:v>
                </c:pt>
                <c:pt idx="391">
                  <c:v>2.25</c:v>
                </c:pt>
                <c:pt idx="392">
                  <c:v>2.25</c:v>
                </c:pt>
                <c:pt idx="393">
                  <c:v>2.25</c:v>
                </c:pt>
                <c:pt idx="394">
                  <c:v>2.25</c:v>
                </c:pt>
                <c:pt idx="395">
                  <c:v>2.25</c:v>
                </c:pt>
                <c:pt idx="396">
                  <c:v>2.25</c:v>
                </c:pt>
                <c:pt idx="397">
                  <c:v>2.25</c:v>
                </c:pt>
                <c:pt idx="398">
                  <c:v>2.25</c:v>
                </c:pt>
                <c:pt idx="399">
                  <c:v>2.25</c:v>
                </c:pt>
                <c:pt idx="400">
                  <c:v>2.25</c:v>
                </c:pt>
                <c:pt idx="401">
                  <c:v>2.25</c:v>
                </c:pt>
                <c:pt idx="402">
                  <c:v>2.25</c:v>
                </c:pt>
                <c:pt idx="403">
                  <c:v>2.25</c:v>
                </c:pt>
                <c:pt idx="404">
                  <c:v>2.25</c:v>
                </c:pt>
                <c:pt idx="405">
                  <c:v>2.25</c:v>
                </c:pt>
                <c:pt idx="406">
                  <c:v>2.25</c:v>
                </c:pt>
                <c:pt idx="407">
                  <c:v>2.25</c:v>
                </c:pt>
                <c:pt idx="408">
                  <c:v>2.5</c:v>
                </c:pt>
                <c:pt idx="409">
                  <c:v>2.5</c:v>
                </c:pt>
                <c:pt idx="410">
                  <c:v>2.5</c:v>
                </c:pt>
                <c:pt idx="411">
                  <c:v>2.5</c:v>
                </c:pt>
                <c:pt idx="412">
                  <c:v>2.5</c:v>
                </c:pt>
                <c:pt idx="413">
                  <c:v>2.5</c:v>
                </c:pt>
                <c:pt idx="414">
                  <c:v>2.5</c:v>
                </c:pt>
                <c:pt idx="415">
                  <c:v>2.5</c:v>
                </c:pt>
                <c:pt idx="416">
                  <c:v>2.5</c:v>
                </c:pt>
                <c:pt idx="417">
                  <c:v>2.5</c:v>
                </c:pt>
                <c:pt idx="418">
                  <c:v>2.5</c:v>
                </c:pt>
                <c:pt idx="419">
                  <c:v>2.5</c:v>
                </c:pt>
                <c:pt idx="420">
                  <c:v>2.5</c:v>
                </c:pt>
                <c:pt idx="421">
                  <c:v>2.5</c:v>
                </c:pt>
                <c:pt idx="422">
                  <c:v>2.5</c:v>
                </c:pt>
                <c:pt idx="423">
                  <c:v>2.5</c:v>
                </c:pt>
                <c:pt idx="424">
                  <c:v>2.5</c:v>
                </c:pt>
                <c:pt idx="425">
                  <c:v>2.5</c:v>
                </c:pt>
                <c:pt idx="426">
                  <c:v>2.5</c:v>
                </c:pt>
                <c:pt idx="427">
                  <c:v>2.5</c:v>
                </c:pt>
                <c:pt idx="428">
                  <c:v>2.5</c:v>
                </c:pt>
                <c:pt idx="429">
                  <c:v>2.5</c:v>
                </c:pt>
                <c:pt idx="430">
                  <c:v>2.5</c:v>
                </c:pt>
                <c:pt idx="431">
                  <c:v>2.5</c:v>
                </c:pt>
                <c:pt idx="432">
                  <c:v>2.5</c:v>
                </c:pt>
                <c:pt idx="433">
                  <c:v>2.5</c:v>
                </c:pt>
                <c:pt idx="434">
                  <c:v>2.5</c:v>
                </c:pt>
                <c:pt idx="435">
                  <c:v>2.5</c:v>
                </c:pt>
                <c:pt idx="436">
                  <c:v>2.5</c:v>
                </c:pt>
                <c:pt idx="437">
                  <c:v>2.5</c:v>
                </c:pt>
                <c:pt idx="438">
                  <c:v>3</c:v>
                </c:pt>
                <c:pt idx="439">
                  <c:v>3</c:v>
                </c:pt>
                <c:pt idx="440">
                  <c:v>3</c:v>
                </c:pt>
                <c:pt idx="441">
                  <c:v>3</c:v>
                </c:pt>
                <c:pt idx="442">
                  <c:v>3</c:v>
                </c:pt>
                <c:pt idx="443">
                  <c:v>3</c:v>
                </c:pt>
                <c:pt idx="444">
                  <c:v>3</c:v>
                </c:pt>
                <c:pt idx="445">
                  <c:v>3</c:v>
                </c:pt>
                <c:pt idx="446">
                  <c:v>3</c:v>
                </c:pt>
                <c:pt idx="447">
                  <c:v>3</c:v>
                </c:pt>
                <c:pt idx="448">
                  <c:v>3</c:v>
                </c:pt>
                <c:pt idx="449">
                  <c:v>3</c:v>
                </c:pt>
                <c:pt idx="450">
                  <c:v>3</c:v>
                </c:pt>
                <c:pt idx="451">
                  <c:v>3</c:v>
                </c:pt>
                <c:pt idx="452">
                  <c:v>3</c:v>
                </c:pt>
                <c:pt idx="453">
                  <c:v>3</c:v>
                </c:pt>
                <c:pt idx="454">
                  <c:v>3</c:v>
                </c:pt>
                <c:pt idx="455">
                  <c:v>3</c:v>
                </c:pt>
                <c:pt idx="456">
                  <c:v>3</c:v>
                </c:pt>
                <c:pt idx="457">
                  <c:v>3</c:v>
                </c:pt>
                <c:pt idx="458">
                  <c:v>3</c:v>
                </c:pt>
                <c:pt idx="459">
                  <c:v>3</c:v>
                </c:pt>
                <c:pt idx="460">
                  <c:v>3</c:v>
                </c:pt>
                <c:pt idx="461">
                  <c:v>3</c:v>
                </c:pt>
                <c:pt idx="462">
                  <c:v>3</c:v>
                </c:pt>
                <c:pt idx="463">
                  <c:v>3</c:v>
                </c:pt>
                <c:pt idx="464">
                  <c:v>3</c:v>
                </c:pt>
                <c:pt idx="465">
                  <c:v>3</c:v>
                </c:pt>
                <c:pt idx="466">
                  <c:v>3</c:v>
                </c:pt>
                <c:pt idx="467">
                  <c:v>3</c:v>
                </c:pt>
                <c:pt idx="468">
                  <c:v>3</c:v>
                </c:pt>
                <c:pt idx="469">
                  <c:v>3.25</c:v>
                </c:pt>
                <c:pt idx="470">
                  <c:v>3.25</c:v>
                </c:pt>
                <c:pt idx="471">
                  <c:v>3.25</c:v>
                </c:pt>
                <c:pt idx="472">
                  <c:v>3.25</c:v>
                </c:pt>
                <c:pt idx="473">
                  <c:v>3.25</c:v>
                </c:pt>
                <c:pt idx="474">
                  <c:v>3.25</c:v>
                </c:pt>
                <c:pt idx="475">
                  <c:v>3.25</c:v>
                </c:pt>
                <c:pt idx="476">
                  <c:v>3.25</c:v>
                </c:pt>
                <c:pt idx="477">
                  <c:v>3.25</c:v>
                </c:pt>
                <c:pt idx="478">
                  <c:v>3.25</c:v>
                </c:pt>
                <c:pt idx="479">
                  <c:v>3.25</c:v>
                </c:pt>
                <c:pt idx="480">
                  <c:v>3.25</c:v>
                </c:pt>
                <c:pt idx="481">
                  <c:v>3.25</c:v>
                </c:pt>
                <c:pt idx="482">
                  <c:v>3.25</c:v>
                </c:pt>
                <c:pt idx="483">
                  <c:v>3.25</c:v>
                </c:pt>
                <c:pt idx="484">
                  <c:v>3.25</c:v>
                </c:pt>
                <c:pt idx="485">
                  <c:v>3.25</c:v>
                </c:pt>
                <c:pt idx="486">
                  <c:v>3.25</c:v>
                </c:pt>
                <c:pt idx="487">
                  <c:v>3.25</c:v>
                </c:pt>
                <c:pt idx="488">
                  <c:v>3.25</c:v>
                </c:pt>
                <c:pt idx="489">
                  <c:v>3.25</c:v>
                </c:pt>
                <c:pt idx="490">
                  <c:v>3.25</c:v>
                </c:pt>
                <c:pt idx="491">
                  <c:v>3.25</c:v>
                </c:pt>
                <c:pt idx="492">
                  <c:v>3.25</c:v>
                </c:pt>
                <c:pt idx="493">
                  <c:v>3.25</c:v>
                </c:pt>
                <c:pt idx="494">
                  <c:v>3.25</c:v>
                </c:pt>
                <c:pt idx="495">
                  <c:v>3.25</c:v>
                </c:pt>
                <c:pt idx="496">
                  <c:v>3.25</c:v>
                </c:pt>
                <c:pt idx="497">
                  <c:v>3.25</c:v>
                </c:pt>
                <c:pt idx="498">
                  <c:v>3.25</c:v>
                </c:pt>
                <c:pt idx="499">
                  <c:v>3.25</c:v>
                </c:pt>
                <c:pt idx="500">
                  <c:v>3.25</c:v>
                </c:pt>
                <c:pt idx="501">
                  <c:v>3.25</c:v>
                </c:pt>
                <c:pt idx="502">
                  <c:v>3.25</c:v>
                </c:pt>
                <c:pt idx="503">
                  <c:v>3.25</c:v>
                </c:pt>
                <c:pt idx="504">
                  <c:v>3.25</c:v>
                </c:pt>
                <c:pt idx="505">
                  <c:v>3.5</c:v>
                </c:pt>
                <c:pt idx="506">
                  <c:v>3.5</c:v>
                </c:pt>
                <c:pt idx="507">
                  <c:v>3.5</c:v>
                </c:pt>
                <c:pt idx="508">
                  <c:v>3.5</c:v>
                </c:pt>
                <c:pt idx="509">
                  <c:v>3.5</c:v>
                </c:pt>
                <c:pt idx="510">
                  <c:v>3.5</c:v>
                </c:pt>
                <c:pt idx="511">
                  <c:v>3.5</c:v>
                </c:pt>
                <c:pt idx="512">
                  <c:v>3.5</c:v>
                </c:pt>
                <c:pt idx="513">
                  <c:v>3.5</c:v>
                </c:pt>
                <c:pt idx="514">
                  <c:v>3.5</c:v>
                </c:pt>
                <c:pt idx="515">
                  <c:v>3.5</c:v>
                </c:pt>
                <c:pt idx="516">
                  <c:v>3.5</c:v>
                </c:pt>
                <c:pt idx="517">
                  <c:v>3.5</c:v>
                </c:pt>
                <c:pt idx="518">
                  <c:v>3.5</c:v>
                </c:pt>
                <c:pt idx="519">
                  <c:v>3.5</c:v>
                </c:pt>
                <c:pt idx="520">
                  <c:v>3.5</c:v>
                </c:pt>
                <c:pt idx="521">
                  <c:v>3.5</c:v>
                </c:pt>
                <c:pt idx="522">
                  <c:v>3.5</c:v>
                </c:pt>
                <c:pt idx="523">
                  <c:v>3.5</c:v>
                </c:pt>
                <c:pt idx="524">
                  <c:v>3.5</c:v>
                </c:pt>
                <c:pt idx="525">
                  <c:v>3.5</c:v>
                </c:pt>
                <c:pt idx="526">
                  <c:v>3.5</c:v>
                </c:pt>
                <c:pt idx="527">
                  <c:v>3.5</c:v>
                </c:pt>
                <c:pt idx="528">
                  <c:v>3.5</c:v>
                </c:pt>
                <c:pt idx="529">
                  <c:v>3.5</c:v>
                </c:pt>
                <c:pt idx="530">
                  <c:v>3.5</c:v>
                </c:pt>
                <c:pt idx="531">
                  <c:v>3.5</c:v>
                </c:pt>
                <c:pt idx="532">
                  <c:v>3.5</c:v>
                </c:pt>
                <c:pt idx="533">
                  <c:v>3.5</c:v>
                </c:pt>
                <c:pt idx="534">
                  <c:v>3.5</c:v>
                </c:pt>
                <c:pt idx="535">
                  <c:v>3.5</c:v>
                </c:pt>
                <c:pt idx="536">
                  <c:v>3.5</c:v>
                </c:pt>
                <c:pt idx="537">
                  <c:v>3.5</c:v>
                </c:pt>
                <c:pt idx="538">
                  <c:v>3.5</c:v>
                </c:pt>
                <c:pt idx="539">
                  <c:v>3.5</c:v>
                </c:pt>
                <c:pt idx="540">
                  <c:v>3.5</c:v>
                </c:pt>
                <c:pt idx="541">
                  <c:v>3.5</c:v>
                </c:pt>
                <c:pt idx="542">
                  <c:v>3.5</c:v>
                </c:pt>
                <c:pt idx="543">
                  <c:v>3.5</c:v>
                </c:pt>
                <c:pt idx="544">
                  <c:v>3.5</c:v>
                </c:pt>
                <c:pt idx="545">
                  <c:v>3.5</c:v>
                </c:pt>
                <c:pt idx="546">
                  <c:v>3.5</c:v>
                </c:pt>
                <c:pt idx="547">
                  <c:v>3.5</c:v>
                </c:pt>
                <c:pt idx="548">
                  <c:v>3.5</c:v>
                </c:pt>
                <c:pt idx="549">
                  <c:v>3.5</c:v>
                </c:pt>
                <c:pt idx="550">
                  <c:v>3.5</c:v>
                </c:pt>
                <c:pt idx="551">
                  <c:v>3.5</c:v>
                </c:pt>
                <c:pt idx="552">
                  <c:v>3.5</c:v>
                </c:pt>
                <c:pt idx="553">
                  <c:v>3.5</c:v>
                </c:pt>
                <c:pt idx="554">
                  <c:v>3.5</c:v>
                </c:pt>
                <c:pt idx="555">
                  <c:v>3.5</c:v>
                </c:pt>
                <c:pt idx="556">
                  <c:v>3.5</c:v>
                </c:pt>
                <c:pt idx="557">
                  <c:v>3.5</c:v>
                </c:pt>
                <c:pt idx="558">
                  <c:v>3.5</c:v>
                </c:pt>
                <c:pt idx="559">
                  <c:v>3.5</c:v>
                </c:pt>
                <c:pt idx="560">
                  <c:v>3.5</c:v>
                </c:pt>
                <c:pt idx="561">
                  <c:v>3.5</c:v>
                </c:pt>
                <c:pt idx="562">
                  <c:v>3.5</c:v>
                </c:pt>
                <c:pt idx="563">
                  <c:v>3.5</c:v>
                </c:pt>
                <c:pt idx="564">
                  <c:v>3.5</c:v>
                </c:pt>
                <c:pt idx="565">
                  <c:v>3.5</c:v>
                </c:pt>
                <c:pt idx="566">
                  <c:v>3.5</c:v>
                </c:pt>
                <c:pt idx="567">
                  <c:v>3.5</c:v>
                </c:pt>
                <c:pt idx="568">
                  <c:v>3.5</c:v>
                </c:pt>
                <c:pt idx="569">
                  <c:v>3.5</c:v>
                </c:pt>
                <c:pt idx="570">
                  <c:v>3.5</c:v>
                </c:pt>
                <c:pt idx="571">
                  <c:v>3.5</c:v>
                </c:pt>
                <c:pt idx="572">
                  <c:v>3.5</c:v>
                </c:pt>
                <c:pt idx="573">
                  <c:v>3.5</c:v>
                </c:pt>
                <c:pt idx="574">
                  <c:v>3.5</c:v>
                </c:pt>
                <c:pt idx="575">
                  <c:v>3.5</c:v>
                </c:pt>
                <c:pt idx="576">
                  <c:v>3.5</c:v>
                </c:pt>
                <c:pt idx="577">
                  <c:v>3.5</c:v>
                </c:pt>
                <c:pt idx="578">
                  <c:v>3.5</c:v>
                </c:pt>
                <c:pt idx="579">
                  <c:v>3.5</c:v>
                </c:pt>
                <c:pt idx="580">
                  <c:v>3.5</c:v>
                </c:pt>
                <c:pt idx="581">
                  <c:v>3.5</c:v>
                </c:pt>
                <c:pt idx="582">
                  <c:v>3.5</c:v>
                </c:pt>
                <c:pt idx="583">
                  <c:v>3.5</c:v>
                </c:pt>
                <c:pt idx="584">
                  <c:v>3.5</c:v>
                </c:pt>
                <c:pt idx="585">
                  <c:v>3.5</c:v>
                </c:pt>
                <c:pt idx="586">
                  <c:v>3.5</c:v>
                </c:pt>
                <c:pt idx="587">
                  <c:v>3.5</c:v>
                </c:pt>
                <c:pt idx="588">
                  <c:v>3.5</c:v>
                </c:pt>
                <c:pt idx="589">
                  <c:v>3.5</c:v>
                </c:pt>
                <c:pt idx="590">
                  <c:v>3.5</c:v>
                </c:pt>
                <c:pt idx="591">
                  <c:v>3.5</c:v>
                </c:pt>
                <c:pt idx="592">
                  <c:v>3.5</c:v>
                </c:pt>
                <c:pt idx="593">
                  <c:v>3.5</c:v>
                </c:pt>
                <c:pt idx="594">
                  <c:v>3.5</c:v>
                </c:pt>
                <c:pt idx="595">
                  <c:v>3.5</c:v>
                </c:pt>
                <c:pt idx="596">
                  <c:v>3.5</c:v>
                </c:pt>
                <c:pt idx="597">
                  <c:v>3.5</c:v>
                </c:pt>
                <c:pt idx="598">
                  <c:v>3.5</c:v>
                </c:pt>
                <c:pt idx="599">
                  <c:v>3.5</c:v>
                </c:pt>
                <c:pt idx="600">
                  <c:v>3.5</c:v>
                </c:pt>
                <c:pt idx="601">
                  <c:v>3.5</c:v>
                </c:pt>
                <c:pt idx="602">
                  <c:v>3.5</c:v>
                </c:pt>
                <c:pt idx="603">
                  <c:v>3.5</c:v>
                </c:pt>
                <c:pt idx="604">
                  <c:v>3.5</c:v>
                </c:pt>
                <c:pt idx="605">
                  <c:v>3.5</c:v>
                </c:pt>
                <c:pt idx="606">
                  <c:v>3.5</c:v>
                </c:pt>
                <c:pt idx="607">
                  <c:v>3.5</c:v>
                </c:pt>
                <c:pt idx="608">
                  <c:v>3.5</c:v>
                </c:pt>
                <c:pt idx="609">
                  <c:v>3.5</c:v>
                </c:pt>
                <c:pt idx="610">
                  <c:v>3.5</c:v>
                </c:pt>
                <c:pt idx="611">
                  <c:v>3.5</c:v>
                </c:pt>
                <c:pt idx="612">
                  <c:v>3.5</c:v>
                </c:pt>
                <c:pt idx="613">
                  <c:v>3.5</c:v>
                </c:pt>
                <c:pt idx="614">
                  <c:v>3.5</c:v>
                </c:pt>
                <c:pt idx="615">
                  <c:v>3.5</c:v>
                </c:pt>
                <c:pt idx="616">
                  <c:v>3.5</c:v>
                </c:pt>
                <c:pt idx="617">
                  <c:v>3.5</c:v>
                </c:pt>
                <c:pt idx="618">
                  <c:v>3.5</c:v>
                </c:pt>
                <c:pt idx="619">
                  <c:v>3.5</c:v>
                </c:pt>
                <c:pt idx="620">
                  <c:v>3.5</c:v>
                </c:pt>
                <c:pt idx="621">
                  <c:v>3.5</c:v>
                </c:pt>
                <c:pt idx="622">
                  <c:v>3.5</c:v>
                </c:pt>
                <c:pt idx="623">
                  <c:v>3.5</c:v>
                </c:pt>
                <c:pt idx="624">
                  <c:v>3.5</c:v>
                </c:pt>
                <c:pt idx="625">
                  <c:v>3.5</c:v>
                </c:pt>
                <c:pt idx="626">
                  <c:v>3.5</c:v>
                </c:pt>
                <c:pt idx="627">
                  <c:v>3.5</c:v>
                </c:pt>
                <c:pt idx="628">
                  <c:v>3.5</c:v>
                </c:pt>
                <c:pt idx="629">
                  <c:v>3.5</c:v>
                </c:pt>
                <c:pt idx="630">
                  <c:v>3.5</c:v>
                </c:pt>
                <c:pt idx="631">
                  <c:v>3.5</c:v>
                </c:pt>
                <c:pt idx="632">
                  <c:v>3.5</c:v>
                </c:pt>
                <c:pt idx="633">
                  <c:v>3.5</c:v>
                </c:pt>
                <c:pt idx="634">
                  <c:v>3.5</c:v>
                </c:pt>
                <c:pt idx="635">
                  <c:v>3.5</c:v>
                </c:pt>
                <c:pt idx="636">
                  <c:v>3.5</c:v>
                </c:pt>
                <c:pt idx="637">
                  <c:v>3.5</c:v>
                </c:pt>
                <c:pt idx="638">
                  <c:v>3.5</c:v>
                </c:pt>
                <c:pt idx="639">
                  <c:v>3.5</c:v>
                </c:pt>
                <c:pt idx="640">
                  <c:v>3.5</c:v>
                </c:pt>
                <c:pt idx="641">
                  <c:v>3.5</c:v>
                </c:pt>
                <c:pt idx="642">
                  <c:v>3.5</c:v>
                </c:pt>
                <c:pt idx="643">
                  <c:v>3.5</c:v>
                </c:pt>
                <c:pt idx="644">
                  <c:v>3.5</c:v>
                </c:pt>
                <c:pt idx="645">
                  <c:v>3.5</c:v>
                </c:pt>
                <c:pt idx="646">
                  <c:v>3.5</c:v>
                </c:pt>
                <c:pt idx="647">
                  <c:v>3.5</c:v>
                </c:pt>
                <c:pt idx="648">
                  <c:v>3.5</c:v>
                </c:pt>
                <c:pt idx="649">
                  <c:v>3.5</c:v>
                </c:pt>
                <c:pt idx="650">
                  <c:v>3.5</c:v>
                </c:pt>
                <c:pt idx="651">
                  <c:v>3.5</c:v>
                </c:pt>
                <c:pt idx="652">
                  <c:v>3.5</c:v>
                </c:pt>
                <c:pt idx="653">
                  <c:v>3.5</c:v>
                </c:pt>
                <c:pt idx="654">
                  <c:v>3.5</c:v>
                </c:pt>
                <c:pt idx="655">
                  <c:v>3.5</c:v>
                </c:pt>
                <c:pt idx="656">
                  <c:v>3.5</c:v>
                </c:pt>
                <c:pt idx="657">
                  <c:v>3.5</c:v>
                </c:pt>
                <c:pt idx="658">
                  <c:v>3.5</c:v>
                </c:pt>
                <c:pt idx="659">
                  <c:v>3.5</c:v>
                </c:pt>
                <c:pt idx="660">
                  <c:v>3.5</c:v>
                </c:pt>
                <c:pt idx="661">
                  <c:v>3.5</c:v>
                </c:pt>
                <c:pt idx="662">
                  <c:v>3.5</c:v>
                </c:pt>
                <c:pt idx="663">
                  <c:v>3.5</c:v>
                </c:pt>
                <c:pt idx="664">
                  <c:v>3.5</c:v>
                </c:pt>
                <c:pt idx="665">
                  <c:v>3.5</c:v>
                </c:pt>
                <c:pt idx="666">
                  <c:v>3.5</c:v>
                </c:pt>
                <c:pt idx="667">
                  <c:v>3.5</c:v>
                </c:pt>
                <c:pt idx="668">
                  <c:v>3.5</c:v>
                </c:pt>
                <c:pt idx="669">
                  <c:v>3.5</c:v>
                </c:pt>
                <c:pt idx="670">
                  <c:v>3.5</c:v>
                </c:pt>
                <c:pt idx="671">
                  <c:v>3.5</c:v>
                </c:pt>
                <c:pt idx="672">
                  <c:v>3.5</c:v>
                </c:pt>
                <c:pt idx="673">
                  <c:v>3.5</c:v>
                </c:pt>
                <c:pt idx="674">
                  <c:v>3.5</c:v>
                </c:pt>
                <c:pt idx="675">
                  <c:v>3.5</c:v>
                </c:pt>
                <c:pt idx="676">
                  <c:v>3.5</c:v>
                </c:pt>
                <c:pt idx="677">
                  <c:v>3.5</c:v>
                </c:pt>
                <c:pt idx="678">
                  <c:v>3.5</c:v>
                </c:pt>
                <c:pt idx="679">
                  <c:v>3.5</c:v>
                </c:pt>
                <c:pt idx="680">
                  <c:v>3.5</c:v>
                </c:pt>
                <c:pt idx="681">
                  <c:v>3.5</c:v>
                </c:pt>
                <c:pt idx="682">
                  <c:v>3.5</c:v>
                </c:pt>
                <c:pt idx="683">
                  <c:v>3.5</c:v>
                </c:pt>
                <c:pt idx="684">
                  <c:v>3.5</c:v>
                </c:pt>
                <c:pt idx="685">
                  <c:v>3.5</c:v>
                </c:pt>
                <c:pt idx="686">
                  <c:v>3.5</c:v>
                </c:pt>
                <c:pt idx="687">
                  <c:v>3.5</c:v>
                </c:pt>
                <c:pt idx="688">
                  <c:v>3.5</c:v>
                </c:pt>
                <c:pt idx="689">
                  <c:v>3.5</c:v>
                </c:pt>
                <c:pt idx="690">
                  <c:v>3.5</c:v>
                </c:pt>
                <c:pt idx="691">
                  <c:v>3.5</c:v>
                </c:pt>
                <c:pt idx="692">
                  <c:v>3.5</c:v>
                </c:pt>
                <c:pt idx="696">
                  <c:v>3.5</c:v>
                </c:pt>
                <c:pt idx="697">
                  <c:v>3.5</c:v>
                </c:pt>
                <c:pt idx="698">
                  <c:v>3.5</c:v>
                </c:pt>
                <c:pt idx="699">
                  <c:v>3.5</c:v>
                </c:pt>
                <c:pt idx="700">
                  <c:v>3.5</c:v>
                </c:pt>
                <c:pt idx="701">
                  <c:v>3.5</c:v>
                </c:pt>
                <c:pt idx="702">
                  <c:v>3.5</c:v>
                </c:pt>
                <c:pt idx="703">
                  <c:v>3.5</c:v>
                </c:pt>
                <c:pt idx="704">
                  <c:v>3.5</c:v>
                </c:pt>
                <c:pt idx="705">
                  <c:v>3.5</c:v>
                </c:pt>
                <c:pt idx="706">
                  <c:v>3.5</c:v>
                </c:pt>
                <c:pt idx="707">
                  <c:v>3.5</c:v>
                </c:pt>
                <c:pt idx="708">
                  <c:v>3.5</c:v>
                </c:pt>
                <c:pt idx="709">
                  <c:v>3.5</c:v>
                </c:pt>
                <c:pt idx="710">
                  <c:v>3.5</c:v>
                </c:pt>
                <c:pt idx="711">
                  <c:v>3.5</c:v>
                </c:pt>
                <c:pt idx="712">
                  <c:v>3.5</c:v>
                </c:pt>
                <c:pt idx="713">
                  <c:v>3.5</c:v>
                </c:pt>
                <c:pt idx="714">
                  <c:v>3.5</c:v>
                </c:pt>
                <c:pt idx="715">
                  <c:v>3.5</c:v>
                </c:pt>
                <c:pt idx="716">
                  <c:v>3.5</c:v>
                </c:pt>
                <c:pt idx="717">
                  <c:v>3.5</c:v>
                </c:pt>
                <c:pt idx="718">
                  <c:v>3.5</c:v>
                </c:pt>
                <c:pt idx="719">
                  <c:v>3.5</c:v>
                </c:pt>
                <c:pt idx="720">
                  <c:v>3.5</c:v>
                </c:pt>
                <c:pt idx="721">
                  <c:v>3.5</c:v>
                </c:pt>
                <c:pt idx="722">
                  <c:v>3.5</c:v>
                </c:pt>
                <c:pt idx="723">
                  <c:v>3.5</c:v>
                </c:pt>
                <c:pt idx="724">
                  <c:v>3.5</c:v>
                </c:pt>
                <c:pt idx="725">
                  <c:v>3.5</c:v>
                </c:pt>
                <c:pt idx="726">
                  <c:v>3.5</c:v>
                </c:pt>
                <c:pt idx="727">
                  <c:v>3.5</c:v>
                </c:pt>
                <c:pt idx="728">
                  <c:v>3.5</c:v>
                </c:pt>
                <c:pt idx="729">
                  <c:v>3.5</c:v>
                </c:pt>
                <c:pt idx="730">
                  <c:v>3.5</c:v>
                </c:pt>
                <c:pt idx="731">
                  <c:v>3.5</c:v>
                </c:pt>
                <c:pt idx="732">
                  <c:v>3.5</c:v>
                </c:pt>
                <c:pt idx="733">
                  <c:v>3.5</c:v>
                </c:pt>
                <c:pt idx="734">
                  <c:v>3.5</c:v>
                </c:pt>
                <c:pt idx="735">
                  <c:v>3.5</c:v>
                </c:pt>
                <c:pt idx="736">
                  <c:v>3.5</c:v>
                </c:pt>
                <c:pt idx="737">
                  <c:v>3.5</c:v>
                </c:pt>
                <c:pt idx="738">
                  <c:v>3.5</c:v>
                </c:pt>
                <c:pt idx="739">
                  <c:v>3.5</c:v>
                </c:pt>
                <c:pt idx="740">
                  <c:v>3.5</c:v>
                </c:pt>
                <c:pt idx="741">
                  <c:v>3.5</c:v>
                </c:pt>
                <c:pt idx="742">
                  <c:v>3.5</c:v>
                </c:pt>
                <c:pt idx="743">
                  <c:v>3.5</c:v>
                </c:pt>
                <c:pt idx="744">
                  <c:v>3.5</c:v>
                </c:pt>
                <c:pt idx="745">
                  <c:v>3.5</c:v>
                </c:pt>
                <c:pt idx="746">
                  <c:v>3.5</c:v>
                </c:pt>
                <c:pt idx="747">
                  <c:v>3.5</c:v>
                </c:pt>
                <c:pt idx="748">
                  <c:v>3.5</c:v>
                </c:pt>
                <c:pt idx="749">
                  <c:v>3.5</c:v>
                </c:pt>
                <c:pt idx="750">
                  <c:v>3.5</c:v>
                </c:pt>
                <c:pt idx="751">
                  <c:v>3.5</c:v>
                </c:pt>
                <c:pt idx="752">
                  <c:v>3.5</c:v>
                </c:pt>
                <c:pt idx="753">
                  <c:v>3.5</c:v>
                </c:pt>
                <c:pt idx="755">
                  <c:v>3.5</c:v>
                </c:pt>
                <c:pt idx="756">
                  <c:v>3.5</c:v>
                </c:pt>
                <c:pt idx="757">
                  <c:v>3.5</c:v>
                </c:pt>
                <c:pt idx="758">
                  <c:v>3.5</c:v>
                </c:pt>
                <c:pt idx="759">
                  <c:v>3.5</c:v>
                </c:pt>
                <c:pt idx="760">
                  <c:v>3.5</c:v>
                </c:pt>
                <c:pt idx="761">
                  <c:v>3.5</c:v>
                </c:pt>
                <c:pt idx="762">
                  <c:v>3.5</c:v>
                </c:pt>
                <c:pt idx="763">
                  <c:v>3.5</c:v>
                </c:pt>
                <c:pt idx="764">
                  <c:v>3.5</c:v>
                </c:pt>
                <c:pt idx="765">
                  <c:v>3.5</c:v>
                </c:pt>
                <c:pt idx="766">
                  <c:v>3.5</c:v>
                </c:pt>
                <c:pt idx="767">
                  <c:v>3.5</c:v>
                </c:pt>
                <c:pt idx="768">
                  <c:v>3.5</c:v>
                </c:pt>
                <c:pt idx="769">
                  <c:v>3.5</c:v>
                </c:pt>
                <c:pt idx="770">
                  <c:v>3.5</c:v>
                </c:pt>
                <c:pt idx="771">
                  <c:v>3.5</c:v>
                </c:pt>
                <c:pt idx="772">
                  <c:v>3.5</c:v>
                </c:pt>
                <c:pt idx="773">
                  <c:v>3.5</c:v>
                </c:pt>
                <c:pt idx="774">
                  <c:v>3.5</c:v>
                </c:pt>
                <c:pt idx="775">
                  <c:v>3.5</c:v>
                </c:pt>
                <c:pt idx="776">
                  <c:v>3.5</c:v>
                </c:pt>
                <c:pt idx="777">
                  <c:v>3.5</c:v>
                </c:pt>
                <c:pt idx="778">
                  <c:v>3.5</c:v>
                </c:pt>
                <c:pt idx="779">
                  <c:v>3.5</c:v>
                </c:pt>
                <c:pt idx="780">
                  <c:v>3.5</c:v>
                </c:pt>
                <c:pt idx="781">
                  <c:v>3.5</c:v>
                </c:pt>
                <c:pt idx="782">
                  <c:v>3.5</c:v>
                </c:pt>
                <c:pt idx="783">
                  <c:v>3.5</c:v>
                </c:pt>
                <c:pt idx="784">
                  <c:v>3.5</c:v>
                </c:pt>
                <c:pt idx="785">
                  <c:v>3.5</c:v>
                </c:pt>
                <c:pt idx="786">
                  <c:v>3.5</c:v>
                </c:pt>
                <c:pt idx="787">
                  <c:v>3.5</c:v>
                </c:pt>
                <c:pt idx="788">
                  <c:v>3.5</c:v>
                </c:pt>
                <c:pt idx="789">
                  <c:v>3.5</c:v>
                </c:pt>
                <c:pt idx="790">
                  <c:v>3.5</c:v>
                </c:pt>
                <c:pt idx="791">
                  <c:v>3.5</c:v>
                </c:pt>
                <c:pt idx="792">
                  <c:v>3.5</c:v>
                </c:pt>
                <c:pt idx="793">
                  <c:v>3.5</c:v>
                </c:pt>
                <c:pt idx="794">
                  <c:v>3.5</c:v>
                </c:pt>
                <c:pt idx="795">
                  <c:v>3.5</c:v>
                </c:pt>
                <c:pt idx="796">
                  <c:v>3.5</c:v>
                </c:pt>
                <c:pt idx="797">
                  <c:v>3.5</c:v>
                </c:pt>
                <c:pt idx="798">
                  <c:v>3.5</c:v>
                </c:pt>
                <c:pt idx="799">
                  <c:v>3.5</c:v>
                </c:pt>
                <c:pt idx="800">
                  <c:v>3.5</c:v>
                </c:pt>
                <c:pt idx="801">
                  <c:v>3.5</c:v>
                </c:pt>
                <c:pt idx="802">
                  <c:v>3.5</c:v>
                </c:pt>
                <c:pt idx="803">
                  <c:v>3.5</c:v>
                </c:pt>
                <c:pt idx="804">
                  <c:v>3.5</c:v>
                </c:pt>
                <c:pt idx="805">
                  <c:v>3.5</c:v>
                </c:pt>
                <c:pt idx="806">
                  <c:v>3.5</c:v>
                </c:pt>
                <c:pt idx="807">
                  <c:v>3.5</c:v>
                </c:pt>
                <c:pt idx="808">
                  <c:v>3.5</c:v>
                </c:pt>
                <c:pt idx="809">
                  <c:v>3.5</c:v>
                </c:pt>
                <c:pt idx="810">
                  <c:v>3.5</c:v>
                </c:pt>
                <c:pt idx="811">
                  <c:v>3.5</c:v>
                </c:pt>
                <c:pt idx="812">
                  <c:v>3.5</c:v>
                </c:pt>
                <c:pt idx="813">
                  <c:v>3.5</c:v>
                </c:pt>
                <c:pt idx="814">
                  <c:v>3.5</c:v>
                </c:pt>
                <c:pt idx="815">
                  <c:v>3.5</c:v>
                </c:pt>
                <c:pt idx="816">
                  <c:v>3.5</c:v>
                </c:pt>
                <c:pt idx="817">
                  <c:v>3.5</c:v>
                </c:pt>
                <c:pt idx="818">
                  <c:v>3.5</c:v>
                </c:pt>
                <c:pt idx="819">
                  <c:v>3.5</c:v>
                </c:pt>
                <c:pt idx="820">
                  <c:v>3.5</c:v>
                </c:pt>
                <c:pt idx="821">
                  <c:v>3.5</c:v>
                </c:pt>
                <c:pt idx="822">
                  <c:v>3.5</c:v>
                </c:pt>
                <c:pt idx="823">
                  <c:v>3.5</c:v>
                </c:pt>
                <c:pt idx="824">
                  <c:v>3.5</c:v>
                </c:pt>
                <c:pt idx="825">
                  <c:v>3.5</c:v>
                </c:pt>
                <c:pt idx="826">
                  <c:v>3.5</c:v>
                </c:pt>
                <c:pt idx="827">
                  <c:v>3.5</c:v>
                </c:pt>
                <c:pt idx="828">
                  <c:v>3.5</c:v>
                </c:pt>
                <c:pt idx="829">
                  <c:v>3.5</c:v>
                </c:pt>
                <c:pt idx="830">
                  <c:v>3.5</c:v>
                </c:pt>
                <c:pt idx="831">
                  <c:v>3.5</c:v>
                </c:pt>
                <c:pt idx="832">
                  <c:v>3.5</c:v>
                </c:pt>
                <c:pt idx="833">
                  <c:v>3.5</c:v>
                </c:pt>
                <c:pt idx="834">
                  <c:v>3.5</c:v>
                </c:pt>
                <c:pt idx="835">
                  <c:v>3.5</c:v>
                </c:pt>
                <c:pt idx="836">
                  <c:v>3.5</c:v>
                </c:pt>
                <c:pt idx="837">
                  <c:v>3.5</c:v>
                </c:pt>
                <c:pt idx="838">
                  <c:v>3.5</c:v>
                </c:pt>
                <c:pt idx="839">
                  <c:v>3.5</c:v>
                </c:pt>
                <c:pt idx="840">
                  <c:v>3.5</c:v>
                </c:pt>
                <c:pt idx="841">
                  <c:v>3.5</c:v>
                </c:pt>
                <c:pt idx="842">
                  <c:v>3.5</c:v>
                </c:pt>
                <c:pt idx="843">
                  <c:v>3.5</c:v>
                </c:pt>
                <c:pt idx="844">
                  <c:v>3.5</c:v>
                </c:pt>
                <c:pt idx="845">
                  <c:v>3.5</c:v>
                </c:pt>
                <c:pt idx="846">
                  <c:v>3.5</c:v>
                </c:pt>
                <c:pt idx="847">
                  <c:v>3.5</c:v>
                </c:pt>
                <c:pt idx="848">
                  <c:v>3.5</c:v>
                </c:pt>
                <c:pt idx="849">
                  <c:v>3.5</c:v>
                </c:pt>
                <c:pt idx="850">
                  <c:v>3.5</c:v>
                </c:pt>
                <c:pt idx="851">
                  <c:v>3.5</c:v>
                </c:pt>
                <c:pt idx="852">
                  <c:v>3.5</c:v>
                </c:pt>
                <c:pt idx="853">
                  <c:v>3.5</c:v>
                </c:pt>
                <c:pt idx="854">
                  <c:v>3.5</c:v>
                </c:pt>
                <c:pt idx="855">
                  <c:v>3.5</c:v>
                </c:pt>
                <c:pt idx="856">
                  <c:v>3.5</c:v>
                </c:pt>
                <c:pt idx="857">
                  <c:v>3.5</c:v>
                </c:pt>
                <c:pt idx="858">
                  <c:v>3.5</c:v>
                </c:pt>
                <c:pt idx="859">
                  <c:v>3.5</c:v>
                </c:pt>
                <c:pt idx="860">
                  <c:v>3.5</c:v>
                </c:pt>
                <c:pt idx="861">
                  <c:v>3.5</c:v>
                </c:pt>
                <c:pt idx="862">
                  <c:v>3.5</c:v>
                </c:pt>
                <c:pt idx="863">
                  <c:v>3.5</c:v>
                </c:pt>
                <c:pt idx="864">
                  <c:v>3.5</c:v>
                </c:pt>
                <c:pt idx="865">
                  <c:v>3.5</c:v>
                </c:pt>
                <c:pt idx="866">
                  <c:v>3.5</c:v>
                </c:pt>
                <c:pt idx="867">
                  <c:v>3.5</c:v>
                </c:pt>
                <c:pt idx="868">
                  <c:v>3.5</c:v>
                </c:pt>
                <c:pt idx="869">
                  <c:v>3.5</c:v>
                </c:pt>
                <c:pt idx="870">
                  <c:v>3.5</c:v>
                </c:pt>
                <c:pt idx="871">
                  <c:v>3.5</c:v>
                </c:pt>
                <c:pt idx="872">
                  <c:v>3.5</c:v>
                </c:pt>
                <c:pt idx="873">
                  <c:v>3.5</c:v>
                </c:pt>
                <c:pt idx="874">
                  <c:v>3.5</c:v>
                </c:pt>
                <c:pt idx="875">
                  <c:v>3.5</c:v>
                </c:pt>
                <c:pt idx="876">
                  <c:v>3.5</c:v>
                </c:pt>
                <c:pt idx="877">
                  <c:v>3.5</c:v>
                </c:pt>
                <c:pt idx="878">
                  <c:v>3.5</c:v>
                </c:pt>
                <c:pt idx="879">
                  <c:v>3.5</c:v>
                </c:pt>
                <c:pt idx="880">
                  <c:v>3.5</c:v>
                </c:pt>
                <c:pt idx="881">
                  <c:v>3.5</c:v>
                </c:pt>
                <c:pt idx="882">
                  <c:v>3.5</c:v>
                </c:pt>
                <c:pt idx="883">
                  <c:v>3.5</c:v>
                </c:pt>
                <c:pt idx="884">
                  <c:v>3.5</c:v>
                </c:pt>
                <c:pt idx="885">
                  <c:v>3.5</c:v>
                </c:pt>
                <c:pt idx="886">
                  <c:v>3.5</c:v>
                </c:pt>
                <c:pt idx="887">
                  <c:v>3.5</c:v>
                </c:pt>
                <c:pt idx="888">
                  <c:v>3.5</c:v>
                </c:pt>
                <c:pt idx="889">
                  <c:v>3.5</c:v>
                </c:pt>
                <c:pt idx="890">
                  <c:v>3.5</c:v>
                </c:pt>
                <c:pt idx="891">
                  <c:v>3.5</c:v>
                </c:pt>
                <c:pt idx="892">
                  <c:v>3.5</c:v>
                </c:pt>
                <c:pt idx="893">
                  <c:v>3.5</c:v>
                </c:pt>
                <c:pt idx="894">
                  <c:v>3.5</c:v>
                </c:pt>
                <c:pt idx="895">
                  <c:v>3.5</c:v>
                </c:pt>
                <c:pt idx="896">
                  <c:v>3.5</c:v>
                </c:pt>
                <c:pt idx="897">
                  <c:v>3.5</c:v>
                </c:pt>
                <c:pt idx="898">
                  <c:v>3.5</c:v>
                </c:pt>
                <c:pt idx="899">
                  <c:v>3.5</c:v>
                </c:pt>
                <c:pt idx="900">
                  <c:v>3.5</c:v>
                </c:pt>
                <c:pt idx="901">
                  <c:v>3.5</c:v>
                </c:pt>
                <c:pt idx="902">
                  <c:v>3.5</c:v>
                </c:pt>
                <c:pt idx="903">
                  <c:v>3.5</c:v>
                </c:pt>
                <c:pt idx="904">
                  <c:v>3.5</c:v>
                </c:pt>
                <c:pt idx="905">
                  <c:v>3.5</c:v>
                </c:pt>
                <c:pt idx="906">
                  <c:v>3.5</c:v>
                </c:pt>
                <c:pt idx="907">
                  <c:v>3.5</c:v>
                </c:pt>
                <c:pt idx="908">
                  <c:v>3.5</c:v>
                </c:pt>
                <c:pt idx="909">
                  <c:v>3.5</c:v>
                </c:pt>
                <c:pt idx="910">
                  <c:v>3.5</c:v>
                </c:pt>
                <c:pt idx="911">
                  <c:v>3.5</c:v>
                </c:pt>
                <c:pt idx="912">
                  <c:v>3.5</c:v>
                </c:pt>
                <c:pt idx="913">
                  <c:v>3.5</c:v>
                </c:pt>
                <c:pt idx="914">
                  <c:v>3.5</c:v>
                </c:pt>
                <c:pt idx="915">
                  <c:v>3.5</c:v>
                </c:pt>
                <c:pt idx="916">
                  <c:v>3.5</c:v>
                </c:pt>
                <c:pt idx="917">
                  <c:v>3.5</c:v>
                </c:pt>
                <c:pt idx="918">
                  <c:v>3.5</c:v>
                </c:pt>
                <c:pt idx="919">
                  <c:v>3.5</c:v>
                </c:pt>
                <c:pt idx="920">
                  <c:v>3.5</c:v>
                </c:pt>
                <c:pt idx="921">
                  <c:v>3.5</c:v>
                </c:pt>
                <c:pt idx="922">
                  <c:v>3.5</c:v>
                </c:pt>
                <c:pt idx="923">
                  <c:v>3.5</c:v>
                </c:pt>
                <c:pt idx="924">
                  <c:v>3.5</c:v>
                </c:pt>
                <c:pt idx="925">
                  <c:v>3.5</c:v>
                </c:pt>
                <c:pt idx="926">
                  <c:v>3.5</c:v>
                </c:pt>
                <c:pt idx="927">
                  <c:v>3.5</c:v>
                </c:pt>
                <c:pt idx="928">
                  <c:v>3.5</c:v>
                </c:pt>
                <c:pt idx="929">
                  <c:v>3.5</c:v>
                </c:pt>
                <c:pt idx="930">
                  <c:v>3.25</c:v>
                </c:pt>
                <c:pt idx="931">
                  <c:v>3.25</c:v>
                </c:pt>
                <c:pt idx="932">
                  <c:v>3.25</c:v>
                </c:pt>
                <c:pt idx="933">
                  <c:v>3.25</c:v>
                </c:pt>
                <c:pt idx="934">
                  <c:v>3.25</c:v>
                </c:pt>
                <c:pt idx="935">
                  <c:v>3.25</c:v>
                </c:pt>
                <c:pt idx="936">
                  <c:v>3.25</c:v>
                </c:pt>
                <c:pt idx="937">
                  <c:v>3.25</c:v>
                </c:pt>
                <c:pt idx="938">
                  <c:v>3.25</c:v>
                </c:pt>
                <c:pt idx="939">
                  <c:v>3.25</c:v>
                </c:pt>
                <c:pt idx="940">
                  <c:v>3.25</c:v>
                </c:pt>
                <c:pt idx="941">
                  <c:v>3.25</c:v>
                </c:pt>
                <c:pt idx="942">
                  <c:v>3.25</c:v>
                </c:pt>
                <c:pt idx="943">
                  <c:v>3.25</c:v>
                </c:pt>
                <c:pt idx="944">
                  <c:v>3.25</c:v>
                </c:pt>
                <c:pt idx="945">
                  <c:v>3.25</c:v>
                </c:pt>
                <c:pt idx="946">
                  <c:v>3.25</c:v>
                </c:pt>
                <c:pt idx="947">
                  <c:v>3.25</c:v>
                </c:pt>
                <c:pt idx="948">
                  <c:v>3.25</c:v>
                </c:pt>
                <c:pt idx="949">
                  <c:v>3.25</c:v>
                </c:pt>
                <c:pt idx="950">
                  <c:v>3.25</c:v>
                </c:pt>
                <c:pt idx="951">
                  <c:v>3.25</c:v>
                </c:pt>
                <c:pt idx="952">
                  <c:v>3.25</c:v>
                </c:pt>
                <c:pt idx="953">
                  <c:v>3.25</c:v>
                </c:pt>
                <c:pt idx="954">
                  <c:v>3.25</c:v>
                </c:pt>
                <c:pt idx="955">
                  <c:v>3.25</c:v>
                </c:pt>
                <c:pt idx="956">
                  <c:v>3.25</c:v>
                </c:pt>
                <c:pt idx="957">
                  <c:v>3.25</c:v>
                </c:pt>
                <c:pt idx="958">
                  <c:v>3.25</c:v>
                </c:pt>
                <c:pt idx="959">
                  <c:v>3.25</c:v>
                </c:pt>
                <c:pt idx="960">
                  <c:v>3.25</c:v>
                </c:pt>
                <c:pt idx="961">
                  <c:v>3.25</c:v>
                </c:pt>
                <c:pt idx="962">
                  <c:v>3.25</c:v>
                </c:pt>
                <c:pt idx="963">
                  <c:v>3.25</c:v>
                </c:pt>
                <c:pt idx="964">
                  <c:v>3</c:v>
                </c:pt>
                <c:pt idx="965">
                  <c:v>3</c:v>
                </c:pt>
                <c:pt idx="966">
                  <c:v>3</c:v>
                </c:pt>
                <c:pt idx="967">
                  <c:v>3</c:v>
                </c:pt>
                <c:pt idx="968">
                  <c:v>3</c:v>
                </c:pt>
                <c:pt idx="969">
                  <c:v>3</c:v>
                </c:pt>
                <c:pt idx="970">
                  <c:v>3</c:v>
                </c:pt>
                <c:pt idx="971">
                  <c:v>3</c:v>
                </c:pt>
                <c:pt idx="972">
                  <c:v>3</c:v>
                </c:pt>
                <c:pt idx="973">
                  <c:v>3</c:v>
                </c:pt>
                <c:pt idx="974">
                  <c:v>3</c:v>
                </c:pt>
                <c:pt idx="975">
                  <c:v>3</c:v>
                </c:pt>
                <c:pt idx="976">
                  <c:v>3</c:v>
                </c:pt>
                <c:pt idx="977">
                  <c:v>3</c:v>
                </c:pt>
                <c:pt idx="978">
                  <c:v>3</c:v>
                </c:pt>
                <c:pt idx="979">
                  <c:v>3</c:v>
                </c:pt>
                <c:pt idx="980">
                  <c:v>3</c:v>
                </c:pt>
                <c:pt idx="981">
                  <c:v>3</c:v>
                </c:pt>
                <c:pt idx="982">
                  <c:v>3</c:v>
                </c:pt>
                <c:pt idx="983">
                  <c:v>3</c:v>
                </c:pt>
                <c:pt idx="984">
                  <c:v>3</c:v>
                </c:pt>
                <c:pt idx="985">
                  <c:v>3</c:v>
                </c:pt>
                <c:pt idx="986">
                  <c:v>3</c:v>
                </c:pt>
                <c:pt idx="987">
                  <c:v>3</c:v>
                </c:pt>
                <c:pt idx="988">
                  <c:v>3</c:v>
                </c:pt>
                <c:pt idx="989">
                  <c:v>3</c:v>
                </c:pt>
                <c:pt idx="990">
                  <c:v>3</c:v>
                </c:pt>
                <c:pt idx="991">
                  <c:v>3</c:v>
                </c:pt>
                <c:pt idx="992">
                  <c:v>3</c:v>
                </c:pt>
                <c:pt idx="993">
                  <c:v>3</c:v>
                </c:pt>
                <c:pt idx="994">
                  <c:v>3</c:v>
                </c:pt>
                <c:pt idx="995">
                  <c:v>3</c:v>
                </c:pt>
                <c:pt idx="996">
                  <c:v>3</c:v>
                </c:pt>
                <c:pt idx="997">
                  <c:v>3</c:v>
                </c:pt>
                <c:pt idx="998">
                  <c:v>3</c:v>
                </c:pt>
                <c:pt idx="999">
                  <c:v>3</c:v>
                </c:pt>
                <c:pt idx="1000">
                  <c:v>3</c:v>
                </c:pt>
                <c:pt idx="1001">
                  <c:v>3</c:v>
                </c:pt>
                <c:pt idx="1002">
                  <c:v>3</c:v>
                </c:pt>
                <c:pt idx="1003">
                  <c:v>3</c:v>
                </c:pt>
                <c:pt idx="1004">
                  <c:v>3</c:v>
                </c:pt>
                <c:pt idx="1005">
                  <c:v>3</c:v>
                </c:pt>
                <c:pt idx="1006">
                  <c:v>3</c:v>
                </c:pt>
                <c:pt idx="1007">
                  <c:v>3</c:v>
                </c:pt>
                <c:pt idx="1008">
                  <c:v>3</c:v>
                </c:pt>
                <c:pt idx="1009">
                  <c:v>3</c:v>
                </c:pt>
                <c:pt idx="1010">
                  <c:v>3</c:v>
                </c:pt>
                <c:pt idx="1011">
                  <c:v>3</c:v>
                </c:pt>
                <c:pt idx="1012">
                  <c:v>3</c:v>
                </c:pt>
                <c:pt idx="1013">
                  <c:v>3</c:v>
                </c:pt>
                <c:pt idx="1014">
                  <c:v>3</c:v>
                </c:pt>
                <c:pt idx="1015">
                  <c:v>3</c:v>
                </c:pt>
                <c:pt idx="1016">
                  <c:v>3</c:v>
                </c:pt>
                <c:pt idx="1017">
                  <c:v>3</c:v>
                </c:pt>
                <c:pt idx="1018">
                  <c:v>3</c:v>
                </c:pt>
                <c:pt idx="1019">
                  <c:v>3</c:v>
                </c:pt>
                <c:pt idx="1020">
                  <c:v>3</c:v>
                </c:pt>
                <c:pt idx="1021">
                  <c:v>2.75</c:v>
                </c:pt>
                <c:pt idx="1022">
                  <c:v>2.75</c:v>
                </c:pt>
                <c:pt idx="1023">
                  <c:v>2.75</c:v>
                </c:pt>
                <c:pt idx="1024">
                  <c:v>2.75</c:v>
                </c:pt>
                <c:pt idx="1025">
                  <c:v>2.75</c:v>
                </c:pt>
                <c:pt idx="1026">
                  <c:v>2.75</c:v>
                </c:pt>
                <c:pt idx="1027">
                  <c:v>2.75</c:v>
                </c:pt>
                <c:pt idx="1028">
                  <c:v>2.75</c:v>
                </c:pt>
                <c:pt idx="1029">
                  <c:v>2.75</c:v>
                </c:pt>
                <c:pt idx="1030">
                  <c:v>2.75</c:v>
                </c:pt>
                <c:pt idx="1031">
                  <c:v>2.75</c:v>
                </c:pt>
                <c:pt idx="1032">
                  <c:v>2.75</c:v>
                </c:pt>
                <c:pt idx="1033">
                  <c:v>2.75</c:v>
                </c:pt>
                <c:pt idx="1034">
                  <c:v>2.75</c:v>
                </c:pt>
                <c:pt idx="1035">
                  <c:v>2.75</c:v>
                </c:pt>
                <c:pt idx="1036">
                  <c:v>2.75</c:v>
                </c:pt>
                <c:pt idx="1037">
                  <c:v>2.75</c:v>
                </c:pt>
                <c:pt idx="1038">
                  <c:v>2.75</c:v>
                </c:pt>
                <c:pt idx="1039">
                  <c:v>2.75</c:v>
                </c:pt>
                <c:pt idx="1040">
                  <c:v>2.75</c:v>
                </c:pt>
                <c:pt idx="1041">
                  <c:v>2.75</c:v>
                </c:pt>
                <c:pt idx="1042">
                  <c:v>2.75</c:v>
                </c:pt>
                <c:pt idx="1043">
                  <c:v>2.75</c:v>
                </c:pt>
                <c:pt idx="1044">
                  <c:v>2.75</c:v>
                </c:pt>
                <c:pt idx="1045">
                  <c:v>2.75</c:v>
                </c:pt>
                <c:pt idx="1046">
                  <c:v>2.75</c:v>
                </c:pt>
                <c:pt idx="1047">
                  <c:v>2.75</c:v>
                </c:pt>
                <c:pt idx="1048">
                  <c:v>2.75</c:v>
                </c:pt>
                <c:pt idx="1049">
                  <c:v>2.75</c:v>
                </c:pt>
                <c:pt idx="1050">
                  <c:v>2.75</c:v>
                </c:pt>
                <c:pt idx="1051">
                  <c:v>2.75</c:v>
                </c:pt>
                <c:pt idx="1052">
                  <c:v>2.75</c:v>
                </c:pt>
                <c:pt idx="1053">
                  <c:v>2.75</c:v>
                </c:pt>
                <c:pt idx="1054">
                  <c:v>2.75</c:v>
                </c:pt>
                <c:pt idx="1055">
                  <c:v>2.75</c:v>
                </c:pt>
                <c:pt idx="1056">
                  <c:v>2.75</c:v>
                </c:pt>
                <c:pt idx="1057">
                  <c:v>2.75</c:v>
                </c:pt>
                <c:pt idx="1058">
                  <c:v>2.75</c:v>
                </c:pt>
                <c:pt idx="1059">
                  <c:v>2.75</c:v>
                </c:pt>
                <c:pt idx="1060">
                  <c:v>2.75</c:v>
                </c:pt>
                <c:pt idx="1061">
                  <c:v>2.75</c:v>
                </c:pt>
                <c:pt idx="1062">
                  <c:v>2.75</c:v>
                </c:pt>
                <c:pt idx="1063">
                  <c:v>2.75</c:v>
                </c:pt>
                <c:pt idx="1064">
                  <c:v>2.75</c:v>
                </c:pt>
                <c:pt idx="1065">
                  <c:v>2.75</c:v>
                </c:pt>
                <c:pt idx="1066">
                  <c:v>2.75</c:v>
                </c:pt>
                <c:pt idx="1067">
                  <c:v>2.75</c:v>
                </c:pt>
                <c:pt idx="1068">
                  <c:v>2.75</c:v>
                </c:pt>
                <c:pt idx="1069">
                  <c:v>2.75</c:v>
                </c:pt>
                <c:pt idx="1070">
                  <c:v>2.75</c:v>
                </c:pt>
                <c:pt idx="1071">
                  <c:v>2.75</c:v>
                </c:pt>
                <c:pt idx="1072">
                  <c:v>2.75</c:v>
                </c:pt>
                <c:pt idx="1073">
                  <c:v>2.75</c:v>
                </c:pt>
                <c:pt idx="1074">
                  <c:v>2.75</c:v>
                </c:pt>
                <c:pt idx="1075">
                  <c:v>2.75</c:v>
                </c:pt>
                <c:pt idx="1076">
                  <c:v>2.75</c:v>
                </c:pt>
                <c:pt idx="1077">
                  <c:v>2.75</c:v>
                </c:pt>
                <c:pt idx="1078">
                  <c:v>2.75</c:v>
                </c:pt>
                <c:pt idx="1079">
                  <c:v>2.75</c:v>
                </c:pt>
                <c:pt idx="1080">
                  <c:v>2.75</c:v>
                </c:pt>
                <c:pt idx="1081">
                  <c:v>2.75</c:v>
                </c:pt>
                <c:pt idx="1082">
                  <c:v>2.75</c:v>
                </c:pt>
                <c:pt idx="1083">
                  <c:v>2.75</c:v>
                </c:pt>
                <c:pt idx="1084">
                  <c:v>2.5</c:v>
                </c:pt>
                <c:pt idx="1085">
                  <c:v>2.5</c:v>
                </c:pt>
                <c:pt idx="1086">
                  <c:v>2.5</c:v>
                </c:pt>
                <c:pt idx="1087">
                  <c:v>2.5</c:v>
                </c:pt>
                <c:pt idx="1088">
                  <c:v>2.5</c:v>
                </c:pt>
                <c:pt idx="1089">
                  <c:v>2.5</c:v>
                </c:pt>
                <c:pt idx="1090">
                  <c:v>2.5</c:v>
                </c:pt>
                <c:pt idx="1091">
                  <c:v>2.5</c:v>
                </c:pt>
                <c:pt idx="1092">
                  <c:v>2.5</c:v>
                </c:pt>
                <c:pt idx="1093">
                  <c:v>2.5</c:v>
                </c:pt>
                <c:pt idx="1094">
                  <c:v>2.5</c:v>
                </c:pt>
                <c:pt idx="1095">
                  <c:v>2.5</c:v>
                </c:pt>
                <c:pt idx="1096">
                  <c:v>2.5</c:v>
                </c:pt>
                <c:pt idx="1097">
                  <c:v>2.5</c:v>
                </c:pt>
                <c:pt idx="1098">
                  <c:v>2.5</c:v>
                </c:pt>
                <c:pt idx="1099">
                  <c:v>2.5</c:v>
                </c:pt>
                <c:pt idx="1100">
                  <c:v>2.5</c:v>
                </c:pt>
                <c:pt idx="1101">
                  <c:v>2.5</c:v>
                </c:pt>
                <c:pt idx="1102">
                  <c:v>2.5</c:v>
                </c:pt>
                <c:pt idx="1103">
                  <c:v>2.5</c:v>
                </c:pt>
                <c:pt idx="1104">
                  <c:v>2.5</c:v>
                </c:pt>
                <c:pt idx="1105">
                  <c:v>2.5</c:v>
                </c:pt>
                <c:pt idx="1106">
                  <c:v>2.5</c:v>
                </c:pt>
                <c:pt idx="1107">
                  <c:v>2.5</c:v>
                </c:pt>
                <c:pt idx="1108">
                  <c:v>2.5</c:v>
                </c:pt>
                <c:pt idx="1109">
                  <c:v>2.5</c:v>
                </c:pt>
                <c:pt idx="1110">
                  <c:v>2.5</c:v>
                </c:pt>
                <c:pt idx="1111">
                  <c:v>2.5</c:v>
                </c:pt>
                <c:pt idx="1112">
                  <c:v>2.5</c:v>
                </c:pt>
                <c:pt idx="1113">
                  <c:v>2.5</c:v>
                </c:pt>
                <c:pt idx="1114">
                  <c:v>2.5</c:v>
                </c:pt>
                <c:pt idx="1115">
                  <c:v>2.5</c:v>
                </c:pt>
                <c:pt idx="1116">
                  <c:v>2.5</c:v>
                </c:pt>
                <c:pt idx="1117">
                  <c:v>2.5</c:v>
                </c:pt>
                <c:pt idx="1118">
                  <c:v>2.5</c:v>
                </c:pt>
                <c:pt idx="1119">
                  <c:v>2.5</c:v>
                </c:pt>
                <c:pt idx="1120">
                  <c:v>2.5</c:v>
                </c:pt>
                <c:pt idx="1121">
                  <c:v>2.5</c:v>
                </c:pt>
                <c:pt idx="1122">
                  <c:v>2.5</c:v>
                </c:pt>
                <c:pt idx="1123">
                  <c:v>2.5</c:v>
                </c:pt>
                <c:pt idx="1124">
                  <c:v>2.5</c:v>
                </c:pt>
                <c:pt idx="1125">
                  <c:v>2.5</c:v>
                </c:pt>
                <c:pt idx="1126">
                  <c:v>2.5</c:v>
                </c:pt>
                <c:pt idx="1127">
                  <c:v>2.5</c:v>
                </c:pt>
                <c:pt idx="1128">
                  <c:v>2.5</c:v>
                </c:pt>
                <c:pt idx="1129">
                  <c:v>2.5</c:v>
                </c:pt>
                <c:pt idx="1130">
                  <c:v>2.5</c:v>
                </c:pt>
                <c:pt idx="1131">
                  <c:v>2.5</c:v>
                </c:pt>
                <c:pt idx="1132">
                  <c:v>2.5</c:v>
                </c:pt>
                <c:pt idx="1133">
                  <c:v>2.5</c:v>
                </c:pt>
                <c:pt idx="1134">
                  <c:v>2.5</c:v>
                </c:pt>
                <c:pt idx="1135">
                  <c:v>2.5</c:v>
                </c:pt>
                <c:pt idx="1136">
                  <c:v>2.5</c:v>
                </c:pt>
                <c:pt idx="1137">
                  <c:v>2.5</c:v>
                </c:pt>
                <c:pt idx="1138">
                  <c:v>2.5</c:v>
                </c:pt>
                <c:pt idx="1139">
                  <c:v>2.5</c:v>
                </c:pt>
                <c:pt idx="1140">
                  <c:v>2.5</c:v>
                </c:pt>
                <c:pt idx="1141">
                  <c:v>2.5</c:v>
                </c:pt>
                <c:pt idx="1142">
                  <c:v>2.5</c:v>
                </c:pt>
                <c:pt idx="1143">
                  <c:v>2.5</c:v>
                </c:pt>
                <c:pt idx="1144">
                  <c:v>2.5</c:v>
                </c:pt>
                <c:pt idx="1145">
                  <c:v>2.5</c:v>
                </c:pt>
                <c:pt idx="1146">
                  <c:v>2.5</c:v>
                </c:pt>
                <c:pt idx="1147">
                  <c:v>2.5</c:v>
                </c:pt>
                <c:pt idx="1148">
                  <c:v>2.5</c:v>
                </c:pt>
                <c:pt idx="1149">
                  <c:v>2.5</c:v>
                </c:pt>
                <c:pt idx="1150">
                  <c:v>2.5</c:v>
                </c:pt>
                <c:pt idx="1151">
                  <c:v>2.5</c:v>
                </c:pt>
                <c:pt idx="1152">
                  <c:v>2.5</c:v>
                </c:pt>
                <c:pt idx="1153">
                  <c:v>2.5</c:v>
                </c:pt>
                <c:pt idx="1154">
                  <c:v>2.5</c:v>
                </c:pt>
                <c:pt idx="1155">
                  <c:v>2.5</c:v>
                </c:pt>
                <c:pt idx="1156">
                  <c:v>2.5</c:v>
                </c:pt>
                <c:pt idx="1157">
                  <c:v>2.5</c:v>
                </c:pt>
                <c:pt idx="1158">
                  <c:v>2.5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18533409"/>
        <c:axId val="36549729"/>
      </c:lineChart>
      <c:catAx>
        <c:axId val="18533409"/>
        <c:scaling>
          <c:orientation val="minMax"/>
          <c:max val="1670"/>
          <c:min val="1096"/>
        </c:scaling>
        <c:delete val="0"/>
        <c:axPos val="b"/>
        <c:numFmt formatCode="yy\.mm" sourceLinked="0"/>
        <c:majorTickMark val="in"/>
        <c:minorTickMark val="none"/>
        <c:tickLblPos val="low"/>
        <c:spPr>
          <a:ln w="324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36549729"/>
        <c:crossesAt val="0"/>
        <c:auto val="1"/>
        <c:lblAlgn val="ctr"/>
        <c:lblOffset val="100"/>
        <c:noMultiLvlLbl val="0"/>
        <c:majorUnit val="2"/>
      </c:catAx>
      <c:valAx>
        <c:axId val="36549729"/>
        <c:scaling>
          <c:orientation val="minMax"/>
          <c:max val="4"/>
          <c:min val="2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#,##0.0\ " sourceLinked="0"/>
        <c:majorTickMark val="in"/>
        <c:minorTickMark val="none"/>
        <c:tickLblPos val="nextTo"/>
        <c:spPr>
          <a:ln w="324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18533409"/>
        <c:crosses val="min"/>
        <c:crossBetween val="midCat"/>
        <c:majorUnit val="0.4"/>
      </c:valAx>
      <c:catAx>
        <c:axId val="18482667"/>
        <c:scaling>
          <c:orientation val="minMax"/>
        </c:scaling>
        <c:delete val="1"/>
        <c:axPos val="t"/>
        <c:numFmt formatCode="yyyy\-mm\-dd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55333389"/>
        <c:auto val="1"/>
        <c:lblAlgn val="ctr"/>
        <c:lblOffset val="100"/>
        <c:noMultiLvlLbl val="0"/>
      </c:catAx>
      <c:valAx>
        <c:axId val="55333389"/>
        <c:scaling>
          <c:orientation val="minMax"/>
          <c:max val="80"/>
          <c:min val="-20"/>
        </c:scaling>
        <c:delete val="0"/>
        <c:axPos val="r"/>
        <c:numFmt formatCode="General" sourceLinked="0"/>
        <c:majorTickMark val="in"/>
        <c:minorTickMark val="none"/>
        <c:tickLblPos val="nextTo"/>
        <c:spPr>
          <a:ln w="936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18482667"/>
        <c:crosses val="max"/>
        <c:crossBetween val="midCat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0203519374333452"/>
          <c:y val="0.032513616108268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699" strike="noStrike" u="none">
              <a:solidFill>
                <a:srgbClr val="000000"/>
              </a:solidFill>
              <a:uFillTx/>
              <a:latin typeface="Pretendard"/>
              <a:ea typeface="Pretendard"/>
            </a:defRPr>
          </a:pPr>
        </a:p>
      </c:txPr>
    </c:legend>
    <c:plotVisOnly val="0"/>
    <c:dispBlanksAs val="zero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areaChart>
        <c:grouping val="standard"/>
        <c:ser>
          <c:idx val="0"/>
          <c:order val="0"/>
          <c:tx>
            <c:strRef>
              <c:f>label 1</c:f>
              <c:strCache>
                <c:ptCount val="1"/>
                <c:pt idx="0">
                  <c:v>미 10-2년 스프레드 (우)</c:v>
                </c:pt>
              </c:strCache>
            </c:strRef>
          </c:tx>
          <c:spPr>
            <a:solidFill>
              <a:srgbClr val="d9d9d9"/>
            </a:solidFill>
            <a:ln w="0">
              <a:noFill/>
            </a:ln>
          </c:spP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942"/>
                <c:pt idx="0">
                  <c:v>42614</c:v>
                </c:pt>
                <c:pt idx="1">
                  <c:v>42615</c:v>
                </c:pt>
                <c:pt idx="2">
                  <c:v>42618</c:v>
                </c:pt>
                <c:pt idx="3">
                  <c:v>42619</c:v>
                </c:pt>
                <c:pt idx="4">
                  <c:v>42620</c:v>
                </c:pt>
                <c:pt idx="5">
                  <c:v>42621</c:v>
                </c:pt>
                <c:pt idx="6">
                  <c:v>42622</c:v>
                </c:pt>
                <c:pt idx="7">
                  <c:v>42625</c:v>
                </c:pt>
                <c:pt idx="8">
                  <c:v>42626</c:v>
                </c:pt>
                <c:pt idx="9">
                  <c:v>42627</c:v>
                </c:pt>
                <c:pt idx="10">
                  <c:v>42628</c:v>
                </c:pt>
                <c:pt idx="11">
                  <c:v>42629</c:v>
                </c:pt>
                <c:pt idx="12">
                  <c:v>42632</c:v>
                </c:pt>
                <c:pt idx="13">
                  <c:v>42633</c:v>
                </c:pt>
                <c:pt idx="14">
                  <c:v>42634</c:v>
                </c:pt>
                <c:pt idx="15">
                  <c:v>42635</c:v>
                </c:pt>
                <c:pt idx="16">
                  <c:v>42636</c:v>
                </c:pt>
                <c:pt idx="17">
                  <c:v>42639</c:v>
                </c:pt>
                <c:pt idx="18">
                  <c:v>42640</c:v>
                </c:pt>
                <c:pt idx="19">
                  <c:v>42641</c:v>
                </c:pt>
                <c:pt idx="20">
                  <c:v>42642</c:v>
                </c:pt>
                <c:pt idx="21">
                  <c:v>42643</c:v>
                </c:pt>
                <c:pt idx="22">
                  <c:v>42646</c:v>
                </c:pt>
                <c:pt idx="23">
                  <c:v>42647</c:v>
                </c:pt>
                <c:pt idx="24">
                  <c:v>42648</c:v>
                </c:pt>
                <c:pt idx="25">
                  <c:v>42649</c:v>
                </c:pt>
                <c:pt idx="26">
                  <c:v>42650</c:v>
                </c:pt>
                <c:pt idx="27">
                  <c:v>42653</c:v>
                </c:pt>
                <c:pt idx="28">
                  <c:v>42654</c:v>
                </c:pt>
                <c:pt idx="29">
                  <c:v>42655</c:v>
                </c:pt>
                <c:pt idx="30">
                  <c:v>42656</c:v>
                </c:pt>
                <c:pt idx="31">
                  <c:v>42657</c:v>
                </c:pt>
                <c:pt idx="32">
                  <c:v>42660</c:v>
                </c:pt>
                <c:pt idx="33">
                  <c:v>42661</c:v>
                </c:pt>
                <c:pt idx="34">
                  <c:v>42662</c:v>
                </c:pt>
                <c:pt idx="35">
                  <c:v>42663</c:v>
                </c:pt>
                <c:pt idx="36">
                  <c:v>42664</c:v>
                </c:pt>
                <c:pt idx="37">
                  <c:v>42667</c:v>
                </c:pt>
                <c:pt idx="38">
                  <c:v>42668</c:v>
                </c:pt>
                <c:pt idx="39">
                  <c:v>42669</c:v>
                </c:pt>
                <c:pt idx="40">
                  <c:v>42670</c:v>
                </c:pt>
                <c:pt idx="41">
                  <c:v>42671</c:v>
                </c:pt>
                <c:pt idx="42">
                  <c:v>42674</c:v>
                </c:pt>
                <c:pt idx="43">
                  <c:v>42675</c:v>
                </c:pt>
                <c:pt idx="44">
                  <c:v>42676</c:v>
                </c:pt>
                <c:pt idx="45">
                  <c:v>42677</c:v>
                </c:pt>
                <c:pt idx="46">
                  <c:v>42678</c:v>
                </c:pt>
                <c:pt idx="47">
                  <c:v>42681</c:v>
                </c:pt>
                <c:pt idx="48">
                  <c:v>42682</c:v>
                </c:pt>
                <c:pt idx="49">
                  <c:v>42683</c:v>
                </c:pt>
                <c:pt idx="50">
                  <c:v>42684</c:v>
                </c:pt>
                <c:pt idx="51">
                  <c:v>42685</c:v>
                </c:pt>
                <c:pt idx="52">
                  <c:v>42688</c:v>
                </c:pt>
                <c:pt idx="53">
                  <c:v>42689</c:v>
                </c:pt>
                <c:pt idx="54">
                  <c:v>42690</c:v>
                </c:pt>
                <c:pt idx="55">
                  <c:v>42691</c:v>
                </c:pt>
                <c:pt idx="56">
                  <c:v>42692</c:v>
                </c:pt>
                <c:pt idx="57">
                  <c:v>42695</c:v>
                </c:pt>
                <c:pt idx="58">
                  <c:v>42696</c:v>
                </c:pt>
                <c:pt idx="59">
                  <c:v>42697</c:v>
                </c:pt>
                <c:pt idx="60">
                  <c:v>42698</c:v>
                </c:pt>
                <c:pt idx="61">
                  <c:v>42699</c:v>
                </c:pt>
                <c:pt idx="62">
                  <c:v>42702</c:v>
                </c:pt>
                <c:pt idx="63">
                  <c:v>42703</c:v>
                </c:pt>
                <c:pt idx="64">
                  <c:v>42704</c:v>
                </c:pt>
                <c:pt idx="65">
                  <c:v>42705</c:v>
                </c:pt>
                <c:pt idx="66">
                  <c:v>42706</c:v>
                </c:pt>
                <c:pt idx="67">
                  <c:v>42709</c:v>
                </c:pt>
                <c:pt idx="68">
                  <c:v>42710</c:v>
                </c:pt>
                <c:pt idx="69">
                  <c:v>42711</c:v>
                </c:pt>
                <c:pt idx="70">
                  <c:v>42712</c:v>
                </c:pt>
                <c:pt idx="71">
                  <c:v>42713</c:v>
                </c:pt>
                <c:pt idx="72">
                  <c:v>42716</c:v>
                </c:pt>
                <c:pt idx="73">
                  <c:v>42717</c:v>
                </c:pt>
                <c:pt idx="74">
                  <c:v>42718</c:v>
                </c:pt>
                <c:pt idx="75">
                  <c:v>42719</c:v>
                </c:pt>
                <c:pt idx="76">
                  <c:v>42720</c:v>
                </c:pt>
                <c:pt idx="77">
                  <c:v>42723</c:v>
                </c:pt>
                <c:pt idx="78">
                  <c:v>42724</c:v>
                </c:pt>
                <c:pt idx="79">
                  <c:v>42725</c:v>
                </c:pt>
                <c:pt idx="80">
                  <c:v>42726</c:v>
                </c:pt>
                <c:pt idx="81">
                  <c:v>42727</c:v>
                </c:pt>
                <c:pt idx="82">
                  <c:v>42730</c:v>
                </c:pt>
                <c:pt idx="83">
                  <c:v>42731</c:v>
                </c:pt>
                <c:pt idx="84">
                  <c:v>42732</c:v>
                </c:pt>
                <c:pt idx="85">
                  <c:v>42733</c:v>
                </c:pt>
                <c:pt idx="86">
                  <c:v>42734</c:v>
                </c:pt>
                <c:pt idx="87">
                  <c:v>42737</c:v>
                </c:pt>
                <c:pt idx="88">
                  <c:v>42738</c:v>
                </c:pt>
                <c:pt idx="89">
                  <c:v>42739</c:v>
                </c:pt>
                <c:pt idx="90">
                  <c:v>42740</c:v>
                </c:pt>
                <c:pt idx="91">
                  <c:v>42741</c:v>
                </c:pt>
                <c:pt idx="92">
                  <c:v>42744</c:v>
                </c:pt>
                <c:pt idx="93">
                  <c:v>42745</c:v>
                </c:pt>
                <c:pt idx="94">
                  <c:v>42746</c:v>
                </c:pt>
                <c:pt idx="95">
                  <c:v>42747</c:v>
                </c:pt>
                <c:pt idx="96">
                  <c:v>42748</c:v>
                </c:pt>
                <c:pt idx="97">
                  <c:v>42751</c:v>
                </c:pt>
                <c:pt idx="98">
                  <c:v>42752</c:v>
                </c:pt>
                <c:pt idx="99">
                  <c:v>42753</c:v>
                </c:pt>
                <c:pt idx="100">
                  <c:v>42754</c:v>
                </c:pt>
                <c:pt idx="101">
                  <c:v>42755</c:v>
                </c:pt>
                <c:pt idx="102">
                  <c:v>42758</c:v>
                </c:pt>
                <c:pt idx="103">
                  <c:v>42759</c:v>
                </c:pt>
                <c:pt idx="104">
                  <c:v>42760</c:v>
                </c:pt>
                <c:pt idx="105">
                  <c:v>42761</c:v>
                </c:pt>
                <c:pt idx="106">
                  <c:v>42762</c:v>
                </c:pt>
                <c:pt idx="107">
                  <c:v>42765</c:v>
                </c:pt>
                <c:pt idx="108">
                  <c:v>42766</c:v>
                </c:pt>
                <c:pt idx="109">
                  <c:v>42767</c:v>
                </c:pt>
                <c:pt idx="110">
                  <c:v>42768</c:v>
                </c:pt>
                <c:pt idx="111">
                  <c:v>42769</c:v>
                </c:pt>
                <c:pt idx="112">
                  <c:v>42772</c:v>
                </c:pt>
                <c:pt idx="113">
                  <c:v>42773</c:v>
                </c:pt>
                <c:pt idx="114">
                  <c:v>42774</c:v>
                </c:pt>
                <c:pt idx="115">
                  <c:v>42775</c:v>
                </c:pt>
                <c:pt idx="116">
                  <c:v>42776</c:v>
                </c:pt>
                <c:pt idx="117">
                  <c:v>42779</c:v>
                </c:pt>
                <c:pt idx="118">
                  <c:v>42780</c:v>
                </c:pt>
                <c:pt idx="119">
                  <c:v>42781</c:v>
                </c:pt>
                <c:pt idx="120">
                  <c:v>42782</c:v>
                </c:pt>
                <c:pt idx="121">
                  <c:v>42783</c:v>
                </c:pt>
                <c:pt idx="122">
                  <c:v>42786</c:v>
                </c:pt>
                <c:pt idx="123">
                  <c:v>42787</c:v>
                </c:pt>
                <c:pt idx="124">
                  <c:v>42788</c:v>
                </c:pt>
                <c:pt idx="125">
                  <c:v>42789</c:v>
                </c:pt>
                <c:pt idx="126">
                  <c:v>42790</c:v>
                </c:pt>
                <c:pt idx="127">
                  <c:v>42793</c:v>
                </c:pt>
                <c:pt idx="128">
                  <c:v>42794</c:v>
                </c:pt>
                <c:pt idx="129">
                  <c:v>42795</c:v>
                </c:pt>
                <c:pt idx="130">
                  <c:v>42796</c:v>
                </c:pt>
                <c:pt idx="131">
                  <c:v>42797</c:v>
                </c:pt>
                <c:pt idx="132">
                  <c:v>42800</c:v>
                </c:pt>
                <c:pt idx="133">
                  <c:v>42801</c:v>
                </c:pt>
                <c:pt idx="134">
                  <c:v>42802</c:v>
                </c:pt>
                <c:pt idx="135">
                  <c:v>42803</c:v>
                </c:pt>
                <c:pt idx="136">
                  <c:v>42804</c:v>
                </c:pt>
                <c:pt idx="137">
                  <c:v>42807</c:v>
                </c:pt>
                <c:pt idx="138">
                  <c:v>42808</c:v>
                </c:pt>
                <c:pt idx="139">
                  <c:v>42809</c:v>
                </c:pt>
                <c:pt idx="140">
                  <c:v>42810</c:v>
                </c:pt>
                <c:pt idx="141">
                  <c:v>42811</c:v>
                </c:pt>
                <c:pt idx="142">
                  <c:v>42814</c:v>
                </c:pt>
                <c:pt idx="143">
                  <c:v>42815</c:v>
                </c:pt>
                <c:pt idx="144">
                  <c:v>42816</c:v>
                </c:pt>
                <c:pt idx="145">
                  <c:v>42817</c:v>
                </c:pt>
                <c:pt idx="146">
                  <c:v>42818</c:v>
                </c:pt>
                <c:pt idx="147">
                  <c:v>42821</c:v>
                </c:pt>
                <c:pt idx="148">
                  <c:v>42822</c:v>
                </c:pt>
                <c:pt idx="149">
                  <c:v>42823</c:v>
                </c:pt>
                <c:pt idx="150">
                  <c:v>42824</c:v>
                </c:pt>
                <c:pt idx="151">
                  <c:v>42825</c:v>
                </c:pt>
                <c:pt idx="152">
                  <c:v>42828</c:v>
                </c:pt>
                <c:pt idx="153">
                  <c:v>42829</c:v>
                </c:pt>
                <c:pt idx="154">
                  <c:v>42830</c:v>
                </c:pt>
                <c:pt idx="155">
                  <c:v>42831</c:v>
                </c:pt>
                <c:pt idx="156">
                  <c:v>42832</c:v>
                </c:pt>
                <c:pt idx="157">
                  <c:v>42835</c:v>
                </c:pt>
                <c:pt idx="158">
                  <c:v>42836</c:v>
                </c:pt>
                <c:pt idx="159">
                  <c:v>42837</c:v>
                </c:pt>
                <c:pt idx="160">
                  <c:v>42838</c:v>
                </c:pt>
                <c:pt idx="161">
                  <c:v>42839</c:v>
                </c:pt>
                <c:pt idx="162">
                  <c:v>42842</c:v>
                </c:pt>
                <c:pt idx="163">
                  <c:v>42843</c:v>
                </c:pt>
                <c:pt idx="164">
                  <c:v>42844</c:v>
                </c:pt>
                <c:pt idx="165">
                  <c:v>42845</c:v>
                </c:pt>
                <c:pt idx="166">
                  <c:v>42846</c:v>
                </c:pt>
                <c:pt idx="167">
                  <c:v>42849</c:v>
                </c:pt>
                <c:pt idx="168">
                  <c:v>42850</c:v>
                </c:pt>
                <c:pt idx="169">
                  <c:v>42851</c:v>
                </c:pt>
                <c:pt idx="170">
                  <c:v>42852</c:v>
                </c:pt>
                <c:pt idx="171">
                  <c:v>42853</c:v>
                </c:pt>
                <c:pt idx="172">
                  <c:v>42856</c:v>
                </c:pt>
                <c:pt idx="173">
                  <c:v>42857</c:v>
                </c:pt>
                <c:pt idx="174">
                  <c:v>42858</c:v>
                </c:pt>
                <c:pt idx="175">
                  <c:v>42859</c:v>
                </c:pt>
                <c:pt idx="176">
                  <c:v>42860</c:v>
                </c:pt>
                <c:pt idx="177">
                  <c:v>42863</c:v>
                </c:pt>
                <c:pt idx="178">
                  <c:v>42864</c:v>
                </c:pt>
                <c:pt idx="179">
                  <c:v>42865</c:v>
                </c:pt>
                <c:pt idx="180">
                  <c:v>42866</c:v>
                </c:pt>
                <c:pt idx="181">
                  <c:v>42867</c:v>
                </c:pt>
                <c:pt idx="182">
                  <c:v>42870</c:v>
                </c:pt>
                <c:pt idx="183">
                  <c:v>42871</c:v>
                </c:pt>
                <c:pt idx="184">
                  <c:v>42872</c:v>
                </c:pt>
                <c:pt idx="185">
                  <c:v>42873</c:v>
                </c:pt>
                <c:pt idx="186">
                  <c:v>42874</c:v>
                </c:pt>
                <c:pt idx="187">
                  <c:v>42877</c:v>
                </c:pt>
                <c:pt idx="188">
                  <c:v>42878</c:v>
                </c:pt>
                <c:pt idx="189">
                  <c:v>42879</c:v>
                </c:pt>
                <c:pt idx="190">
                  <c:v>42880</c:v>
                </c:pt>
                <c:pt idx="191">
                  <c:v>42881</c:v>
                </c:pt>
                <c:pt idx="192">
                  <c:v>42884</c:v>
                </c:pt>
                <c:pt idx="193">
                  <c:v>42885</c:v>
                </c:pt>
                <c:pt idx="194">
                  <c:v>42886</c:v>
                </c:pt>
                <c:pt idx="195">
                  <c:v>42887</c:v>
                </c:pt>
                <c:pt idx="196">
                  <c:v>42888</c:v>
                </c:pt>
                <c:pt idx="197">
                  <c:v>42891</c:v>
                </c:pt>
                <c:pt idx="198">
                  <c:v>42892</c:v>
                </c:pt>
                <c:pt idx="199">
                  <c:v>42893</c:v>
                </c:pt>
                <c:pt idx="200">
                  <c:v>42894</c:v>
                </c:pt>
                <c:pt idx="201">
                  <c:v>42895</c:v>
                </c:pt>
                <c:pt idx="202">
                  <c:v>42898</c:v>
                </c:pt>
                <c:pt idx="203">
                  <c:v>42899</c:v>
                </c:pt>
                <c:pt idx="204">
                  <c:v>42900</c:v>
                </c:pt>
                <c:pt idx="205">
                  <c:v>42901</c:v>
                </c:pt>
                <c:pt idx="206">
                  <c:v>42902</c:v>
                </c:pt>
                <c:pt idx="207">
                  <c:v>42905</c:v>
                </c:pt>
                <c:pt idx="208">
                  <c:v>42906</c:v>
                </c:pt>
                <c:pt idx="209">
                  <c:v>42907</c:v>
                </c:pt>
                <c:pt idx="210">
                  <c:v>42908</c:v>
                </c:pt>
                <c:pt idx="211">
                  <c:v>42909</c:v>
                </c:pt>
                <c:pt idx="212">
                  <c:v>42912</c:v>
                </c:pt>
                <c:pt idx="213">
                  <c:v>42913</c:v>
                </c:pt>
                <c:pt idx="214">
                  <c:v>42914</c:v>
                </c:pt>
                <c:pt idx="215">
                  <c:v>42915</c:v>
                </c:pt>
                <c:pt idx="216">
                  <c:v>42916</c:v>
                </c:pt>
                <c:pt idx="217">
                  <c:v>42919</c:v>
                </c:pt>
                <c:pt idx="218">
                  <c:v>42920</c:v>
                </c:pt>
                <c:pt idx="219">
                  <c:v>42921</c:v>
                </c:pt>
                <c:pt idx="220">
                  <c:v>42922</c:v>
                </c:pt>
                <c:pt idx="221">
                  <c:v>42923</c:v>
                </c:pt>
                <c:pt idx="222">
                  <c:v>42926</c:v>
                </c:pt>
                <c:pt idx="223">
                  <c:v>42927</c:v>
                </c:pt>
                <c:pt idx="224">
                  <c:v>42928</c:v>
                </c:pt>
                <c:pt idx="225">
                  <c:v>42929</c:v>
                </c:pt>
                <c:pt idx="226">
                  <c:v>42930</c:v>
                </c:pt>
                <c:pt idx="227">
                  <c:v>42933</c:v>
                </c:pt>
                <c:pt idx="228">
                  <c:v>42934</c:v>
                </c:pt>
                <c:pt idx="229">
                  <c:v>42935</c:v>
                </c:pt>
                <c:pt idx="230">
                  <c:v>42936</c:v>
                </c:pt>
                <c:pt idx="231">
                  <c:v>42937</c:v>
                </c:pt>
                <c:pt idx="232">
                  <c:v>42940</c:v>
                </c:pt>
                <c:pt idx="233">
                  <c:v>42941</c:v>
                </c:pt>
                <c:pt idx="234">
                  <c:v>42942</c:v>
                </c:pt>
                <c:pt idx="235">
                  <c:v>42943</c:v>
                </c:pt>
                <c:pt idx="236">
                  <c:v>42944</c:v>
                </c:pt>
                <c:pt idx="237">
                  <c:v>42947</c:v>
                </c:pt>
                <c:pt idx="238">
                  <c:v>42948</c:v>
                </c:pt>
                <c:pt idx="239">
                  <c:v>42949</c:v>
                </c:pt>
                <c:pt idx="240">
                  <c:v>42950</c:v>
                </c:pt>
                <c:pt idx="241">
                  <c:v>42951</c:v>
                </c:pt>
                <c:pt idx="242">
                  <c:v>42954</c:v>
                </c:pt>
                <c:pt idx="243">
                  <c:v>42955</c:v>
                </c:pt>
                <c:pt idx="244">
                  <c:v>42956</c:v>
                </c:pt>
                <c:pt idx="245">
                  <c:v>42957</c:v>
                </c:pt>
                <c:pt idx="246">
                  <c:v>42958</c:v>
                </c:pt>
                <c:pt idx="247">
                  <c:v>42961</c:v>
                </c:pt>
                <c:pt idx="248">
                  <c:v>42962</c:v>
                </c:pt>
                <c:pt idx="249">
                  <c:v>42963</c:v>
                </c:pt>
                <c:pt idx="250">
                  <c:v>42964</c:v>
                </c:pt>
                <c:pt idx="251">
                  <c:v>42965</c:v>
                </c:pt>
                <c:pt idx="252">
                  <c:v>42968</c:v>
                </c:pt>
                <c:pt idx="253">
                  <c:v>42969</c:v>
                </c:pt>
                <c:pt idx="254">
                  <c:v>42970</c:v>
                </c:pt>
                <c:pt idx="255">
                  <c:v>42971</c:v>
                </c:pt>
                <c:pt idx="256">
                  <c:v>42972</c:v>
                </c:pt>
                <c:pt idx="257">
                  <c:v>42975</c:v>
                </c:pt>
                <c:pt idx="258">
                  <c:v>42976</c:v>
                </c:pt>
                <c:pt idx="259">
                  <c:v>42977</c:v>
                </c:pt>
                <c:pt idx="260">
                  <c:v>42978</c:v>
                </c:pt>
                <c:pt idx="261">
                  <c:v>42979</c:v>
                </c:pt>
                <c:pt idx="262">
                  <c:v>42982</c:v>
                </c:pt>
                <c:pt idx="263">
                  <c:v>42983</c:v>
                </c:pt>
                <c:pt idx="264">
                  <c:v>42984</c:v>
                </c:pt>
                <c:pt idx="265">
                  <c:v>42985</c:v>
                </c:pt>
                <c:pt idx="266">
                  <c:v>42986</c:v>
                </c:pt>
                <c:pt idx="267">
                  <c:v>42989</c:v>
                </c:pt>
                <c:pt idx="268">
                  <c:v>42990</c:v>
                </c:pt>
                <c:pt idx="269">
                  <c:v>42991</c:v>
                </c:pt>
                <c:pt idx="270">
                  <c:v>42992</c:v>
                </c:pt>
                <c:pt idx="271">
                  <c:v>42993</c:v>
                </c:pt>
                <c:pt idx="272">
                  <c:v>42996</c:v>
                </c:pt>
                <c:pt idx="273">
                  <c:v>42997</c:v>
                </c:pt>
                <c:pt idx="274">
                  <c:v>42998</c:v>
                </c:pt>
                <c:pt idx="275">
                  <c:v>42999</c:v>
                </c:pt>
                <c:pt idx="276">
                  <c:v>43000</c:v>
                </c:pt>
                <c:pt idx="277">
                  <c:v>43003</c:v>
                </c:pt>
                <c:pt idx="278">
                  <c:v>43004</c:v>
                </c:pt>
                <c:pt idx="279">
                  <c:v>43005</c:v>
                </c:pt>
                <c:pt idx="280">
                  <c:v>43006</c:v>
                </c:pt>
                <c:pt idx="281">
                  <c:v>43007</c:v>
                </c:pt>
                <c:pt idx="282">
                  <c:v>43010</c:v>
                </c:pt>
                <c:pt idx="283">
                  <c:v>43011</c:v>
                </c:pt>
                <c:pt idx="284">
                  <c:v>43012</c:v>
                </c:pt>
                <c:pt idx="285">
                  <c:v>43013</c:v>
                </c:pt>
                <c:pt idx="286">
                  <c:v>43014</c:v>
                </c:pt>
                <c:pt idx="287">
                  <c:v>43017</c:v>
                </c:pt>
                <c:pt idx="288">
                  <c:v>43018</c:v>
                </c:pt>
                <c:pt idx="289">
                  <c:v>43019</c:v>
                </c:pt>
                <c:pt idx="290">
                  <c:v>43020</c:v>
                </c:pt>
                <c:pt idx="291">
                  <c:v>43021</c:v>
                </c:pt>
                <c:pt idx="292">
                  <c:v>43024</c:v>
                </c:pt>
                <c:pt idx="293">
                  <c:v>43025</c:v>
                </c:pt>
                <c:pt idx="294">
                  <c:v>43026</c:v>
                </c:pt>
                <c:pt idx="295">
                  <c:v>43027</c:v>
                </c:pt>
                <c:pt idx="296">
                  <c:v>43028</c:v>
                </c:pt>
                <c:pt idx="297">
                  <c:v>43031</c:v>
                </c:pt>
                <c:pt idx="298">
                  <c:v>43032</c:v>
                </c:pt>
                <c:pt idx="299">
                  <c:v>43033</c:v>
                </c:pt>
                <c:pt idx="300">
                  <c:v>43034</c:v>
                </c:pt>
                <c:pt idx="301">
                  <c:v>43035</c:v>
                </c:pt>
                <c:pt idx="302">
                  <c:v>43038</c:v>
                </c:pt>
                <c:pt idx="303">
                  <c:v>43039</c:v>
                </c:pt>
                <c:pt idx="304">
                  <c:v>43040</c:v>
                </c:pt>
                <c:pt idx="305">
                  <c:v>43041</c:v>
                </c:pt>
                <c:pt idx="306">
                  <c:v>43042</c:v>
                </c:pt>
                <c:pt idx="307">
                  <c:v>43045</c:v>
                </c:pt>
                <c:pt idx="308">
                  <c:v>43046</c:v>
                </c:pt>
                <c:pt idx="309">
                  <c:v>43047</c:v>
                </c:pt>
                <c:pt idx="310">
                  <c:v>43048</c:v>
                </c:pt>
                <c:pt idx="311">
                  <c:v>43049</c:v>
                </c:pt>
                <c:pt idx="312">
                  <c:v>43052</c:v>
                </c:pt>
                <c:pt idx="313">
                  <c:v>43053</c:v>
                </c:pt>
                <c:pt idx="314">
                  <c:v>43054</c:v>
                </c:pt>
                <c:pt idx="315">
                  <c:v>43055</c:v>
                </c:pt>
                <c:pt idx="316">
                  <c:v>43056</c:v>
                </c:pt>
                <c:pt idx="317">
                  <c:v>43059</c:v>
                </c:pt>
                <c:pt idx="318">
                  <c:v>43060</c:v>
                </c:pt>
                <c:pt idx="319">
                  <c:v>43061</c:v>
                </c:pt>
                <c:pt idx="320">
                  <c:v>43062</c:v>
                </c:pt>
                <c:pt idx="321">
                  <c:v>43063</c:v>
                </c:pt>
                <c:pt idx="322">
                  <c:v>43066</c:v>
                </c:pt>
                <c:pt idx="323">
                  <c:v>43067</c:v>
                </c:pt>
                <c:pt idx="324">
                  <c:v>43068</c:v>
                </c:pt>
                <c:pt idx="325">
                  <c:v>43069</c:v>
                </c:pt>
                <c:pt idx="326">
                  <c:v>43070</c:v>
                </c:pt>
                <c:pt idx="327">
                  <c:v>43073</c:v>
                </c:pt>
                <c:pt idx="328">
                  <c:v>43074</c:v>
                </c:pt>
                <c:pt idx="329">
                  <c:v>43075</c:v>
                </c:pt>
                <c:pt idx="330">
                  <c:v>43076</c:v>
                </c:pt>
                <c:pt idx="331">
                  <c:v>43077</c:v>
                </c:pt>
                <c:pt idx="332">
                  <c:v>43080</c:v>
                </c:pt>
                <c:pt idx="333">
                  <c:v>43081</c:v>
                </c:pt>
                <c:pt idx="334">
                  <c:v>43082</c:v>
                </c:pt>
                <c:pt idx="335">
                  <c:v>43083</c:v>
                </c:pt>
                <c:pt idx="336">
                  <c:v>43084</c:v>
                </c:pt>
                <c:pt idx="337">
                  <c:v>43087</c:v>
                </c:pt>
                <c:pt idx="338">
                  <c:v>43088</c:v>
                </c:pt>
                <c:pt idx="339">
                  <c:v>43089</c:v>
                </c:pt>
                <c:pt idx="340">
                  <c:v>43090</c:v>
                </c:pt>
                <c:pt idx="341">
                  <c:v>43091</c:v>
                </c:pt>
                <c:pt idx="342">
                  <c:v>43094</c:v>
                </c:pt>
                <c:pt idx="343">
                  <c:v>43095</c:v>
                </c:pt>
                <c:pt idx="344">
                  <c:v>43096</c:v>
                </c:pt>
                <c:pt idx="345">
                  <c:v>43097</c:v>
                </c:pt>
                <c:pt idx="346">
                  <c:v>43098</c:v>
                </c:pt>
                <c:pt idx="347">
                  <c:v>43102</c:v>
                </c:pt>
                <c:pt idx="348">
                  <c:v>43103</c:v>
                </c:pt>
                <c:pt idx="349">
                  <c:v>43104</c:v>
                </c:pt>
                <c:pt idx="350">
                  <c:v>43105</c:v>
                </c:pt>
                <c:pt idx="351">
                  <c:v>43108</c:v>
                </c:pt>
                <c:pt idx="352">
                  <c:v>43109</c:v>
                </c:pt>
                <c:pt idx="353">
                  <c:v>43110</c:v>
                </c:pt>
                <c:pt idx="354">
                  <c:v>43111</c:v>
                </c:pt>
                <c:pt idx="355">
                  <c:v>43112</c:v>
                </c:pt>
                <c:pt idx="356">
                  <c:v>43115</c:v>
                </c:pt>
                <c:pt idx="357">
                  <c:v>43116</c:v>
                </c:pt>
                <c:pt idx="358">
                  <c:v>43117</c:v>
                </c:pt>
                <c:pt idx="359">
                  <c:v>43118</c:v>
                </c:pt>
                <c:pt idx="360">
                  <c:v>43119</c:v>
                </c:pt>
                <c:pt idx="361">
                  <c:v>43122</c:v>
                </c:pt>
                <c:pt idx="362">
                  <c:v>43123</c:v>
                </c:pt>
                <c:pt idx="363">
                  <c:v>43124</c:v>
                </c:pt>
                <c:pt idx="364">
                  <c:v>43125</c:v>
                </c:pt>
                <c:pt idx="365">
                  <c:v>43126</c:v>
                </c:pt>
                <c:pt idx="366">
                  <c:v>43129</c:v>
                </c:pt>
                <c:pt idx="367">
                  <c:v>43130</c:v>
                </c:pt>
                <c:pt idx="368">
                  <c:v>43131</c:v>
                </c:pt>
                <c:pt idx="369">
                  <c:v>43132</c:v>
                </c:pt>
                <c:pt idx="370">
                  <c:v>43133</c:v>
                </c:pt>
                <c:pt idx="371">
                  <c:v>43136</c:v>
                </c:pt>
                <c:pt idx="372">
                  <c:v>43137</c:v>
                </c:pt>
                <c:pt idx="373">
                  <c:v>43138</c:v>
                </c:pt>
                <c:pt idx="374">
                  <c:v>43139</c:v>
                </c:pt>
                <c:pt idx="375">
                  <c:v>43140</c:v>
                </c:pt>
                <c:pt idx="376">
                  <c:v>43143</c:v>
                </c:pt>
                <c:pt idx="377">
                  <c:v>43144</c:v>
                </c:pt>
                <c:pt idx="378">
                  <c:v>43145</c:v>
                </c:pt>
                <c:pt idx="379">
                  <c:v>43146</c:v>
                </c:pt>
                <c:pt idx="380">
                  <c:v>43147</c:v>
                </c:pt>
                <c:pt idx="381">
                  <c:v>43150</c:v>
                </c:pt>
                <c:pt idx="382">
                  <c:v>43151</c:v>
                </c:pt>
                <c:pt idx="383">
                  <c:v>43152</c:v>
                </c:pt>
                <c:pt idx="384">
                  <c:v>43153</c:v>
                </c:pt>
                <c:pt idx="385">
                  <c:v>43154</c:v>
                </c:pt>
                <c:pt idx="386">
                  <c:v>43157</c:v>
                </c:pt>
                <c:pt idx="387">
                  <c:v>43158</c:v>
                </c:pt>
                <c:pt idx="388">
                  <c:v>43159</c:v>
                </c:pt>
                <c:pt idx="389">
                  <c:v>43160</c:v>
                </c:pt>
                <c:pt idx="390">
                  <c:v>43161</c:v>
                </c:pt>
                <c:pt idx="391">
                  <c:v>43164</c:v>
                </c:pt>
                <c:pt idx="392">
                  <c:v>43165</c:v>
                </c:pt>
                <c:pt idx="393">
                  <c:v>43166</c:v>
                </c:pt>
                <c:pt idx="394">
                  <c:v>43167</c:v>
                </c:pt>
                <c:pt idx="395">
                  <c:v>43168</c:v>
                </c:pt>
                <c:pt idx="396">
                  <c:v>43171</c:v>
                </c:pt>
                <c:pt idx="397">
                  <c:v>43172</c:v>
                </c:pt>
                <c:pt idx="398">
                  <c:v>43173</c:v>
                </c:pt>
                <c:pt idx="399">
                  <c:v>43174</c:v>
                </c:pt>
                <c:pt idx="400">
                  <c:v>43175</c:v>
                </c:pt>
                <c:pt idx="401">
                  <c:v>43178</c:v>
                </c:pt>
                <c:pt idx="402">
                  <c:v>43179</c:v>
                </c:pt>
                <c:pt idx="403">
                  <c:v>43180</c:v>
                </c:pt>
                <c:pt idx="404">
                  <c:v>43181</c:v>
                </c:pt>
                <c:pt idx="405">
                  <c:v>43182</c:v>
                </c:pt>
                <c:pt idx="406">
                  <c:v>43185</c:v>
                </c:pt>
                <c:pt idx="407">
                  <c:v>43186</c:v>
                </c:pt>
                <c:pt idx="408">
                  <c:v>43187</c:v>
                </c:pt>
                <c:pt idx="409">
                  <c:v>43188</c:v>
                </c:pt>
                <c:pt idx="410">
                  <c:v>43189</c:v>
                </c:pt>
                <c:pt idx="411">
                  <c:v>43192</c:v>
                </c:pt>
                <c:pt idx="412">
                  <c:v>43193</c:v>
                </c:pt>
                <c:pt idx="413">
                  <c:v>43194</c:v>
                </c:pt>
                <c:pt idx="414">
                  <c:v>43195</c:v>
                </c:pt>
                <c:pt idx="415">
                  <c:v>43196</c:v>
                </c:pt>
                <c:pt idx="416">
                  <c:v>43199</c:v>
                </c:pt>
                <c:pt idx="417">
                  <c:v>43200</c:v>
                </c:pt>
                <c:pt idx="418">
                  <c:v>43201</c:v>
                </c:pt>
                <c:pt idx="419">
                  <c:v>43202</c:v>
                </c:pt>
                <c:pt idx="420">
                  <c:v>43203</c:v>
                </c:pt>
                <c:pt idx="421">
                  <c:v>43206</c:v>
                </c:pt>
                <c:pt idx="422">
                  <c:v>43207</c:v>
                </c:pt>
                <c:pt idx="423">
                  <c:v>43208</c:v>
                </c:pt>
                <c:pt idx="424">
                  <c:v>43209</c:v>
                </c:pt>
                <c:pt idx="425">
                  <c:v>43210</c:v>
                </c:pt>
                <c:pt idx="426">
                  <c:v>43213</c:v>
                </c:pt>
                <c:pt idx="427">
                  <c:v>43214</c:v>
                </c:pt>
                <c:pt idx="428">
                  <c:v>43215</c:v>
                </c:pt>
                <c:pt idx="429">
                  <c:v>43216</c:v>
                </c:pt>
                <c:pt idx="430">
                  <c:v>43217</c:v>
                </c:pt>
                <c:pt idx="431">
                  <c:v>43220</c:v>
                </c:pt>
                <c:pt idx="432">
                  <c:v>43221</c:v>
                </c:pt>
                <c:pt idx="433">
                  <c:v>43222</c:v>
                </c:pt>
                <c:pt idx="434">
                  <c:v>43223</c:v>
                </c:pt>
                <c:pt idx="435">
                  <c:v>43224</c:v>
                </c:pt>
                <c:pt idx="436">
                  <c:v>43227</c:v>
                </c:pt>
                <c:pt idx="437">
                  <c:v>43228</c:v>
                </c:pt>
                <c:pt idx="438">
                  <c:v>43229</c:v>
                </c:pt>
                <c:pt idx="439">
                  <c:v>43230</c:v>
                </c:pt>
                <c:pt idx="440">
                  <c:v>43231</c:v>
                </c:pt>
                <c:pt idx="441">
                  <c:v>43234</c:v>
                </c:pt>
                <c:pt idx="442">
                  <c:v>43235</c:v>
                </c:pt>
                <c:pt idx="443">
                  <c:v>43236</c:v>
                </c:pt>
                <c:pt idx="444">
                  <c:v>43237</c:v>
                </c:pt>
                <c:pt idx="445">
                  <c:v>43238</c:v>
                </c:pt>
                <c:pt idx="446">
                  <c:v>43241</c:v>
                </c:pt>
                <c:pt idx="447">
                  <c:v>43242</c:v>
                </c:pt>
                <c:pt idx="448">
                  <c:v>43243</c:v>
                </c:pt>
                <c:pt idx="449">
                  <c:v>43244</c:v>
                </c:pt>
                <c:pt idx="450">
                  <c:v>43245</c:v>
                </c:pt>
                <c:pt idx="451">
                  <c:v>43248</c:v>
                </c:pt>
                <c:pt idx="452">
                  <c:v>43249</c:v>
                </c:pt>
                <c:pt idx="453">
                  <c:v>43250</c:v>
                </c:pt>
                <c:pt idx="454">
                  <c:v>43251</c:v>
                </c:pt>
                <c:pt idx="455">
                  <c:v>43252</c:v>
                </c:pt>
                <c:pt idx="456">
                  <c:v>43255</c:v>
                </c:pt>
                <c:pt idx="457">
                  <c:v>43256</c:v>
                </c:pt>
                <c:pt idx="458">
                  <c:v>43257</c:v>
                </c:pt>
                <c:pt idx="459">
                  <c:v>43258</c:v>
                </c:pt>
                <c:pt idx="460">
                  <c:v>43259</c:v>
                </c:pt>
                <c:pt idx="461">
                  <c:v>43262</c:v>
                </c:pt>
                <c:pt idx="462">
                  <c:v>43263</c:v>
                </c:pt>
                <c:pt idx="463">
                  <c:v>43264</c:v>
                </c:pt>
                <c:pt idx="464">
                  <c:v>43265</c:v>
                </c:pt>
                <c:pt idx="465">
                  <c:v>43266</c:v>
                </c:pt>
                <c:pt idx="466">
                  <c:v>43269</c:v>
                </c:pt>
                <c:pt idx="467">
                  <c:v>43270</c:v>
                </c:pt>
                <c:pt idx="468">
                  <c:v>43271</c:v>
                </c:pt>
                <c:pt idx="469">
                  <c:v>43272</c:v>
                </c:pt>
                <c:pt idx="470">
                  <c:v>43273</c:v>
                </c:pt>
                <c:pt idx="471">
                  <c:v>43276</c:v>
                </c:pt>
                <c:pt idx="472">
                  <c:v>43277</c:v>
                </c:pt>
                <c:pt idx="473">
                  <c:v>43278</c:v>
                </c:pt>
                <c:pt idx="474">
                  <c:v>43279</c:v>
                </c:pt>
                <c:pt idx="475">
                  <c:v>43280</c:v>
                </c:pt>
                <c:pt idx="476">
                  <c:v>43283</c:v>
                </c:pt>
                <c:pt idx="477">
                  <c:v>43284</c:v>
                </c:pt>
                <c:pt idx="478">
                  <c:v>43285</c:v>
                </c:pt>
                <c:pt idx="479">
                  <c:v>43286</c:v>
                </c:pt>
                <c:pt idx="480">
                  <c:v>43287</c:v>
                </c:pt>
                <c:pt idx="481">
                  <c:v>43290</c:v>
                </c:pt>
                <c:pt idx="482">
                  <c:v>43291</c:v>
                </c:pt>
                <c:pt idx="483">
                  <c:v>43292</c:v>
                </c:pt>
                <c:pt idx="484">
                  <c:v>43293</c:v>
                </c:pt>
                <c:pt idx="485">
                  <c:v>43294</c:v>
                </c:pt>
                <c:pt idx="486">
                  <c:v>43297</c:v>
                </c:pt>
                <c:pt idx="487">
                  <c:v>43298</c:v>
                </c:pt>
                <c:pt idx="488">
                  <c:v>43299</c:v>
                </c:pt>
                <c:pt idx="489">
                  <c:v>43300</c:v>
                </c:pt>
                <c:pt idx="490">
                  <c:v>43301</c:v>
                </c:pt>
                <c:pt idx="491">
                  <c:v>43304</c:v>
                </c:pt>
                <c:pt idx="492">
                  <c:v>43305</c:v>
                </c:pt>
                <c:pt idx="493">
                  <c:v>43306</c:v>
                </c:pt>
                <c:pt idx="494">
                  <c:v>43307</c:v>
                </c:pt>
                <c:pt idx="495">
                  <c:v>43308</c:v>
                </c:pt>
                <c:pt idx="496">
                  <c:v>43311</c:v>
                </c:pt>
                <c:pt idx="497">
                  <c:v>43312</c:v>
                </c:pt>
                <c:pt idx="498">
                  <c:v>43313</c:v>
                </c:pt>
                <c:pt idx="499">
                  <c:v>43314</c:v>
                </c:pt>
                <c:pt idx="500">
                  <c:v>43315</c:v>
                </c:pt>
                <c:pt idx="501">
                  <c:v>43318</c:v>
                </c:pt>
                <c:pt idx="502">
                  <c:v>43319</c:v>
                </c:pt>
                <c:pt idx="503">
                  <c:v>43320</c:v>
                </c:pt>
                <c:pt idx="504">
                  <c:v>43321</c:v>
                </c:pt>
                <c:pt idx="505">
                  <c:v>43322</c:v>
                </c:pt>
                <c:pt idx="506">
                  <c:v>43325</c:v>
                </c:pt>
                <c:pt idx="507">
                  <c:v>43326</c:v>
                </c:pt>
                <c:pt idx="508">
                  <c:v>43327</c:v>
                </c:pt>
                <c:pt idx="509">
                  <c:v>43328</c:v>
                </c:pt>
                <c:pt idx="510">
                  <c:v>43329</c:v>
                </c:pt>
                <c:pt idx="511">
                  <c:v>43332</c:v>
                </c:pt>
                <c:pt idx="512">
                  <c:v>43333</c:v>
                </c:pt>
                <c:pt idx="513">
                  <c:v>43334</c:v>
                </c:pt>
                <c:pt idx="514">
                  <c:v>43335</c:v>
                </c:pt>
                <c:pt idx="515">
                  <c:v>43336</c:v>
                </c:pt>
                <c:pt idx="516">
                  <c:v>43339</c:v>
                </c:pt>
                <c:pt idx="517">
                  <c:v>43340</c:v>
                </c:pt>
                <c:pt idx="518">
                  <c:v>43341</c:v>
                </c:pt>
                <c:pt idx="519">
                  <c:v>43342</c:v>
                </c:pt>
                <c:pt idx="520">
                  <c:v>43343</c:v>
                </c:pt>
                <c:pt idx="521">
                  <c:v>43346</c:v>
                </c:pt>
                <c:pt idx="522">
                  <c:v>43347</c:v>
                </c:pt>
                <c:pt idx="523">
                  <c:v>43348</c:v>
                </c:pt>
                <c:pt idx="524">
                  <c:v>43349</c:v>
                </c:pt>
                <c:pt idx="525">
                  <c:v>43350</c:v>
                </c:pt>
                <c:pt idx="526">
                  <c:v>43353</c:v>
                </c:pt>
                <c:pt idx="527">
                  <c:v>43354</c:v>
                </c:pt>
                <c:pt idx="528">
                  <c:v>43355</c:v>
                </c:pt>
                <c:pt idx="529">
                  <c:v>43356</c:v>
                </c:pt>
                <c:pt idx="530">
                  <c:v>43357</c:v>
                </c:pt>
                <c:pt idx="531">
                  <c:v>43360</c:v>
                </c:pt>
                <c:pt idx="532">
                  <c:v>43361</c:v>
                </c:pt>
                <c:pt idx="533">
                  <c:v>43362</c:v>
                </c:pt>
                <c:pt idx="534">
                  <c:v>43363</c:v>
                </c:pt>
                <c:pt idx="535">
                  <c:v>43364</c:v>
                </c:pt>
                <c:pt idx="536">
                  <c:v>43367</c:v>
                </c:pt>
                <c:pt idx="537">
                  <c:v>43368</c:v>
                </c:pt>
                <c:pt idx="538">
                  <c:v>43369</c:v>
                </c:pt>
                <c:pt idx="539">
                  <c:v>43370</c:v>
                </c:pt>
                <c:pt idx="540">
                  <c:v>43371</c:v>
                </c:pt>
                <c:pt idx="541">
                  <c:v>43374</c:v>
                </c:pt>
                <c:pt idx="542">
                  <c:v>43375</c:v>
                </c:pt>
                <c:pt idx="543">
                  <c:v>43376</c:v>
                </c:pt>
                <c:pt idx="544">
                  <c:v>43377</c:v>
                </c:pt>
                <c:pt idx="545">
                  <c:v>43378</c:v>
                </c:pt>
                <c:pt idx="546">
                  <c:v>43381</c:v>
                </c:pt>
                <c:pt idx="547">
                  <c:v>43382</c:v>
                </c:pt>
                <c:pt idx="548">
                  <c:v>43383</c:v>
                </c:pt>
                <c:pt idx="549">
                  <c:v>43384</c:v>
                </c:pt>
                <c:pt idx="550">
                  <c:v>43385</c:v>
                </c:pt>
                <c:pt idx="551">
                  <c:v>43388</c:v>
                </c:pt>
                <c:pt idx="552">
                  <c:v>43389</c:v>
                </c:pt>
                <c:pt idx="553">
                  <c:v>43390</c:v>
                </c:pt>
                <c:pt idx="554">
                  <c:v>43391</c:v>
                </c:pt>
                <c:pt idx="555">
                  <c:v>43392</c:v>
                </c:pt>
                <c:pt idx="556">
                  <c:v>43395</c:v>
                </c:pt>
                <c:pt idx="557">
                  <c:v>43396</c:v>
                </c:pt>
                <c:pt idx="558">
                  <c:v>43397</c:v>
                </c:pt>
                <c:pt idx="559">
                  <c:v>43398</c:v>
                </c:pt>
                <c:pt idx="560">
                  <c:v>43399</c:v>
                </c:pt>
                <c:pt idx="561">
                  <c:v>43402</c:v>
                </c:pt>
                <c:pt idx="562">
                  <c:v>43403</c:v>
                </c:pt>
                <c:pt idx="563">
                  <c:v>43404</c:v>
                </c:pt>
                <c:pt idx="564">
                  <c:v>43405</c:v>
                </c:pt>
                <c:pt idx="565">
                  <c:v>43406</c:v>
                </c:pt>
                <c:pt idx="566">
                  <c:v>43409</c:v>
                </c:pt>
                <c:pt idx="567">
                  <c:v>43410</c:v>
                </c:pt>
                <c:pt idx="568">
                  <c:v>43411</c:v>
                </c:pt>
                <c:pt idx="569">
                  <c:v>43412</c:v>
                </c:pt>
                <c:pt idx="570">
                  <c:v>43413</c:v>
                </c:pt>
                <c:pt idx="571">
                  <c:v>43416</c:v>
                </c:pt>
                <c:pt idx="572">
                  <c:v>43417</c:v>
                </c:pt>
                <c:pt idx="573">
                  <c:v>43418</c:v>
                </c:pt>
                <c:pt idx="574">
                  <c:v>43419</c:v>
                </c:pt>
                <c:pt idx="575">
                  <c:v>43420</c:v>
                </c:pt>
                <c:pt idx="576">
                  <c:v>43423</c:v>
                </c:pt>
                <c:pt idx="577">
                  <c:v>43424</c:v>
                </c:pt>
                <c:pt idx="578">
                  <c:v>43425</c:v>
                </c:pt>
                <c:pt idx="579">
                  <c:v>43426</c:v>
                </c:pt>
                <c:pt idx="580">
                  <c:v>43427</c:v>
                </c:pt>
                <c:pt idx="581">
                  <c:v>43430</c:v>
                </c:pt>
                <c:pt idx="582">
                  <c:v>43431</c:v>
                </c:pt>
                <c:pt idx="583">
                  <c:v>43432</c:v>
                </c:pt>
                <c:pt idx="584">
                  <c:v>43433</c:v>
                </c:pt>
                <c:pt idx="585">
                  <c:v>43434</c:v>
                </c:pt>
                <c:pt idx="586">
                  <c:v>43437</c:v>
                </c:pt>
                <c:pt idx="587">
                  <c:v>43438</c:v>
                </c:pt>
                <c:pt idx="588">
                  <c:v>43439</c:v>
                </c:pt>
                <c:pt idx="589">
                  <c:v>43440</c:v>
                </c:pt>
                <c:pt idx="590">
                  <c:v>43441</c:v>
                </c:pt>
                <c:pt idx="591">
                  <c:v>43444</c:v>
                </c:pt>
                <c:pt idx="592">
                  <c:v>43445</c:v>
                </c:pt>
                <c:pt idx="593">
                  <c:v>43446</c:v>
                </c:pt>
                <c:pt idx="594">
                  <c:v>43447</c:v>
                </c:pt>
                <c:pt idx="595">
                  <c:v>43448</c:v>
                </c:pt>
                <c:pt idx="596">
                  <c:v>43451</c:v>
                </c:pt>
                <c:pt idx="597">
                  <c:v>43452</c:v>
                </c:pt>
                <c:pt idx="598">
                  <c:v>43453</c:v>
                </c:pt>
                <c:pt idx="599">
                  <c:v>43454</c:v>
                </c:pt>
                <c:pt idx="600">
                  <c:v>43455</c:v>
                </c:pt>
                <c:pt idx="601">
                  <c:v>43458</c:v>
                </c:pt>
                <c:pt idx="602">
                  <c:v>43460</c:v>
                </c:pt>
                <c:pt idx="603">
                  <c:v>43461</c:v>
                </c:pt>
                <c:pt idx="604">
                  <c:v>43462</c:v>
                </c:pt>
                <c:pt idx="605">
                  <c:v>43465</c:v>
                </c:pt>
                <c:pt idx="606">
                  <c:v>43467</c:v>
                </c:pt>
                <c:pt idx="607">
                  <c:v>43468</c:v>
                </c:pt>
                <c:pt idx="608">
                  <c:v>43469</c:v>
                </c:pt>
                <c:pt idx="609">
                  <c:v>43472</c:v>
                </c:pt>
                <c:pt idx="610">
                  <c:v>43473</c:v>
                </c:pt>
                <c:pt idx="611">
                  <c:v>43474</c:v>
                </c:pt>
                <c:pt idx="612">
                  <c:v>43475</c:v>
                </c:pt>
                <c:pt idx="613">
                  <c:v>43476</c:v>
                </c:pt>
                <c:pt idx="614">
                  <c:v>43479</c:v>
                </c:pt>
                <c:pt idx="615">
                  <c:v>43480</c:v>
                </c:pt>
                <c:pt idx="616">
                  <c:v>43481</c:v>
                </c:pt>
                <c:pt idx="617">
                  <c:v>43482</c:v>
                </c:pt>
                <c:pt idx="618">
                  <c:v>43483</c:v>
                </c:pt>
                <c:pt idx="619">
                  <c:v>43486</c:v>
                </c:pt>
                <c:pt idx="620">
                  <c:v>43487</c:v>
                </c:pt>
                <c:pt idx="621">
                  <c:v>43488</c:v>
                </c:pt>
                <c:pt idx="622">
                  <c:v>43489</c:v>
                </c:pt>
                <c:pt idx="623">
                  <c:v>43490</c:v>
                </c:pt>
                <c:pt idx="624">
                  <c:v>43493</c:v>
                </c:pt>
                <c:pt idx="625">
                  <c:v>43494</c:v>
                </c:pt>
                <c:pt idx="626">
                  <c:v>43495</c:v>
                </c:pt>
                <c:pt idx="627">
                  <c:v>43496</c:v>
                </c:pt>
                <c:pt idx="628">
                  <c:v>43497</c:v>
                </c:pt>
                <c:pt idx="629">
                  <c:v>43500</c:v>
                </c:pt>
                <c:pt idx="630">
                  <c:v>43501</c:v>
                </c:pt>
                <c:pt idx="631">
                  <c:v>43502</c:v>
                </c:pt>
                <c:pt idx="632">
                  <c:v>43503</c:v>
                </c:pt>
                <c:pt idx="633">
                  <c:v>43504</c:v>
                </c:pt>
                <c:pt idx="634">
                  <c:v>43507</c:v>
                </c:pt>
                <c:pt idx="635">
                  <c:v>43508</c:v>
                </c:pt>
                <c:pt idx="636">
                  <c:v>43509</c:v>
                </c:pt>
                <c:pt idx="637">
                  <c:v>43510</c:v>
                </c:pt>
                <c:pt idx="638">
                  <c:v>43511</c:v>
                </c:pt>
                <c:pt idx="639">
                  <c:v>43514</c:v>
                </c:pt>
                <c:pt idx="640">
                  <c:v>43515</c:v>
                </c:pt>
                <c:pt idx="641">
                  <c:v>43516</c:v>
                </c:pt>
                <c:pt idx="642">
                  <c:v>43517</c:v>
                </c:pt>
                <c:pt idx="643">
                  <c:v>43518</c:v>
                </c:pt>
                <c:pt idx="644">
                  <c:v>43521</c:v>
                </c:pt>
                <c:pt idx="645">
                  <c:v>43522</c:v>
                </c:pt>
                <c:pt idx="646">
                  <c:v>43523</c:v>
                </c:pt>
                <c:pt idx="647">
                  <c:v>43524</c:v>
                </c:pt>
                <c:pt idx="648">
                  <c:v>43525</c:v>
                </c:pt>
                <c:pt idx="649">
                  <c:v>43528</c:v>
                </c:pt>
                <c:pt idx="650">
                  <c:v>43529</c:v>
                </c:pt>
                <c:pt idx="651">
                  <c:v>43530</c:v>
                </c:pt>
                <c:pt idx="652">
                  <c:v>43531</c:v>
                </c:pt>
                <c:pt idx="653">
                  <c:v>43532</c:v>
                </c:pt>
                <c:pt idx="654">
                  <c:v>43535</c:v>
                </c:pt>
                <c:pt idx="655">
                  <c:v>43536</c:v>
                </c:pt>
                <c:pt idx="656">
                  <c:v>43537</c:v>
                </c:pt>
                <c:pt idx="657">
                  <c:v>43538</c:v>
                </c:pt>
                <c:pt idx="658">
                  <c:v>43539</c:v>
                </c:pt>
                <c:pt idx="659">
                  <c:v>43542</c:v>
                </c:pt>
                <c:pt idx="660">
                  <c:v>43543</c:v>
                </c:pt>
                <c:pt idx="661">
                  <c:v>43544</c:v>
                </c:pt>
                <c:pt idx="662">
                  <c:v>43545</c:v>
                </c:pt>
                <c:pt idx="663">
                  <c:v>43546</c:v>
                </c:pt>
                <c:pt idx="664">
                  <c:v>43549</c:v>
                </c:pt>
                <c:pt idx="665">
                  <c:v>43550</c:v>
                </c:pt>
                <c:pt idx="666">
                  <c:v>43551</c:v>
                </c:pt>
                <c:pt idx="667">
                  <c:v>43552</c:v>
                </c:pt>
                <c:pt idx="668">
                  <c:v>43553</c:v>
                </c:pt>
                <c:pt idx="669">
                  <c:v>43556</c:v>
                </c:pt>
                <c:pt idx="670">
                  <c:v>43557</c:v>
                </c:pt>
                <c:pt idx="671">
                  <c:v>43558</c:v>
                </c:pt>
                <c:pt idx="672">
                  <c:v>43559</c:v>
                </c:pt>
                <c:pt idx="673">
                  <c:v>43560</c:v>
                </c:pt>
                <c:pt idx="674">
                  <c:v>43563</c:v>
                </c:pt>
                <c:pt idx="675">
                  <c:v>43564</c:v>
                </c:pt>
                <c:pt idx="676">
                  <c:v>43565</c:v>
                </c:pt>
                <c:pt idx="677">
                  <c:v>43566</c:v>
                </c:pt>
                <c:pt idx="678">
                  <c:v>43567</c:v>
                </c:pt>
                <c:pt idx="679">
                  <c:v>43570</c:v>
                </c:pt>
                <c:pt idx="680">
                  <c:v>43571</c:v>
                </c:pt>
                <c:pt idx="681">
                  <c:v>43572</c:v>
                </c:pt>
                <c:pt idx="682">
                  <c:v>43573</c:v>
                </c:pt>
                <c:pt idx="683">
                  <c:v>43574</c:v>
                </c:pt>
                <c:pt idx="684">
                  <c:v>43577</c:v>
                </c:pt>
                <c:pt idx="685">
                  <c:v>43578</c:v>
                </c:pt>
                <c:pt idx="686">
                  <c:v>43579</c:v>
                </c:pt>
                <c:pt idx="687">
                  <c:v>43580</c:v>
                </c:pt>
                <c:pt idx="688">
                  <c:v>43581</c:v>
                </c:pt>
                <c:pt idx="689">
                  <c:v>43584</c:v>
                </c:pt>
                <c:pt idx="690">
                  <c:v>43585</c:v>
                </c:pt>
                <c:pt idx="691">
                  <c:v>43586</c:v>
                </c:pt>
                <c:pt idx="692">
                  <c:v>43587</c:v>
                </c:pt>
                <c:pt idx="693">
                  <c:v>43588</c:v>
                </c:pt>
                <c:pt idx="694">
                  <c:v>43591</c:v>
                </c:pt>
                <c:pt idx="695">
                  <c:v>43592</c:v>
                </c:pt>
                <c:pt idx="696">
                  <c:v>43593</c:v>
                </c:pt>
                <c:pt idx="697">
                  <c:v>43594</c:v>
                </c:pt>
                <c:pt idx="698">
                  <c:v>43595</c:v>
                </c:pt>
                <c:pt idx="699">
                  <c:v>43598</c:v>
                </c:pt>
                <c:pt idx="700">
                  <c:v>43599</c:v>
                </c:pt>
                <c:pt idx="701">
                  <c:v>43600</c:v>
                </c:pt>
                <c:pt idx="702">
                  <c:v>43601</c:v>
                </c:pt>
                <c:pt idx="703">
                  <c:v>43602</c:v>
                </c:pt>
                <c:pt idx="704">
                  <c:v>43605</c:v>
                </c:pt>
                <c:pt idx="705">
                  <c:v>43606</c:v>
                </c:pt>
                <c:pt idx="706">
                  <c:v>43607</c:v>
                </c:pt>
                <c:pt idx="707">
                  <c:v>43608</c:v>
                </c:pt>
                <c:pt idx="708">
                  <c:v>43609</c:v>
                </c:pt>
                <c:pt idx="709">
                  <c:v>43612</c:v>
                </c:pt>
                <c:pt idx="710">
                  <c:v>43613</c:v>
                </c:pt>
                <c:pt idx="711">
                  <c:v>43614</c:v>
                </c:pt>
                <c:pt idx="712">
                  <c:v>43615</c:v>
                </c:pt>
                <c:pt idx="713">
                  <c:v>43616</c:v>
                </c:pt>
                <c:pt idx="714">
                  <c:v>43619</c:v>
                </c:pt>
                <c:pt idx="715">
                  <c:v>43620</c:v>
                </c:pt>
                <c:pt idx="716">
                  <c:v>43621</c:v>
                </c:pt>
                <c:pt idx="717">
                  <c:v>43622</c:v>
                </c:pt>
                <c:pt idx="718">
                  <c:v>43623</c:v>
                </c:pt>
                <c:pt idx="719">
                  <c:v>43626</c:v>
                </c:pt>
                <c:pt idx="720">
                  <c:v>43627</c:v>
                </c:pt>
                <c:pt idx="721">
                  <c:v>43628</c:v>
                </c:pt>
                <c:pt idx="722">
                  <c:v>43629</c:v>
                </c:pt>
                <c:pt idx="723">
                  <c:v>43630</c:v>
                </c:pt>
                <c:pt idx="724">
                  <c:v>43633</c:v>
                </c:pt>
                <c:pt idx="725">
                  <c:v>43634</c:v>
                </c:pt>
                <c:pt idx="726">
                  <c:v>43635</c:v>
                </c:pt>
                <c:pt idx="727">
                  <c:v>43636</c:v>
                </c:pt>
                <c:pt idx="728">
                  <c:v>43637</c:v>
                </c:pt>
                <c:pt idx="729">
                  <c:v>43640</c:v>
                </c:pt>
                <c:pt idx="730">
                  <c:v>43641</c:v>
                </c:pt>
                <c:pt idx="731">
                  <c:v>43642</c:v>
                </c:pt>
                <c:pt idx="732">
                  <c:v>43643</c:v>
                </c:pt>
                <c:pt idx="733">
                  <c:v>43644</c:v>
                </c:pt>
                <c:pt idx="734">
                  <c:v>43647</c:v>
                </c:pt>
                <c:pt idx="735">
                  <c:v>43648</c:v>
                </c:pt>
                <c:pt idx="736">
                  <c:v>43649</c:v>
                </c:pt>
                <c:pt idx="737">
                  <c:v>43650</c:v>
                </c:pt>
                <c:pt idx="738">
                  <c:v>43651</c:v>
                </c:pt>
                <c:pt idx="739">
                  <c:v>43654</c:v>
                </c:pt>
                <c:pt idx="740">
                  <c:v>43655</c:v>
                </c:pt>
                <c:pt idx="741">
                  <c:v>43656</c:v>
                </c:pt>
                <c:pt idx="742">
                  <c:v>43657</c:v>
                </c:pt>
                <c:pt idx="743">
                  <c:v>43658</c:v>
                </c:pt>
                <c:pt idx="744">
                  <c:v>43661</c:v>
                </c:pt>
                <c:pt idx="745">
                  <c:v>43662</c:v>
                </c:pt>
                <c:pt idx="746">
                  <c:v>43663</c:v>
                </c:pt>
                <c:pt idx="747">
                  <c:v>43664</c:v>
                </c:pt>
                <c:pt idx="748">
                  <c:v>43665</c:v>
                </c:pt>
                <c:pt idx="749">
                  <c:v>43668</c:v>
                </c:pt>
                <c:pt idx="750">
                  <c:v>43669</c:v>
                </c:pt>
                <c:pt idx="751">
                  <c:v>43670</c:v>
                </c:pt>
                <c:pt idx="752">
                  <c:v>43671</c:v>
                </c:pt>
                <c:pt idx="753">
                  <c:v>43672</c:v>
                </c:pt>
                <c:pt idx="754">
                  <c:v>43675</c:v>
                </c:pt>
                <c:pt idx="755">
                  <c:v>43676</c:v>
                </c:pt>
                <c:pt idx="756">
                  <c:v>43677</c:v>
                </c:pt>
                <c:pt idx="757">
                  <c:v>43678</c:v>
                </c:pt>
                <c:pt idx="758">
                  <c:v>43679</c:v>
                </c:pt>
                <c:pt idx="759">
                  <c:v>43682</c:v>
                </c:pt>
                <c:pt idx="760">
                  <c:v>43683</c:v>
                </c:pt>
                <c:pt idx="761">
                  <c:v>43684</c:v>
                </c:pt>
                <c:pt idx="762">
                  <c:v>43685</c:v>
                </c:pt>
                <c:pt idx="763">
                  <c:v>43686</c:v>
                </c:pt>
                <c:pt idx="764">
                  <c:v>43689</c:v>
                </c:pt>
                <c:pt idx="765">
                  <c:v>43690</c:v>
                </c:pt>
                <c:pt idx="766">
                  <c:v>43691</c:v>
                </c:pt>
                <c:pt idx="767">
                  <c:v>43692</c:v>
                </c:pt>
                <c:pt idx="768">
                  <c:v>43693</c:v>
                </c:pt>
                <c:pt idx="769">
                  <c:v>43696</c:v>
                </c:pt>
                <c:pt idx="770">
                  <c:v>43697</c:v>
                </c:pt>
                <c:pt idx="771">
                  <c:v>43698</c:v>
                </c:pt>
                <c:pt idx="772">
                  <c:v>43699</c:v>
                </c:pt>
                <c:pt idx="773">
                  <c:v>43700</c:v>
                </c:pt>
                <c:pt idx="774">
                  <c:v>43703</c:v>
                </c:pt>
                <c:pt idx="775">
                  <c:v>43704</c:v>
                </c:pt>
                <c:pt idx="776">
                  <c:v>43705</c:v>
                </c:pt>
                <c:pt idx="777">
                  <c:v>43706</c:v>
                </c:pt>
                <c:pt idx="778">
                  <c:v>43707</c:v>
                </c:pt>
                <c:pt idx="779">
                  <c:v>43710</c:v>
                </c:pt>
                <c:pt idx="780">
                  <c:v>43711</c:v>
                </c:pt>
                <c:pt idx="781">
                  <c:v>43712</c:v>
                </c:pt>
                <c:pt idx="782">
                  <c:v>43713</c:v>
                </c:pt>
                <c:pt idx="783">
                  <c:v>43714</c:v>
                </c:pt>
                <c:pt idx="784">
                  <c:v>43717</c:v>
                </c:pt>
                <c:pt idx="785">
                  <c:v>43718</c:v>
                </c:pt>
                <c:pt idx="786">
                  <c:v>43719</c:v>
                </c:pt>
                <c:pt idx="787">
                  <c:v>43720</c:v>
                </c:pt>
                <c:pt idx="788">
                  <c:v>43721</c:v>
                </c:pt>
                <c:pt idx="789">
                  <c:v>43724</c:v>
                </c:pt>
                <c:pt idx="790">
                  <c:v>43725</c:v>
                </c:pt>
                <c:pt idx="791">
                  <c:v>43726</c:v>
                </c:pt>
                <c:pt idx="792">
                  <c:v>43727</c:v>
                </c:pt>
                <c:pt idx="793">
                  <c:v>43728</c:v>
                </c:pt>
                <c:pt idx="794">
                  <c:v>43731</c:v>
                </c:pt>
                <c:pt idx="795">
                  <c:v>43732</c:v>
                </c:pt>
                <c:pt idx="796">
                  <c:v>43733</c:v>
                </c:pt>
                <c:pt idx="797">
                  <c:v>43734</c:v>
                </c:pt>
                <c:pt idx="798">
                  <c:v>43735</c:v>
                </c:pt>
                <c:pt idx="799">
                  <c:v>43738</c:v>
                </c:pt>
                <c:pt idx="800">
                  <c:v>43739</c:v>
                </c:pt>
                <c:pt idx="801">
                  <c:v>43740</c:v>
                </c:pt>
                <c:pt idx="802">
                  <c:v>43741</c:v>
                </c:pt>
                <c:pt idx="803">
                  <c:v>43742</c:v>
                </c:pt>
                <c:pt idx="804">
                  <c:v>43745</c:v>
                </c:pt>
                <c:pt idx="805">
                  <c:v>43746</c:v>
                </c:pt>
                <c:pt idx="806">
                  <c:v>43747</c:v>
                </c:pt>
                <c:pt idx="807">
                  <c:v>43748</c:v>
                </c:pt>
                <c:pt idx="808">
                  <c:v>43749</c:v>
                </c:pt>
                <c:pt idx="809">
                  <c:v>43752</c:v>
                </c:pt>
                <c:pt idx="810">
                  <c:v>43753</c:v>
                </c:pt>
                <c:pt idx="811">
                  <c:v>43754</c:v>
                </c:pt>
                <c:pt idx="812">
                  <c:v>43755</c:v>
                </c:pt>
                <c:pt idx="813">
                  <c:v>43756</c:v>
                </c:pt>
                <c:pt idx="814">
                  <c:v>43759</c:v>
                </c:pt>
                <c:pt idx="815">
                  <c:v>43760</c:v>
                </c:pt>
                <c:pt idx="816">
                  <c:v>43761</c:v>
                </c:pt>
                <c:pt idx="817">
                  <c:v>43762</c:v>
                </c:pt>
                <c:pt idx="818">
                  <c:v>43763</c:v>
                </c:pt>
                <c:pt idx="819">
                  <c:v>43766</c:v>
                </c:pt>
                <c:pt idx="820">
                  <c:v>43767</c:v>
                </c:pt>
                <c:pt idx="821">
                  <c:v>43768</c:v>
                </c:pt>
                <c:pt idx="822">
                  <c:v>43769</c:v>
                </c:pt>
                <c:pt idx="823">
                  <c:v>43770</c:v>
                </c:pt>
                <c:pt idx="824">
                  <c:v>43773</c:v>
                </c:pt>
                <c:pt idx="825">
                  <c:v>43774</c:v>
                </c:pt>
                <c:pt idx="826">
                  <c:v>43775</c:v>
                </c:pt>
                <c:pt idx="827">
                  <c:v>43776</c:v>
                </c:pt>
                <c:pt idx="828">
                  <c:v>43777</c:v>
                </c:pt>
                <c:pt idx="829">
                  <c:v>43780</c:v>
                </c:pt>
                <c:pt idx="830">
                  <c:v>43781</c:v>
                </c:pt>
                <c:pt idx="831">
                  <c:v>43782</c:v>
                </c:pt>
                <c:pt idx="832">
                  <c:v>43783</c:v>
                </c:pt>
                <c:pt idx="833">
                  <c:v>43784</c:v>
                </c:pt>
                <c:pt idx="834">
                  <c:v>43787</c:v>
                </c:pt>
                <c:pt idx="835">
                  <c:v>43788</c:v>
                </c:pt>
                <c:pt idx="836">
                  <c:v>43789</c:v>
                </c:pt>
                <c:pt idx="837">
                  <c:v>43790</c:v>
                </c:pt>
                <c:pt idx="838">
                  <c:v>43791</c:v>
                </c:pt>
                <c:pt idx="839">
                  <c:v>43794</c:v>
                </c:pt>
                <c:pt idx="840">
                  <c:v>43795</c:v>
                </c:pt>
                <c:pt idx="841">
                  <c:v>43796</c:v>
                </c:pt>
                <c:pt idx="842">
                  <c:v>43797</c:v>
                </c:pt>
                <c:pt idx="843">
                  <c:v>43798</c:v>
                </c:pt>
                <c:pt idx="844">
                  <c:v>43801</c:v>
                </c:pt>
                <c:pt idx="845">
                  <c:v>43802</c:v>
                </c:pt>
                <c:pt idx="846">
                  <c:v>43803</c:v>
                </c:pt>
                <c:pt idx="847">
                  <c:v>43804</c:v>
                </c:pt>
                <c:pt idx="848">
                  <c:v>43805</c:v>
                </c:pt>
                <c:pt idx="849">
                  <c:v>43808</c:v>
                </c:pt>
                <c:pt idx="850">
                  <c:v>43809</c:v>
                </c:pt>
                <c:pt idx="851">
                  <c:v>43810</c:v>
                </c:pt>
                <c:pt idx="852">
                  <c:v>43811</c:v>
                </c:pt>
                <c:pt idx="853">
                  <c:v>43812</c:v>
                </c:pt>
                <c:pt idx="854">
                  <c:v>43815</c:v>
                </c:pt>
                <c:pt idx="855">
                  <c:v>43816</c:v>
                </c:pt>
                <c:pt idx="856">
                  <c:v>43817</c:v>
                </c:pt>
                <c:pt idx="857">
                  <c:v>43818</c:v>
                </c:pt>
                <c:pt idx="858">
                  <c:v>43819</c:v>
                </c:pt>
                <c:pt idx="859">
                  <c:v>43822</c:v>
                </c:pt>
                <c:pt idx="860">
                  <c:v>43823</c:v>
                </c:pt>
                <c:pt idx="861">
                  <c:v>43824</c:v>
                </c:pt>
                <c:pt idx="862">
                  <c:v>43825</c:v>
                </c:pt>
                <c:pt idx="863">
                  <c:v>43826</c:v>
                </c:pt>
                <c:pt idx="864">
                  <c:v>43829</c:v>
                </c:pt>
                <c:pt idx="865">
                  <c:v>43830</c:v>
                </c:pt>
                <c:pt idx="866">
                  <c:v>43831</c:v>
                </c:pt>
                <c:pt idx="867">
                  <c:v>43832</c:v>
                </c:pt>
                <c:pt idx="868">
                  <c:v>43833</c:v>
                </c:pt>
                <c:pt idx="869">
                  <c:v>43836</c:v>
                </c:pt>
                <c:pt idx="870">
                  <c:v>43837</c:v>
                </c:pt>
                <c:pt idx="871">
                  <c:v>43838</c:v>
                </c:pt>
                <c:pt idx="872">
                  <c:v>43839</c:v>
                </c:pt>
                <c:pt idx="873">
                  <c:v>43840</c:v>
                </c:pt>
                <c:pt idx="874">
                  <c:v>43843</c:v>
                </c:pt>
                <c:pt idx="875">
                  <c:v>43844</c:v>
                </c:pt>
                <c:pt idx="876">
                  <c:v>43845</c:v>
                </c:pt>
                <c:pt idx="877">
                  <c:v>43846</c:v>
                </c:pt>
                <c:pt idx="878">
                  <c:v>43847</c:v>
                </c:pt>
                <c:pt idx="879">
                  <c:v>43850</c:v>
                </c:pt>
                <c:pt idx="880">
                  <c:v>43851</c:v>
                </c:pt>
                <c:pt idx="881">
                  <c:v>43852</c:v>
                </c:pt>
                <c:pt idx="882">
                  <c:v>43853</c:v>
                </c:pt>
                <c:pt idx="883">
                  <c:v>43854</c:v>
                </c:pt>
                <c:pt idx="884">
                  <c:v>43857</c:v>
                </c:pt>
                <c:pt idx="885">
                  <c:v>43858</c:v>
                </c:pt>
                <c:pt idx="886">
                  <c:v>43859</c:v>
                </c:pt>
                <c:pt idx="887">
                  <c:v>43860</c:v>
                </c:pt>
                <c:pt idx="888">
                  <c:v>43861</c:v>
                </c:pt>
                <c:pt idx="889">
                  <c:v>43864</c:v>
                </c:pt>
                <c:pt idx="890">
                  <c:v>43865</c:v>
                </c:pt>
                <c:pt idx="891">
                  <c:v>43866</c:v>
                </c:pt>
                <c:pt idx="892">
                  <c:v>43867</c:v>
                </c:pt>
                <c:pt idx="893">
                  <c:v>43868</c:v>
                </c:pt>
                <c:pt idx="894">
                  <c:v>43871</c:v>
                </c:pt>
                <c:pt idx="895">
                  <c:v>43872</c:v>
                </c:pt>
                <c:pt idx="896">
                  <c:v>43873</c:v>
                </c:pt>
                <c:pt idx="897">
                  <c:v>43874</c:v>
                </c:pt>
                <c:pt idx="898">
                  <c:v>43875</c:v>
                </c:pt>
                <c:pt idx="899">
                  <c:v>43878</c:v>
                </c:pt>
                <c:pt idx="900">
                  <c:v>43879</c:v>
                </c:pt>
                <c:pt idx="901">
                  <c:v>43880</c:v>
                </c:pt>
                <c:pt idx="902">
                  <c:v>43881</c:v>
                </c:pt>
                <c:pt idx="903">
                  <c:v>43882</c:v>
                </c:pt>
                <c:pt idx="904">
                  <c:v>43885</c:v>
                </c:pt>
                <c:pt idx="905">
                  <c:v>43886</c:v>
                </c:pt>
                <c:pt idx="906">
                  <c:v>43887</c:v>
                </c:pt>
                <c:pt idx="907">
                  <c:v>43888</c:v>
                </c:pt>
                <c:pt idx="908">
                  <c:v>43889</c:v>
                </c:pt>
                <c:pt idx="909">
                  <c:v>43892</c:v>
                </c:pt>
                <c:pt idx="910">
                  <c:v>43893</c:v>
                </c:pt>
                <c:pt idx="911">
                  <c:v>43894</c:v>
                </c:pt>
                <c:pt idx="912">
                  <c:v>43895</c:v>
                </c:pt>
                <c:pt idx="913">
                  <c:v>43896</c:v>
                </c:pt>
                <c:pt idx="914">
                  <c:v>43899</c:v>
                </c:pt>
                <c:pt idx="915">
                  <c:v>43900</c:v>
                </c:pt>
                <c:pt idx="916">
                  <c:v>43901</c:v>
                </c:pt>
                <c:pt idx="917">
                  <c:v>43902</c:v>
                </c:pt>
                <c:pt idx="918">
                  <c:v>43903</c:v>
                </c:pt>
                <c:pt idx="919">
                  <c:v>43906</c:v>
                </c:pt>
                <c:pt idx="920">
                  <c:v>43907</c:v>
                </c:pt>
                <c:pt idx="921">
                  <c:v>43908</c:v>
                </c:pt>
                <c:pt idx="922">
                  <c:v>43909</c:v>
                </c:pt>
                <c:pt idx="923">
                  <c:v>43910</c:v>
                </c:pt>
                <c:pt idx="924">
                  <c:v>43913</c:v>
                </c:pt>
                <c:pt idx="925">
                  <c:v>43914</c:v>
                </c:pt>
                <c:pt idx="926">
                  <c:v>43915</c:v>
                </c:pt>
                <c:pt idx="927">
                  <c:v>43916</c:v>
                </c:pt>
                <c:pt idx="928">
                  <c:v>43917</c:v>
                </c:pt>
                <c:pt idx="929">
                  <c:v>43920</c:v>
                </c:pt>
                <c:pt idx="930">
                  <c:v>43921</c:v>
                </c:pt>
                <c:pt idx="931">
                  <c:v>43922</c:v>
                </c:pt>
                <c:pt idx="932">
                  <c:v>43923</c:v>
                </c:pt>
                <c:pt idx="933">
                  <c:v>43924</c:v>
                </c:pt>
                <c:pt idx="934">
                  <c:v>43927</c:v>
                </c:pt>
                <c:pt idx="935">
                  <c:v>43928</c:v>
                </c:pt>
                <c:pt idx="936">
                  <c:v>43929</c:v>
                </c:pt>
                <c:pt idx="937">
                  <c:v>43930</c:v>
                </c:pt>
                <c:pt idx="938">
                  <c:v>43931</c:v>
                </c:pt>
                <c:pt idx="939">
                  <c:v>43934</c:v>
                </c:pt>
                <c:pt idx="940">
                  <c:v>43935</c:v>
                </c:pt>
                <c:pt idx="941">
                  <c:v>43936</c:v>
                </c:pt>
                <c:pt idx="942">
                  <c:v>43937</c:v>
                </c:pt>
                <c:pt idx="943">
                  <c:v>43938</c:v>
                </c:pt>
                <c:pt idx="944">
                  <c:v>43941</c:v>
                </c:pt>
                <c:pt idx="945">
                  <c:v>43942</c:v>
                </c:pt>
                <c:pt idx="946">
                  <c:v>43943</c:v>
                </c:pt>
                <c:pt idx="947">
                  <c:v>43944</c:v>
                </c:pt>
                <c:pt idx="948">
                  <c:v>43945</c:v>
                </c:pt>
                <c:pt idx="949">
                  <c:v>43948</c:v>
                </c:pt>
                <c:pt idx="950">
                  <c:v>43949</c:v>
                </c:pt>
                <c:pt idx="951">
                  <c:v>43950</c:v>
                </c:pt>
                <c:pt idx="952">
                  <c:v>43951</c:v>
                </c:pt>
                <c:pt idx="953">
                  <c:v>43952</c:v>
                </c:pt>
                <c:pt idx="954">
                  <c:v>43955</c:v>
                </c:pt>
                <c:pt idx="955">
                  <c:v>43956</c:v>
                </c:pt>
                <c:pt idx="956">
                  <c:v>43957</c:v>
                </c:pt>
                <c:pt idx="957">
                  <c:v>43958</c:v>
                </c:pt>
                <c:pt idx="958">
                  <c:v>43959</c:v>
                </c:pt>
                <c:pt idx="959">
                  <c:v>43962</c:v>
                </c:pt>
                <c:pt idx="960">
                  <c:v>43963</c:v>
                </c:pt>
                <c:pt idx="961">
                  <c:v>43964</c:v>
                </c:pt>
                <c:pt idx="962">
                  <c:v>43965</c:v>
                </c:pt>
                <c:pt idx="963">
                  <c:v>43966</c:v>
                </c:pt>
                <c:pt idx="964">
                  <c:v>43969</c:v>
                </c:pt>
                <c:pt idx="965">
                  <c:v>43970</c:v>
                </c:pt>
                <c:pt idx="966">
                  <c:v>43971</c:v>
                </c:pt>
                <c:pt idx="967">
                  <c:v>43972</c:v>
                </c:pt>
                <c:pt idx="968">
                  <c:v>43973</c:v>
                </c:pt>
                <c:pt idx="969">
                  <c:v>43976</c:v>
                </c:pt>
                <c:pt idx="970">
                  <c:v>43977</c:v>
                </c:pt>
                <c:pt idx="971">
                  <c:v>43978</c:v>
                </c:pt>
                <c:pt idx="972">
                  <c:v>43979</c:v>
                </c:pt>
                <c:pt idx="973">
                  <c:v>43980</c:v>
                </c:pt>
                <c:pt idx="974">
                  <c:v>43983</c:v>
                </c:pt>
                <c:pt idx="975">
                  <c:v>43984</c:v>
                </c:pt>
                <c:pt idx="976">
                  <c:v>43985</c:v>
                </c:pt>
                <c:pt idx="977">
                  <c:v>43986</c:v>
                </c:pt>
                <c:pt idx="978">
                  <c:v>43987</c:v>
                </c:pt>
                <c:pt idx="979">
                  <c:v>43990</c:v>
                </c:pt>
                <c:pt idx="980">
                  <c:v>43991</c:v>
                </c:pt>
                <c:pt idx="981">
                  <c:v>43992</c:v>
                </c:pt>
                <c:pt idx="982">
                  <c:v>43993</c:v>
                </c:pt>
                <c:pt idx="983">
                  <c:v>43994</c:v>
                </c:pt>
                <c:pt idx="984">
                  <c:v>43997</c:v>
                </c:pt>
                <c:pt idx="985">
                  <c:v>43998</c:v>
                </c:pt>
                <c:pt idx="986">
                  <c:v>43999</c:v>
                </c:pt>
                <c:pt idx="987">
                  <c:v>44000</c:v>
                </c:pt>
                <c:pt idx="988">
                  <c:v>44001</c:v>
                </c:pt>
                <c:pt idx="989">
                  <c:v>44004</c:v>
                </c:pt>
                <c:pt idx="990">
                  <c:v>44005</c:v>
                </c:pt>
                <c:pt idx="991">
                  <c:v>44006</c:v>
                </c:pt>
                <c:pt idx="992">
                  <c:v>44007</c:v>
                </c:pt>
                <c:pt idx="993">
                  <c:v>44008</c:v>
                </c:pt>
                <c:pt idx="994">
                  <c:v>44011</c:v>
                </c:pt>
                <c:pt idx="995">
                  <c:v>44012</c:v>
                </c:pt>
                <c:pt idx="996">
                  <c:v>44013</c:v>
                </c:pt>
                <c:pt idx="997">
                  <c:v>44014</c:v>
                </c:pt>
                <c:pt idx="998">
                  <c:v>44015</c:v>
                </c:pt>
                <c:pt idx="999">
                  <c:v>44018</c:v>
                </c:pt>
                <c:pt idx="1000">
                  <c:v>44019</c:v>
                </c:pt>
                <c:pt idx="1001">
                  <c:v>44020</c:v>
                </c:pt>
                <c:pt idx="1002">
                  <c:v>44021</c:v>
                </c:pt>
                <c:pt idx="1003">
                  <c:v>44022</c:v>
                </c:pt>
                <c:pt idx="1004">
                  <c:v>44025</c:v>
                </c:pt>
                <c:pt idx="1005">
                  <c:v>44026</c:v>
                </c:pt>
                <c:pt idx="1006">
                  <c:v>44027</c:v>
                </c:pt>
                <c:pt idx="1007">
                  <c:v>44028</c:v>
                </c:pt>
                <c:pt idx="1008">
                  <c:v>44029</c:v>
                </c:pt>
                <c:pt idx="1009">
                  <c:v>44032</c:v>
                </c:pt>
                <c:pt idx="1010">
                  <c:v>44033</c:v>
                </c:pt>
                <c:pt idx="1011">
                  <c:v>44034</c:v>
                </c:pt>
                <c:pt idx="1012">
                  <c:v>44035</c:v>
                </c:pt>
                <c:pt idx="1013">
                  <c:v>44036</c:v>
                </c:pt>
                <c:pt idx="1014">
                  <c:v>44039</c:v>
                </c:pt>
                <c:pt idx="1015">
                  <c:v>44040</c:v>
                </c:pt>
                <c:pt idx="1016">
                  <c:v>44041</c:v>
                </c:pt>
                <c:pt idx="1017">
                  <c:v>44042</c:v>
                </c:pt>
                <c:pt idx="1018">
                  <c:v>44043</c:v>
                </c:pt>
                <c:pt idx="1019">
                  <c:v>44046</c:v>
                </c:pt>
                <c:pt idx="1020">
                  <c:v>44047</c:v>
                </c:pt>
                <c:pt idx="1021">
                  <c:v>44048</c:v>
                </c:pt>
                <c:pt idx="1022">
                  <c:v>44049</c:v>
                </c:pt>
                <c:pt idx="1023">
                  <c:v>44050</c:v>
                </c:pt>
                <c:pt idx="1024">
                  <c:v>44053</c:v>
                </c:pt>
                <c:pt idx="1025">
                  <c:v>44054</c:v>
                </c:pt>
                <c:pt idx="1026">
                  <c:v>44055</c:v>
                </c:pt>
                <c:pt idx="1027">
                  <c:v>44056</c:v>
                </c:pt>
                <c:pt idx="1028">
                  <c:v>44057</c:v>
                </c:pt>
                <c:pt idx="1029">
                  <c:v>44060</c:v>
                </c:pt>
                <c:pt idx="1030">
                  <c:v>44061</c:v>
                </c:pt>
                <c:pt idx="1031">
                  <c:v>44062</c:v>
                </c:pt>
                <c:pt idx="1032">
                  <c:v>44063</c:v>
                </c:pt>
                <c:pt idx="1033">
                  <c:v>44064</c:v>
                </c:pt>
                <c:pt idx="1034">
                  <c:v>44067</c:v>
                </c:pt>
                <c:pt idx="1035">
                  <c:v>44068</c:v>
                </c:pt>
                <c:pt idx="1036">
                  <c:v>44069</c:v>
                </c:pt>
                <c:pt idx="1037">
                  <c:v>44070</c:v>
                </c:pt>
                <c:pt idx="1038">
                  <c:v>44071</c:v>
                </c:pt>
                <c:pt idx="1039">
                  <c:v>44074</c:v>
                </c:pt>
                <c:pt idx="1040">
                  <c:v>44075</c:v>
                </c:pt>
                <c:pt idx="1041">
                  <c:v>44076</c:v>
                </c:pt>
                <c:pt idx="1042">
                  <c:v>44077</c:v>
                </c:pt>
                <c:pt idx="1043">
                  <c:v>44078</c:v>
                </c:pt>
                <c:pt idx="1044">
                  <c:v>44081</c:v>
                </c:pt>
                <c:pt idx="1045">
                  <c:v>44082</c:v>
                </c:pt>
                <c:pt idx="1046">
                  <c:v>44083</c:v>
                </c:pt>
                <c:pt idx="1047">
                  <c:v>44084</c:v>
                </c:pt>
                <c:pt idx="1048">
                  <c:v>44085</c:v>
                </c:pt>
                <c:pt idx="1049">
                  <c:v>44088</c:v>
                </c:pt>
                <c:pt idx="1050">
                  <c:v>44089</c:v>
                </c:pt>
                <c:pt idx="1051">
                  <c:v>44090</c:v>
                </c:pt>
                <c:pt idx="1052">
                  <c:v>44091</c:v>
                </c:pt>
                <c:pt idx="1053">
                  <c:v>44092</c:v>
                </c:pt>
                <c:pt idx="1054">
                  <c:v>44095</c:v>
                </c:pt>
                <c:pt idx="1055">
                  <c:v>44096</c:v>
                </c:pt>
                <c:pt idx="1056">
                  <c:v>44097</c:v>
                </c:pt>
                <c:pt idx="1057">
                  <c:v>44098</c:v>
                </c:pt>
                <c:pt idx="1058">
                  <c:v>44099</c:v>
                </c:pt>
                <c:pt idx="1059">
                  <c:v>44102</c:v>
                </c:pt>
                <c:pt idx="1060">
                  <c:v>44103</c:v>
                </c:pt>
                <c:pt idx="1061">
                  <c:v>44104</c:v>
                </c:pt>
                <c:pt idx="1062">
                  <c:v>44105</c:v>
                </c:pt>
                <c:pt idx="1063">
                  <c:v>44106</c:v>
                </c:pt>
                <c:pt idx="1064">
                  <c:v>44109</c:v>
                </c:pt>
                <c:pt idx="1065">
                  <c:v>44110</c:v>
                </c:pt>
                <c:pt idx="1066">
                  <c:v>44111</c:v>
                </c:pt>
                <c:pt idx="1067">
                  <c:v>44112</c:v>
                </c:pt>
                <c:pt idx="1068">
                  <c:v>44113</c:v>
                </c:pt>
                <c:pt idx="1069">
                  <c:v>44116</c:v>
                </c:pt>
                <c:pt idx="1070">
                  <c:v>44117</c:v>
                </c:pt>
                <c:pt idx="1071">
                  <c:v>44118</c:v>
                </c:pt>
                <c:pt idx="1072">
                  <c:v>44119</c:v>
                </c:pt>
                <c:pt idx="1073">
                  <c:v>44120</c:v>
                </c:pt>
                <c:pt idx="1074">
                  <c:v>44123</c:v>
                </c:pt>
                <c:pt idx="1075">
                  <c:v>44124</c:v>
                </c:pt>
                <c:pt idx="1076">
                  <c:v>44125</c:v>
                </c:pt>
                <c:pt idx="1077">
                  <c:v>44126</c:v>
                </c:pt>
                <c:pt idx="1078">
                  <c:v>44127</c:v>
                </c:pt>
                <c:pt idx="1079">
                  <c:v>44130</c:v>
                </c:pt>
                <c:pt idx="1080">
                  <c:v>44131</c:v>
                </c:pt>
                <c:pt idx="1081">
                  <c:v>44132</c:v>
                </c:pt>
                <c:pt idx="1082">
                  <c:v>44133</c:v>
                </c:pt>
                <c:pt idx="1083">
                  <c:v>44134</c:v>
                </c:pt>
                <c:pt idx="1084">
                  <c:v>44137</c:v>
                </c:pt>
                <c:pt idx="1085">
                  <c:v>44138</c:v>
                </c:pt>
                <c:pt idx="1086">
                  <c:v>44139</c:v>
                </c:pt>
                <c:pt idx="1087">
                  <c:v>44140</c:v>
                </c:pt>
                <c:pt idx="1088">
                  <c:v>44141</c:v>
                </c:pt>
                <c:pt idx="1089">
                  <c:v>44144</c:v>
                </c:pt>
                <c:pt idx="1090">
                  <c:v>44145</c:v>
                </c:pt>
                <c:pt idx="1091">
                  <c:v>44146</c:v>
                </c:pt>
                <c:pt idx="1092">
                  <c:v>44147</c:v>
                </c:pt>
                <c:pt idx="1093">
                  <c:v>44148</c:v>
                </c:pt>
                <c:pt idx="1094">
                  <c:v>44151</c:v>
                </c:pt>
                <c:pt idx="1095">
                  <c:v>44152</c:v>
                </c:pt>
                <c:pt idx="1096">
                  <c:v>44153</c:v>
                </c:pt>
                <c:pt idx="1097">
                  <c:v>44154</c:v>
                </c:pt>
                <c:pt idx="1098">
                  <c:v>44155</c:v>
                </c:pt>
                <c:pt idx="1099">
                  <c:v>44158</c:v>
                </c:pt>
                <c:pt idx="1100">
                  <c:v>44159</c:v>
                </c:pt>
                <c:pt idx="1101">
                  <c:v>44160</c:v>
                </c:pt>
                <c:pt idx="1102">
                  <c:v>44161</c:v>
                </c:pt>
                <c:pt idx="1103">
                  <c:v>44162</c:v>
                </c:pt>
                <c:pt idx="1104">
                  <c:v>44165</c:v>
                </c:pt>
                <c:pt idx="1105">
                  <c:v>44166</c:v>
                </c:pt>
                <c:pt idx="1106">
                  <c:v>44167</c:v>
                </c:pt>
                <c:pt idx="1107">
                  <c:v>44168</c:v>
                </c:pt>
                <c:pt idx="1108">
                  <c:v>44169</c:v>
                </c:pt>
                <c:pt idx="1109">
                  <c:v>44172</c:v>
                </c:pt>
                <c:pt idx="1110">
                  <c:v>44173</c:v>
                </c:pt>
                <c:pt idx="1111">
                  <c:v>44174</c:v>
                </c:pt>
                <c:pt idx="1112">
                  <c:v>44175</c:v>
                </c:pt>
                <c:pt idx="1113">
                  <c:v>44176</c:v>
                </c:pt>
                <c:pt idx="1114">
                  <c:v>44179</c:v>
                </c:pt>
                <c:pt idx="1115">
                  <c:v>44180</c:v>
                </c:pt>
                <c:pt idx="1116">
                  <c:v>44181</c:v>
                </c:pt>
                <c:pt idx="1117">
                  <c:v>44182</c:v>
                </c:pt>
                <c:pt idx="1118">
                  <c:v>44183</c:v>
                </c:pt>
                <c:pt idx="1119">
                  <c:v>44186</c:v>
                </c:pt>
                <c:pt idx="1120">
                  <c:v>44187</c:v>
                </c:pt>
                <c:pt idx="1121">
                  <c:v>44188</c:v>
                </c:pt>
                <c:pt idx="1122">
                  <c:v>44189</c:v>
                </c:pt>
                <c:pt idx="1123">
                  <c:v>44190</c:v>
                </c:pt>
                <c:pt idx="1124">
                  <c:v>44191</c:v>
                </c:pt>
                <c:pt idx="1125">
                  <c:v>44193</c:v>
                </c:pt>
                <c:pt idx="1126">
                  <c:v>44194</c:v>
                </c:pt>
                <c:pt idx="1127">
                  <c:v>44195</c:v>
                </c:pt>
                <c:pt idx="1128">
                  <c:v>44196</c:v>
                </c:pt>
                <c:pt idx="1129">
                  <c:v>44197</c:v>
                </c:pt>
                <c:pt idx="1130">
                  <c:v>44198</c:v>
                </c:pt>
                <c:pt idx="1131">
                  <c:v>44200</c:v>
                </c:pt>
                <c:pt idx="1132">
                  <c:v>44201</c:v>
                </c:pt>
                <c:pt idx="1133">
                  <c:v>44202</c:v>
                </c:pt>
                <c:pt idx="1134">
                  <c:v>44203</c:v>
                </c:pt>
                <c:pt idx="1135">
                  <c:v>44204</c:v>
                </c:pt>
                <c:pt idx="1136">
                  <c:v>44207</c:v>
                </c:pt>
                <c:pt idx="1137">
                  <c:v>44208</c:v>
                </c:pt>
                <c:pt idx="1138">
                  <c:v>44209</c:v>
                </c:pt>
                <c:pt idx="1139">
                  <c:v>44210</c:v>
                </c:pt>
                <c:pt idx="1140">
                  <c:v>44211</c:v>
                </c:pt>
                <c:pt idx="1141">
                  <c:v>44214</c:v>
                </c:pt>
                <c:pt idx="1142">
                  <c:v>44215</c:v>
                </c:pt>
                <c:pt idx="1143">
                  <c:v>44216</c:v>
                </c:pt>
                <c:pt idx="1144">
                  <c:v>44217</c:v>
                </c:pt>
                <c:pt idx="1145">
                  <c:v>44218</c:v>
                </c:pt>
                <c:pt idx="1146">
                  <c:v>44221</c:v>
                </c:pt>
                <c:pt idx="1147">
                  <c:v>44222</c:v>
                </c:pt>
                <c:pt idx="1148">
                  <c:v>44223</c:v>
                </c:pt>
                <c:pt idx="1149">
                  <c:v>44224</c:v>
                </c:pt>
                <c:pt idx="1150">
                  <c:v>44225</c:v>
                </c:pt>
                <c:pt idx="1151">
                  <c:v>44228</c:v>
                </c:pt>
                <c:pt idx="1152">
                  <c:v>44229</c:v>
                </c:pt>
                <c:pt idx="1153">
                  <c:v>44230</c:v>
                </c:pt>
                <c:pt idx="1154">
                  <c:v>44231</c:v>
                </c:pt>
                <c:pt idx="1155">
                  <c:v>44232</c:v>
                </c:pt>
                <c:pt idx="1156">
                  <c:v>44235</c:v>
                </c:pt>
                <c:pt idx="1157">
                  <c:v>44236</c:v>
                </c:pt>
                <c:pt idx="1158">
                  <c:v>44237</c:v>
                </c:pt>
                <c:pt idx="1159">
                  <c:v>44238</c:v>
                </c:pt>
                <c:pt idx="1160">
                  <c:v>44239</c:v>
                </c:pt>
                <c:pt idx="1161">
                  <c:v>44242</c:v>
                </c:pt>
                <c:pt idx="1162">
                  <c:v>44243</c:v>
                </c:pt>
                <c:pt idx="1163">
                  <c:v>44244</c:v>
                </c:pt>
                <c:pt idx="1164">
                  <c:v>44245</c:v>
                </c:pt>
                <c:pt idx="1165">
                  <c:v>44246</c:v>
                </c:pt>
                <c:pt idx="1166">
                  <c:v>44249</c:v>
                </c:pt>
                <c:pt idx="1167">
                  <c:v>44250</c:v>
                </c:pt>
                <c:pt idx="1168">
                  <c:v>44251</c:v>
                </c:pt>
                <c:pt idx="1169">
                  <c:v>44252</c:v>
                </c:pt>
                <c:pt idx="1170">
                  <c:v>44253</c:v>
                </c:pt>
                <c:pt idx="1171">
                  <c:v>44256</c:v>
                </c:pt>
                <c:pt idx="1172">
                  <c:v>44257</c:v>
                </c:pt>
                <c:pt idx="1173">
                  <c:v>44258</c:v>
                </c:pt>
                <c:pt idx="1174">
                  <c:v>44259</c:v>
                </c:pt>
                <c:pt idx="1175">
                  <c:v>44260</c:v>
                </c:pt>
                <c:pt idx="1176">
                  <c:v>44263</c:v>
                </c:pt>
                <c:pt idx="1177">
                  <c:v>44264</c:v>
                </c:pt>
                <c:pt idx="1178">
                  <c:v>44265</c:v>
                </c:pt>
                <c:pt idx="1179">
                  <c:v>44266</c:v>
                </c:pt>
                <c:pt idx="1180">
                  <c:v>44267</c:v>
                </c:pt>
                <c:pt idx="1181">
                  <c:v>44270</c:v>
                </c:pt>
                <c:pt idx="1182">
                  <c:v>44271</c:v>
                </c:pt>
                <c:pt idx="1183">
                  <c:v>44272</c:v>
                </c:pt>
                <c:pt idx="1184">
                  <c:v>44273</c:v>
                </c:pt>
                <c:pt idx="1185">
                  <c:v>44274</c:v>
                </c:pt>
                <c:pt idx="1186">
                  <c:v>44277</c:v>
                </c:pt>
                <c:pt idx="1187">
                  <c:v>44278</c:v>
                </c:pt>
                <c:pt idx="1188">
                  <c:v>44279</c:v>
                </c:pt>
                <c:pt idx="1189">
                  <c:v>44280</c:v>
                </c:pt>
                <c:pt idx="1190">
                  <c:v>44281</c:v>
                </c:pt>
                <c:pt idx="1191">
                  <c:v>44284</c:v>
                </c:pt>
                <c:pt idx="1192">
                  <c:v>44285</c:v>
                </c:pt>
                <c:pt idx="1193">
                  <c:v>44286</c:v>
                </c:pt>
                <c:pt idx="1194">
                  <c:v>44287</c:v>
                </c:pt>
                <c:pt idx="1195">
                  <c:v>44288</c:v>
                </c:pt>
                <c:pt idx="1196">
                  <c:v>44291</c:v>
                </c:pt>
                <c:pt idx="1197">
                  <c:v>44292</c:v>
                </c:pt>
                <c:pt idx="1198">
                  <c:v>44293</c:v>
                </c:pt>
                <c:pt idx="1199">
                  <c:v>44294</c:v>
                </c:pt>
                <c:pt idx="1200">
                  <c:v>44295</c:v>
                </c:pt>
                <c:pt idx="1201">
                  <c:v>44298</c:v>
                </c:pt>
                <c:pt idx="1202">
                  <c:v>44299</c:v>
                </c:pt>
                <c:pt idx="1203">
                  <c:v>44300</c:v>
                </c:pt>
                <c:pt idx="1204">
                  <c:v>44301</c:v>
                </c:pt>
                <c:pt idx="1205">
                  <c:v>44302</c:v>
                </c:pt>
                <c:pt idx="1206">
                  <c:v>44305</c:v>
                </c:pt>
                <c:pt idx="1207">
                  <c:v>44306</c:v>
                </c:pt>
                <c:pt idx="1208">
                  <c:v>44307</c:v>
                </c:pt>
                <c:pt idx="1209">
                  <c:v>44308</c:v>
                </c:pt>
                <c:pt idx="1210">
                  <c:v>44309</c:v>
                </c:pt>
                <c:pt idx="1211">
                  <c:v>44312</c:v>
                </c:pt>
                <c:pt idx="1212">
                  <c:v>44313</c:v>
                </c:pt>
                <c:pt idx="1213">
                  <c:v>44314</c:v>
                </c:pt>
                <c:pt idx="1214">
                  <c:v>44315</c:v>
                </c:pt>
                <c:pt idx="1215">
                  <c:v>44316</c:v>
                </c:pt>
                <c:pt idx="1216">
                  <c:v>44319</c:v>
                </c:pt>
                <c:pt idx="1217">
                  <c:v>44320</c:v>
                </c:pt>
                <c:pt idx="1218">
                  <c:v>44321</c:v>
                </c:pt>
                <c:pt idx="1219">
                  <c:v>44322</c:v>
                </c:pt>
                <c:pt idx="1220">
                  <c:v>44323</c:v>
                </c:pt>
                <c:pt idx="1221">
                  <c:v>44326</c:v>
                </c:pt>
                <c:pt idx="1222">
                  <c:v>44327</c:v>
                </c:pt>
                <c:pt idx="1223">
                  <c:v>44328</c:v>
                </c:pt>
                <c:pt idx="1224">
                  <c:v>44329</c:v>
                </c:pt>
                <c:pt idx="1225">
                  <c:v>44330</c:v>
                </c:pt>
                <c:pt idx="1226">
                  <c:v>44333</c:v>
                </c:pt>
                <c:pt idx="1227">
                  <c:v>44334</c:v>
                </c:pt>
                <c:pt idx="1228">
                  <c:v>44335</c:v>
                </c:pt>
                <c:pt idx="1229">
                  <c:v>44336</c:v>
                </c:pt>
                <c:pt idx="1230">
                  <c:v>44337</c:v>
                </c:pt>
                <c:pt idx="1231">
                  <c:v>44340</c:v>
                </c:pt>
                <c:pt idx="1232">
                  <c:v>44341</c:v>
                </c:pt>
                <c:pt idx="1233">
                  <c:v>44342</c:v>
                </c:pt>
                <c:pt idx="1234">
                  <c:v>44343</c:v>
                </c:pt>
                <c:pt idx="1235">
                  <c:v>44344</c:v>
                </c:pt>
                <c:pt idx="1236">
                  <c:v>44347</c:v>
                </c:pt>
                <c:pt idx="1237">
                  <c:v>44348</c:v>
                </c:pt>
                <c:pt idx="1238">
                  <c:v>44349</c:v>
                </c:pt>
                <c:pt idx="1239">
                  <c:v>44350</c:v>
                </c:pt>
                <c:pt idx="1240">
                  <c:v>44351</c:v>
                </c:pt>
                <c:pt idx="1241">
                  <c:v>44354</c:v>
                </c:pt>
                <c:pt idx="1242">
                  <c:v>44355</c:v>
                </c:pt>
                <c:pt idx="1243">
                  <c:v>44356</c:v>
                </c:pt>
                <c:pt idx="1244">
                  <c:v>44357</c:v>
                </c:pt>
                <c:pt idx="1245">
                  <c:v>44358</c:v>
                </c:pt>
                <c:pt idx="1246">
                  <c:v>44361</c:v>
                </c:pt>
                <c:pt idx="1247">
                  <c:v>44362</c:v>
                </c:pt>
                <c:pt idx="1248">
                  <c:v>44363</c:v>
                </c:pt>
                <c:pt idx="1249">
                  <c:v>44364</c:v>
                </c:pt>
                <c:pt idx="1250">
                  <c:v>44365</c:v>
                </c:pt>
                <c:pt idx="1251">
                  <c:v>44368</c:v>
                </c:pt>
                <c:pt idx="1252">
                  <c:v>44369</c:v>
                </c:pt>
                <c:pt idx="1253">
                  <c:v>44370</c:v>
                </c:pt>
                <c:pt idx="1254">
                  <c:v>44371</c:v>
                </c:pt>
                <c:pt idx="1255">
                  <c:v>44372</c:v>
                </c:pt>
                <c:pt idx="1256">
                  <c:v>44375</c:v>
                </c:pt>
                <c:pt idx="1257">
                  <c:v>44376</c:v>
                </c:pt>
                <c:pt idx="1258">
                  <c:v>44377</c:v>
                </c:pt>
                <c:pt idx="1259">
                  <c:v>44378</c:v>
                </c:pt>
                <c:pt idx="1260">
                  <c:v>44379</c:v>
                </c:pt>
                <c:pt idx="1261">
                  <c:v>44382</c:v>
                </c:pt>
                <c:pt idx="1262">
                  <c:v>44383</c:v>
                </c:pt>
                <c:pt idx="1263">
                  <c:v>44384</c:v>
                </c:pt>
                <c:pt idx="1264">
                  <c:v>44385</c:v>
                </c:pt>
                <c:pt idx="1265">
                  <c:v>44386</c:v>
                </c:pt>
                <c:pt idx="1266">
                  <c:v>44389</c:v>
                </c:pt>
                <c:pt idx="1267">
                  <c:v>44390</c:v>
                </c:pt>
                <c:pt idx="1268">
                  <c:v>44391</c:v>
                </c:pt>
                <c:pt idx="1269">
                  <c:v>44392</c:v>
                </c:pt>
                <c:pt idx="1270">
                  <c:v>44393</c:v>
                </c:pt>
                <c:pt idx="1271">
                  <c:v>44396</c:v>
                </c:pt>
                <c:pt idx="1272">
                  <c:v>44397</c:v>
                </c:pt>
                <c:pt idx="1273">
                  <c:v>44398</c:v>
                </c:pt>
                <c:pt idx="1274">
                  <c:v>44399</c:v>
                </c:pt>
                <c:pt idx="1275">
                  <c:v>44400</c:v>
                </c:pt>
                <c:pt idx="1276">
                  <c:v>44403</c:v>
                </c:pt>
                <c:pt idx="1277">
                  <c:v>44404</c:v>
                </c:pt>
                <c:pt idx="1278">
                  <c:v>44405</c:v>
                </c:pt>
                <c:pt idx="1279">
                  <c:v>44406</c:v>
                </c:pt>
                <c:pt idx="1280">
                  <c:v>44407</c:v>
                </c:pt>
                <c:pt idx="1281">
                  <c:v>44410</c:v>
                </c:pt>
                <c:pt idx="1282">
                  <c:v>44411</c:v>
                </c:pt>
                <c:pt idx="1283">
                  <c:v>44412</c:v>
                </c:pt>
                <c:pt idx="1284">
                  <c:v>44413</c:v>
                </c:pt>
                <c:pt idx="1285">
                  <c:v>44414</c:v>
                </c:pt>
                <c:pt idx="1286">
                  <c:v>44417</c:v>
                </c:pt>
                <c:pt idx="1287">
                  <c:v>44418</c:v>
                </c:pt>
                <c:pt idx="1288">
                  <c:v>44419</c:v>
                </c:pt>
                <c:pt idx="1289">
                  <c:v>44420</c:v>
                </c:pt>
                <c:pt idx="1290">
                  <c:v>44421</c:v>
                </c:pt>
                <c:pt idx="1291">
                  <c:v>44424</c:v>
                </c:pt>
                <c:pt idx="1292">
                  <c:v>44425</c:v>
                </c:pt>
                <c:pt idx="1293">
                  <c:v>44426</c:v>
                </c:pt>
                <c:pt idx="1294">
                  <c:v>44427</c:v>
                </c:pt>
                <c:pt idx="1295">
                  <c:v>44428</c:v>
                </c:pt>
                <c:pt idx="1296">
                  <c:v>44431</c:v>
                </c:pt>
                <c:pt idx="1297">
                  <c:v>44432</c:v>
                </c:pt>
                <c:pt idx="1298">
                  <c:v>44433</c:v>
                </c:pt>
                <c:pt idx="1299">
                  <c:v>44434</c:v>
                </c:pt>
                <c:pt idx="1300">
                  <c:v>44435</c:v>
                </c:pt>
                <c:pt idx="1301">
                  <c:v>44438</c:v>
                </c:pt>
                <c:pt idx="1302">
                  <c:v>44439</c:v>
                </c:pt>
                <c:pt idx="1303">
                  <c:v>44440</c:v>
                </c:pt>
                <c:pt idx="1304">
                  <c:v>44441</c:v>
                </c:pt>
                <c:pt idx="1305">
                  <c:v>44442</c:v>
                </c:pt>
                <c:pt idx="1306">
                  <c:v>44445</c:v>
                </c:pt>
                <c:pt idx="1307">
                  <c:v>44446</c:v>
                </c:pt>
                <c:pt idx="1308">
                  <c:v>44447</c:v>
                </c:pt>
                <c:pt idx="1309">
                  <c:v>44448</c:v>
                </c:pt>
                <c:pt idx="1310">
                  <c:v>44449</c:v>
                </c:pt>
                <c:pt idx="1311">
                  <c:v>44452</c:v>
                </c:pt>
                <c:pt idx="1312">
                  <c:v>44453</c:v>
                </c:pt>
                <c:pt idx="1313">
                  <c:v>44454</c:v>
                </c:pt>
                <c:pt idx="1314">
                  <c:v>44455</c:v>
                </c:pt>
                <c:pt idx="1315">
                  <c:v>44456</c:v>
                </c:pt>
                <c:pt idx="1316">
                  <c:v>44459</c:v>
                </c:pt>
                <c:pt idx="1317">
                  <c:v>44460</c:v>
                </c:pt>
                <c:pt idx="1318">
                  <c:v>44461</c:v>
                </c:pt>
                <c:pt idx="1319">
                  <c:v>44462</c:v>
                </c:pt>
                <c:pt idx="1320">
                  <c:v>44463</c:v>
                </c:pt>
                <c:pt idx="1321">
                  <c:v>44466</c:v>
                </c:pt>
                <c:pt idx="1322">
                  <c:v>44467</c:v>
                </c:pt>
                <c:pt idx="1323">
                  <c:v>44468</c:v>
                </c:pt>
                <c:pt idx="1324">
                  <c:v>44469</c:v>
                </c:pt>
                <c:pt idx="1325">
                  <c:v>44470</c:v>
                </c:pt>
                <c:pt idx="1326">
                  <c:v>44473</c:v>
                </c:pt>
                <c:pt idx="1327">
                  <c:v>44474</c:v>
                </c:pt>
                <c:pt idx="1328">
                  <c:v>44475</c:v>
                </c:pt>
                <c:pt idx="1329">
                  <c:v>44476</c:v>
                </c:pt>
                <c:pt idx="1330">
                  <c:v>44477</c:v>
                </c:pt>
                <c:pt idx="1331">
                  <c:v>44480</c:v>
                </c:pt>
                <c:pt idx="1332">
                  <c:v>44481</c:v>
                </c:pt>
                <c:pt idx="1333">
                  <c:v>44482</c:v>
                </c:pt>
                <c:pt idx="1334">
                  <c:v>44483</c:v>
                </c:pt>
                <c:pt idx="1335">
                  <c:v>44484</c:v>
                </c:pt>
                <c:pt idx="1336">
                  <c:v>44487</c:v>
                </c:pt>
                <c:pt idx="1337">
                  <c:v>44488</c:v>
                </c:pt>
                <c:pt idx="1338">
                  <c:v>44489</c:v>
                </c:pt>
                <c:pt idx="1339">
                  <c:v>44490</c:v>
                </c:pt>
                <c:pt idx="1340">
                  <c:v>44491</c:v>
                </c:pt>
                <c:pt idx="1341">
                  <c:v>44494</c:v>
                </c:pt>
                <c:pt idx="1342">
                  <c:v>44495</c:v>
                </c:pt>
                <c:pt idx="1343">
                  <c:v>44496</c:v>
                </c:pt>
                <c:pt idx="1344">
                  <c:v>44497</c:v>
                </c:pt>
                <c:pt idx="1345">
                  <c:v>44498</c:v>
                </c:pt>
                <c:pt idx="1346">
                  <c:v>44501</c:v>
                </c:pt>
                <c:pt idx="1347">
                  <c:v>44502</c:v>
                </c:pt>
                <c:pt idx="1348">
                  <c:v>44503</c:v>
                </c:pt>
                <c:pt idx="1349">
                  <c:v>44504</c:v>
                </c:pt>
                <c:pt idx="1350">
                  <c:v>44505</c:v>
                </c:pt>
                <c:pt idx="1351">
                  <c:v>44508</c:v>
                </c:pt>
                <c:pt idx="1352">
                  <c:v>44509</c:v>
                </c:pt>
                <c:pt idx="1353">
                  <c:v>44510</c:v>
                </c:pt>
                <c:pt idx="1354">
                  <c:v>44511</c:v>
                </c:pt>
                <c:pt idx="1355">
                  <c:v>44512</c:v>
                </c:pt>
                <c:pt idx="1356">
                  <c:v>44515</c:v>
                </c:pt>
                <c:pt idx="1357">
                  <c:v>44516</c:v>
                </c:pt>
                <c:pt idx="1358">
                  <c:v>44517</c:v>
                </c:pt>
                <c:pt idx="1359">
                  <c:v>44518</c:v>
                </c:pt>
                <c:pt idx="1360">
                  <c:v>44519</c:v>
                </c:pt>
                <c:pt idx="1361">
                  <c:v>44522</c:v>
                </c:pt>
                <c:pt idx="1362">
                  <c:v>44523</c:v>
                </c:pt>
                <c:pt idx="1363">
                  <c:v>44524</c:v>
                </c:pt>
                <c:pt idx="1364">
                  <c:v>44525</c:v>
                </c:pt>
                <c:pt idx="1365">
                  <c:v>44526</c:v>
                </c:pt>
                <c:pt idx="1366">
                  <c:v>44529</c:v>
                </c:pt>
                <c:pt idx="1367">
                  <c:v>44530</c:v>
                </c:pt>
                <c:pt idx="1368">
                  <c:v>44531</c:v>
                </c:pt>
                <c:pt idx="1369">
                  <c:v>44532</c:v>
                </c:pt>
                <c:pt idx="1370">
                  <c:v>44533</c:v>
                </c:pt>
                <c:pt idx="1371">
                  <c:v>44536</c:v>
                </c:pt>
                <c:pt idx="1372">
                  <c:v>44537</c:v>
                </c:pt>
                <c:pt idx="1373">
                  <c:v>44538</c:v>
                </c:pt>
                <c:pt idx="1374">
                  <c:v>44539</c:v>
                </c:pt>
                <c:pt idx="1375">
                  <c:v>44540</c:v>
                </c:pt>
                <c:pt idx="1376">
                  <c:v>44543</c:v>
                </c:pt>
                <c:pt idx="1377">
                  <c:v>44544</c:v>
                </c:pt>
                <c:pt idx="1378">
                  <c:v>44545</c:v>
                </c:pt>
                <c:pt idx="1379">
                  <c:v>44546</c:v>
                </c:pt>
                <c:pt idx="1380">
                  <c:v>44547</c:v>
                </c:pt>
                <c:pt idx="1381">
                  <c:v>44550</c:v>
                </c:pt>
                <c:pt idx="1382">
                  <c:v>44551</c:v>
                </c:pt>
                <c:pt idx="1383">
                  <c:v>44552</c:v>
                </c:pt>
                <c:pt idx="1384">
                  <c:v>44553</c:v>
                </c:pt>
                <c:pt idx="1385">
                  <c:v>44554</c:v>
                </c:pt>
                <c:pt idx="1386">
                  <c:v>44555</c:v>
                </c:pt>
                <c:pt idx="1387">
                  <c:v>44557</c:v>
                </c:pt>
                <c:pt idx="1388">
                  <c:v>44558</c:v>
                </c:pt>
                <c:pt idx="1389">
                  <c:v>44559</c:v>
                </c:pt>
                <c:pt idx="1390">
                  <c:v>44560</c:v>
                </c:pt>
                <c:pt idx="1391">
                  <c:v>44561</c:v>
                </c:pt>
                <c:pt idx="1392">
                  <c:v>44562</c:v>
                </c:pt>
                <c:pt idx="1393">
                  <c:v>44564</c:v>
                </c:pt>
                <c:pt idx="1394">
                  <c:v>44565</c:v>
                </c:pt>
                <c:pt idx="1395">
                  <c:v>44566</c:v>
                </c:pt>
                <c:pt idx="1396">
                  <c:v>44567</c:v>
                </c:pt>
                <c:pt idx="1397">
                  <c:v>44568</c:v>
                </c:pt>
                <c:pt idx="1398">
                  <c:v>44569</c:v>
                </c:pt>
                <c:pt idx="1399">
                  <c:v>44571</c:v>
                </c:pt>
                <c:pt idx="1400">
                  <c:v>44572</c:v>
                </c:pt>
                <c:pt idx="1401">
                  <c:v>44573</c:v>
                </c:pt>
                <c:pt idx="1402">
                  <c:v>44574</c:v>
                </c:pt>
                <c:pt idx="1403">
                  <c:v>44575</c:v>
                </c:pt>
                <c:pt idx="1404">
                  <c:v>44578</c:v>
                </c:pt>
                <c:pt idx="1405">
                  <c:v>44579</c:v>
                </c:pt>
                <c:pt idx="1406">
                  <c:v>44580</c:v>
                </c:pt>
                <c:pt idx="1407">
                  <c:v>44581</c:v>
                </c:pt>
                <c:pt idx="1408">
                  <c:v>44582</c:v>
                </c:pt>
                <c:pt idx="1409">
                  <c:v>44585</c:v>
                </c:pt>
                <c:pt idx="1410">
                  <c:v>44586</c:v>
                </c:pt>
                <c:pt idx="1411">
                  <c:v>44587</c:v>
                </c:pt>
                <c:pt idx="1412">
                  <c:v>44588</c:v>
                </c:pt>
                <c:pt idx="1413">
                  <c:v>44589</c:v>
                </c:pt>
                <c:pt idx="1414">
                  <c:v>44592</c:v>
                </c:pt>
                <c:pt idx="1415">
                  <c:v>44593</c:v>
                </c:pt>
                <c:pt idx="1416">
                  <c:v>44594</c:v>
                </c:pt>
                <c:pt idx="1417">
                  <c:v>44595</c:v>
                </c:pt>
                <c:pt idx="1418">
                  <c:v>44596</c:v>
                </c:pt>
                <c:pt idx="1419">
                  <c:v>44599</c:v>
                </c:pt>
                <c:pt idx="1420">
                  <c:v>44600</c:v>
                </c:pt>
                <c:pt idx="1421">
                  <c:v>44601</c:v>
                </c:pt>
                <c:pt idx="1422">
                  <c:v>44602</c:v>
                </c:pt>
                <c:pt idx="1423">
                  <c:v>44603</c:v>
                </c:pt>
                <c:pt idx="1424">
                  <c:v>44606</c:v>
                </c:pt>
                <c:pt idx="1425">
                  <c:v>44607</c:v>
                </c:pt>
                <c:pt idx="1426">
                  <c:v>44608</c:v>
                </c:pt>
                <c:pt idx="1427">
                  <c:v>44609</c:v>
                </c:pt>
                <c:pt idx="1428">
                  <c:v>44610</c:v>
                </c:pt>
                <c:pt idx="1429">
                  <c:v>44613</c:v>
                </c:pt>
                <c:pt idx="1430">
                  <c:v>44614</c:v>
                </c:pt>
                <c:pt idx="1431">
                  <c:v>44615</c:v>
                </c:pt>
                <c:pt idx="1432">
                  <c:v>44616</c:v>
                </c:pt>
                <c:pt idx="1433">
                  <c:v>44617</c:v>
                </c:pt>
                <c:pt idx="1434">
                  <c:v>44620</c:v>
                </c:pt>
                <c:pt idx="1435">
                  <c:v>44621</c:v>
                </c:pt>
                <c:pt idx="1436">
                  <c:v>44622</c:v>
                </c:pt>
                <c:pt idx="1437">
                  <c:v>44623</c:v>
                </c:pt>
                <c:pt idx="1438">
                  <c:v>44624</c:v>
                </c:pt>
                <c:pt idx="1439">
                  <c:v>44627</c:v>
                </c:pt>
                <c:pt idx="1440">
                  <c:v>44628</c:v>
                </c:pt>
                <c:pt idx="1441">
                  <c:v>44629</c:v>
                </c:pt>
                <c:pt idx="1442">
                  <c:v>44630</c:v>
                </c:pt>
                <c:pt idx="1443">
                  <c:v>44631</c:v>
                </c:pt>
                <c:pt idx="1444">
                  <c:v>44634</c:v>
                </c:pt>
                <c:pt idx="1445">
                  <c:v>44635</c:v>
                </c:pt>
                <c:pt idx="1446">
                  <c:v>44636</c:v>
                </c:pt>
                <c:pt idx="1447">
                  <c:v>44637</c:v>
                </c:pt>
                <c:pt idx="1448">
                  <c:v>44638</c:v>
                </c:pt>
                <c:pt idx="1449">
                  <c:v>44641</c:v>
                </c:pt>
                <c:pt idx="1450">
                  <c:v>44642</c:v>
                </c:pt>
                <c:pt idx="1451">
                  <c:v>44643</c:v>
                </c:pt>
                <c:pt idx="1452">
                  <c:v>44644</c:v>
                </c:pt>
                <c:pt idx="1453">
                  <c:v>44645</c:v>
                </c:pt>
                <c:pt idx="1454">
                  <c:v>44648</c:v>
                </c:pt>
                <c:pt idx="1455">
                  <c:v>44649</c:v>
                </c:pt>
                <c:pt idx="1456">
                  <c:v>44650</c:v>
                </c:pt>
                <c:pt idx="1457">
                  <c:v>44651</c:v>
                </c:pt>
                <c:pt idx="1458">
                  <c:v>44652</c:v>
                </c:pt>
                <c:pt idx="1459">
                  <c:v>44655</c:v>
                </c:pt>
                <c:pt idx="1460">
                  <c:v>44656</c:v>
                </c:pt>
                <c:pt idx="1461">
                  <c:v>44657</c:v>
                </c:pt>
                <c:pt idx="1462">
                  <c:v>44658</c:v>
                </c:pt>
                <c:pt idx="1463">
                  <c:v>44659</c:v>
                </c:pt>
                <c:pt idx="1464">
                  <c:v>44662</c:v>
                </c:pt>
                <c:pt idx="1465">
                  <c:v>44663</c:v>
                </c:pt>
                <c:pt idx="1466">
                  <c:v>44664</c:v>
                </c:pt>
                <c:pt idx="1467">
                  <c:v>44665</c:v>
                </c:pt>
                <c:pt idx="1468">
                  <c:v>44666</c:v>
                </c:pt>
                <c:pt idx="1469">
                  <c:v>44669</c:v>
                </c:pt>
                <c:pt idx="1470">
                  <c:v>44670</c:v>
                </c:pt>
                <c:pt idx="1471">
                  <c:v>44671</c:v>
                </c:pt>
                <c:pt idx="1472">
                  <c:v>44672</c:v>
                </c:pt>
                <c:pt idx="1473">
                  <c:v>44673</c:v>
                </c:pt>
                <c:pt idx="1474">
                  <c:v>44676</c:v>
                </c:pt>
                <c:pt idx="1475">
                  <c:v>44677</c:v>
                </c:pt>
                <c:pt idx="1476">
                  <c:v>44678</c:v>
                </c:pt>
                <c:pt idx="1477">
                  <c:v>44679</c:v>
                </c:pt>
                <c:pt idx="1478">
                  <c:v>44680</c:v>
                </c:pt>
                <c:pt idx="1479">
                  <c:v>44683</c:v>
                </c:pt>
                <c:pt idx="1480">
                  <c:v>44684</c:v>
                </c:pt>
                <c:pt idx="1481">
                  <c:v>44685</c:v>
                </c:pt>
                <c:pt idx="1482">
                  <c:v>44686</c:v>
                </c:pt>
                <c:pt idx="1483">
                  <c:v>44687</c:v>
                </c:pt>
                <c:pt idx="1484">
                  <c:v>44690</c:v>
                </c:pt>
                <c:pt idx="1485">
                  <c:v>44691</c:v>
                </c:pt>
                <c:pt idx="1486">
                  <c:v>44692</c:v>
                </c:pt>
                <c:pt idx="1487">
                  <c:v>44693</c:v>
                </c:pt>
                <c:pt idx="1488">
                  <c:v>44694</c:v>
                </c:pt>
                <c:pt idx="1489">
                  <c:v>44697</c:v>
                </c:pt>
                <c:pt idx="1490">
                  <c:v>44698</c:v>
                </c:pt>
                <c:pt idx="1491">
                  <c:v>44699</c:v>
                </c:pt>
                <c:pt idx="1492">
                  <c:v>44700</c:v>
                </c:pt>
                <c:pt idx="1493">
                  <c:v>44701</c:v>
                </c:pt>
                <c:pt idx="1494">
                  <c:v>44704</c:v>
                </c:pt>
                <c:pt idx="1495">
                  <c:v>44705</c:v>
                </c:pt>
                <c:pt idx="1496">
                  <c:v>44706</c:v>
                </c:pt>
                <c:pt idx="1497">
                  <c:v>44707</c:v>
                </c:pt>
                <c:pt idx="1498">
                  <c:v>44708</c:v>
                </c:pt>
                <c:pt idx="1499">
                  <c:v>44711</c:v>
                </c:pt>
                <c:pt idx="1500">
                  <c:v>44712</c:v>
                </c:pt>
                <c:pt idx="1501">
                  <c:v>44713</c:v>
                </c:pt>
                <c:pt idx="1502">
                  <c:v>44714</c:v>
                </c:pt>
                <c:pt idx="1503">
                  <c:v>44715</c:v>
                </c:pt>
                <c:pt idx="1504">
                  <c:v>44718</c:v>
                </c:pt>
                <c:pt idx="1505">
                  <c:v>44719</c:v>
                </c:pt>
                <c:pt idx="1506">
                  <c:v>44720</c:v>
                </c:pt>
                <c:pt idx="1507">
                  <c:v>44721</c:v>
                </c:pt>
                <c:pt idx="1508">
                  <c:v>44722</c:v>
                </c:pt>
                <c:pt idx="1509">
                  <c:v>44725</c:v>
                </c:pt>
                <c:pt idx="1510">
                  <c:v>44726</c:v>
                </c:pt>
                <c:pt idx="1511">
                  <c:v>44727</c:v>
                </c:pt>
                <c:pt idx="1512">
                  <c:v>44728</c:v>
                </c:pt>
                <c:pt idx="1513">
                  <c:v>44729</c:v>
                </c:pt>
                <c:pt idx="1514">
                  <c:v>44732</c:v>
                </c:pt>
                <c:pt idx="1515">
                  <c:v>44733</c:v>
                </c:pt>
                <c:pt idx="1516">
                  <c:v>44734</c:v>
                </c:pt>
                <c:pt idx="1517">
                  <c:v>44735</c:v>
                </c:pt>
                <c:pt idx="1518">
                  <c:v>44736</c:v>
                </c:pt>
                <c:pt idx="1519">
                  <c:v>44739</c:v>
                </c:pt>
                <c:pt idx="1520">
                  <c:v>44740</c:v>
                </c:pt>
                <c:pt idx="1521">
                  <c:v>44741</c:v>
                </c:pt>
                <c:pt idx="1522">
                  <c:v>44742</c:v>
                </c:pt>
                <c:pt idx="1523">
                  <c:v>44743</c:v>
                </c:pt>
                <c:pt idx="1524">
                  <c:v>44746</c:v>
                </c:pt>
                <c:pt idx="1525">
                  <c:v>44747</c:v>
                </c:pt>
                <c:pt idx="1526">
                  <c:v>44748</c:v>
                </c:pt>
                <c:pt idx="1527">
                  <c:v>44749</c:v>
                </c:pt>
                <c:pt idx="1528">
                  <c:v>44750</c:v>
                </c:pt>
                <c:pt idx="1529">
                  <c:v>44753</c:v>
                </c:pt>
                <c:pt idx="1530">
                  <c:v>44754</c:v>
                </c:pt>
                <c:pt idx="1531">
                  <c:v>44755</c:v>
                </c:pt>
                <c:pt idx="1532">
                  <c:v>44756</c:v>
                </c:pt>
                <c:pt idx="1533">
                  <c:v>44757</c:v>
                </c:pt>
                <c:pt idx="1534">
                  <c:v>44760</c:v>
                </c:pt>
                <c:pt idx="1535">
                  <c:v>44761</c:v>
                </c:pt>
                <c:pt idx="1536">
                  <c:v>44762</c:v>
                </c:pt>
                <c:pt idx="1537">
                  <c:v>44763</c:v>
                </c:pt>
                <c:pt idx="1538">
                  <c:v>44764</c:v>
                </c:pt>
                <c:pt idx="1539">
                  <c:v>44767</c:v>
                </c:pt>
                <c:pt idx="1540">
                  <c:v>44768</c:v>
                </c:pt>
                <c:pt idx="1541">
                  <c:v>44769</c:v>
                </c:pt>
                <c:pt idx="1542">
                  <c:v>44770</c:v>
                </c:pt>
                <c:pt idx="1543">
                  <c:v>44771</c:v>
                </c:pt>
                <c:pt idx="1544">
                  <c:v>44774</c:v>
                </c:pt>
                <c:pt idx="1545">
                  <c:v>44775</c:v>
                </c:pt>
                <c:pt idx="1546">
                  <c:v>44776</c:v>
                </c:pt>
                <c:pt idx="1547">
                  <c:v>44777</c:v>
                </c:pt>
                <c:pt idx="1548">
                  <c:v>44778</c:v>
                </c:pt>
                <c:pt idx="1549">
                  <c:v>44781</c:v>
                </c:pt>
                <c:pt idx="1550">
                  <c:v>44782</c:v>
                </c:pt>
                <c:pt idx="1551">
                  <c:v>44783</c:v>
                </c:pt>
                <c:pt idx="1552">
                  <c:v>44784</c:v>
                </c:pt>
                <c:pt idx="1553">
                  <c:v>44785</c:v>
                </c:pt>
                <c:pt idx="1554">
                  <c:v>44788</c:v>
                </c:pt>
                <c:pt idx="1555">
                  <c:v>44789</c:v>
                </c:pt>
                <c:pt idx="1556">
                  <c:v>44790</c:v>
                </c:pt>
                <c:pt idx="1557">
                  <c:v>44791</c:v>
                </c:pt>
                <c:pt idx="1558">
                  <c:v>44792</c:v>
                </c:pt>
                <c:pt idx="1559">
                  <c:v>44795</c:v>
                </c:pt>
                <c:pt idx="1560">
                  <c:v>44796</c:v>
                </c:pt>
                <c:pt idx="1561">
                  <c:v>44797</c:v>
                </c:pt>
                <c:pt idx="1562">
                  <c:v>44798</c:v>
                </c:pt>
                <c:pt idx="1563">
                  <c:v>44799</c:v>
                </c:pt>
                <c:pt idx="1564">
                  <c:v>44802</c:v>
                </c:pt>
                <c:pt idx="1565">
                  <c:v>44803</c:v>
                </c:pt>
                <c:pt idx="1566">
                  <c:v>44804</c:v>
                </c:pt>
                <c:pt idx="1567">
                  <c:v>44805</c:v>
                </c:pt>
                <c:pt idx="1568">
                  <c:v>44806</c:v>
                </c:pt>
                <c:pt idx="1569">
                  <c:v>44809</c:v>
                </c:pt>
                <c:pt idx="1570">
                  <c:v>44810</c:v>
                </c:pt>
                <c:pt idx="1571">
                  <c:v>44811</c:v>
                </c:pt>
                <c:pt idx="1572">
                  <c:v>44812</c:v>
                </c:pt>
                <c:pt idx="1573">
                  <c:v>44813</c:v>
                </c:pt>
                <c:pt idx="1574">
                  <c:v>44816</c:v>
                </c:pt>
                <c:pt idx="1575">
                  <c:v>44817</c:v>
                </c:pt>
                <c:pt idx="1576">
                  <c:v>44818</c:v>
                </c:pt>
                <c:pt idx="1577">
                  <c:v>44819</c:v>
                </c:pt>
                <c:pt idx="1578">
                  <c:v>44820</c:v>
                </c:pt>
                <c:pt idx="1579">
                  <c:v>44823</c:v>
                </c:pt>
                <c:pt idx="1580">
                  <c:v>44824</c:v>
                </c:pt>
                <c:pt idx="1581">
                  <c:v>44825</c:v>
                </c:pt>
                <c:pt idx="1582">
                  <c:v>44826</c:v>
                </c:pt>
                <c:pt idx="1583">
                  <c:v>44827</c:v>
                </c:pt>
                <c:pt idx="1584">
                  <c:v>44830</c:v>
                </c:pt>
                <c:pt idx="1585">
                  <c:v>44831</c:v>
                </c:pt>
                <c:pt idx="1586">
                  <c:v>44832</c:v>
                </c:pt>
                <c:pt idx="1587">
                  <c:v>44833</c:v>
                </c:pt>
                <c:pt idx="1588">
                  <c:v>44834</c:v>
                </c:pt>
                <c:pt idx="1589">
                  <c:v>44837</c:v>
                </c:pt>
                <c:pt idx="1590">
                  <c:v>44838</c:v>
                </c:pt>
                <c:pt idx="1591">
                  <c:v>44839</c:v>
                </c:pt>
                <c:pt idx="1592">
                  <c:v>44840</c:v>
                </c:pt>
                <c:pt idx="1593">
                  <c:v>44841</c:v>
                </c:pt>
                <c:pt idx="1594">
                  <c:v>44844</c:v>
                </c:pt>
                <c:pt idx="1595">
                  <c:v>44845</c:v>
                </c:pt>
                <c:pt idx="1596">
                  <c:v>44846</c:v>
                </c:pt>
                <c:pt idx="1597">
                  <c:v>44847</c:v>
                </c:pt>
                <c:pt idx="1598">
                  <c:v>44848</c:v>
                </c:pt>
                <c:pt idx="1599">
                  <c:v>44851</c:v>
                </c:pt>
                <c:pt idx="1600">
                  <c:v>44852</c:v>
                </c:pt>
                <c:pt idx="1601">
                  <c:v>44853</c:v>
                </c:pt>
                <c:pt idx="1602">
                  <c:v>44854</c:v>
                </c:pt>
                <c:pt idx="1603">
                  <c:v>44855</c:v>
                </c:pt>
                <c:pt idx="1604">
                  <c:v>44858</c:v>
                </c:pt>
                <c:pt idx="1605">
                  <c:v>44859</c:v>
                </c:pt>
                <c:pt idx="1606">
                  <c:v>44860</c:v>
                </c:pt>
                <c:pt idx="1607">
                  <c:v>44861</c:v>
                </c:pt>
                <c:pt idx="1608">
                  <c:v>44862</c:v>
                </c:pt>
                <c:pt idx="1609">
                  <c:v>44865</c:v>
                </c:pt>
                <c:pt idx="1610">
                  <c:v>44866</c:v>
                </c:pt>
                <c:pt idx="1611">
                  <c:v>44867</c:v>
                </c:pt>
                <c:pt idx="1612">
                  <c:v>44868</c:v>
                </c:pt>
                <c:pt idx="1613">
                  <c:v>44869</c:v>
                </c:pt>
                <c:pt idx="1614">
                  <c:v>44872</c:v>
                </c:pt>
                <c:pt idx="1615">
                  <c:v>44873</c:v>
                </c:pt>
                <c:pt idx="1616">
                  <c:v>44874</c:v>
                </c:pt>
                <c:pt idx="1617">
                  <c:v>44875</c:v>
                </c:pt>
                <c:pt idx="1618">
                  <c:v>44876</c:v>
                </c:pt>
                <c:pt idx="1619">
                  <c:v>44879</c:v>
                </c:pt>
                <c:pt idx="1620">
                  <c:v>44880</c:v>
                </c:pt>
                <c:pt idx="1621">
                  <c:v>44881</c:v>
                </c:pt>
                <c:pt idx="1622">
                  <c:v>44882</c:v>
                </c:pt>
                <c:pt idx="1623">
                  <c:v>44883</c:v>
                </c:pt>
                <c:pt idx="1624">
                  <c:v>44886</c:v>
                </c:pt>
                <c:pt idx="1625">
                  <c:v>44887</c:v>
                </c:pt>
                <c:pt idx="1626">
                  <c:v>44888</c:v>
                </c:pt>
                <c:pt idx="1627">
                  <c:v>44889</c:v>
                </c:pt>
                <c:pt idx="1628">
                  <c:v>44890</c:v>
                </c:pt>
                <c:pt idx="1629">
                  <c:v>44893</c:v>
                </c:pt>
                <c:pt idx="1630">
                  <c:v>44894</c:v>
                </c:pt>
                <c:pt idx="1631">
                  <c:v>44895</c:v>
                </c:pt>
                <c:pt idx="1632">
                  <c:v>44896</c:v>
                </c:pt>
                <c:pt idx="1633">
                  <c:v>44897</c:v>
                </c:pt>
                <c:pt idx="1634">
                  <c:v>44900</c:v>
                </c:pt>
                <c:pt idx="1635">
                  <c:v>44901</c:v>
                </c:pt>
                <c:pt idx="1636">
                  <c:v>44902</c:v>
                </c:pt>
                <c:pt idx="1637">
                  <c:v>44903</c:v>
                </c:pt>
                <c:pt idx="1638">
                  <c:v>44904</c:v>
                </c:pt>
                <c:pt idx="1639">
                  <c:v>44907</c:v>
                </c:pt>
                <c:pt idx="1640">
                  <c:v>44908</c:v>
                </c:pt>
                <c:pt idx="1641">
                  <c:v>44909</c:v>
                </c:pt>
                <c:pt idx="1642">
                  <c:v>44910</c:v>
                </c:pt>
                <c:pt idx="1643">
                  <c:v>44911</c:v>
                </c:pt>
                <c:pt idx="1644">
                  <c:v>44914</c:v>
                </c:pt>
                <c:pt idx="1645">
                  <c:v>44915</c:v>
                </c:pt>
                <c:pt idx="1646">
                  <c:v>44916</c:v>
                </c:pt>
                <c:pt idx="1647">
                  <c:v>44917</c:v>
                </c:pt>
                <c:pt idx="1648">
                  <c:v>44918</c:v>
                </c:pt>
                <c:pt idx="1649">
                  <c:v>44921</c:v>
                </c:pt>
                <c:pt idx="1650">
                  <c:v>44922</c:v>
                </c:pt>
                <c:pt idx="1651">
                  <c:v>44923</c:v>
                </c:pt>
                <c:pt idx="1652">
                  <c:v>44924</c:v>
                </c:pt>
                <c:pt idx="1653">
                  <c:v>44925</c:v>
                </c:pt>
                <c:pt idx="1654">
                  <c:v>44928</c:v>
                </c:pt>
                <c:pt idx="1655">
                  <c:v>44929</c:v>
                </c:pt>
                <c:pt idx="1656">
                  <c:v>44930</c:v>
                </c:pt>
                <c:pt idx="1657">
                  <c:v>44931</c:v>
                </c:pt>
                <c:pt idx="1658">
                  <c:v>44932</c:v>
                </c:pt>
                <c:pt idx="1659">
                  <c:v>44935</c:v>
                </c:pt>
                <c:pt idx="1660">
                  <c:v>44936</c:v>
                </c:pt>
                <c:pt idx="1661">
                  <c:v>44937</c:v>
                </c:pt>
                <c:pt idx="1662">
                  <c:v>44938</c:v>
                </c:pt>
                <c:pt idx="1663">
                  <c:v>44939</c:v>
                </c:pt>
                <c:pt idx="1664">
                  <c:v>44942</c:v>
                </c:pt>
                <c:pt idx="1665">
                  <c:v>44943</c:v>
                </c:pt>
                <c:pt idx="1666">
                  <c:v>44944</c:v>
                </c:pt>
                <c:pt idx="1667">
                  <c:v>44945</c:v>
                </c:pt>
                <c:pt idx="1668">
                  <c:v>44946</c:v>
                </c:pt>
                <c:pt idx="1669">
                  <c:v>44949</c:v>
                </c:pt>
                <c:pt idx="1670">
                  <c:v>44950</c:v>
                </c:pt>
                <c:pt idx="1671">
                  <c:v>44951</c:v>
                </c:pt>
                <c:pt idx="1672">
                  <c:v>44952</c:v>
                </c:pt>
                <c:pt idx="1673">
                  <c:v>44953</c:v>
                </c:pt>
                <c:pt idx="1674">
                  <c:v>44956</c:v>
                </c:pt>
                <c:pt idx="1675">
                  <c:v>44957</c:v>
                </c:pt>
                <c:pt idx="1676">
                  <c:v>44958</c:v>
                </c:pt>
                <c:pt idx="1677">
                  <c:v>44959</c:v>
                </c:pt>
                <c:pt idx="1678">
                  <c:v>44960</c:v>
                </c:pt>
                <c:pt idx="1679">
                  <c:v>44963</c:v>
                </c:pt>
                <c:pt idx="1680">
                  <c:v>44964</c:v>
                </c:pt>
                <c:pt idx="1681">
                  <c:v>44965</c:v>
                </c:pt>
                <c:pt idx="1682">
                  <c:v>44966</c:v>
                </c:pt>
                <c:pt idx="1683">
                  <c:v>44967</c:v>
                </c:pt>
                <c:pt idx="1684">
                  <c:v>44970</c:v>
                </c:pt>
                <c:pt idx="1685">
                  <c:v>44971</c:v>
                </c:pt>
                <c:pt idx="1686">
                  <c:v>44972</c:v>
                </c:pt>
                <c:pt idx="1687">
                  <c:v>44973</c:v>
                </c:pt>
                <c:pt idx="1688">
                  <c:v>44974</c:v>
                </c:pt>
                <c:pt idx="1689">
                  <c:v>44977</c:v>
                </c:pt>
                <c:pt idx="1690">
                  <c:v>44978</c:v>
                </c:pt>
                <c:pt idx="1691">
                  <c:v>44979</c:v>
                </c:pt>
                <c:pt idx="1692">
                  <c:v>44980</c:v>
                </c:pt>
                <c:pt idx="1693">
                  <c:v>44981</c:v>
                </c:pt>
                <c:pt idx="1694">
                  <c:v>44984</c:v>
                </c:pt>
                <c:pt idx="1695">
                  <c:v>44985</c:v>
                </c:pt>
                <c:pt idx="1696">
                  <c:v>44986</c:v>
                </c:pt>
                <c:pt idx="1697">
                  <c:v>44987</c:v>
                </c:pt>
                <c:pt idx="1698">
                  <c:v>44988</c:v>
                </c:pt>
                <c:pt idx="1699">
                  <c:v>44991</c:v>
                </c:pt>
                <c:pt idx="1700">
                  <c:v>44992</c:v>
                </c:pt>
                <c:pt idx="1701">
                  <c:v>44993</c:v>
                </c:pt>
                <c:pt idx="1702">
                  <c:v>44994</c:v>
                </c:pt>
                <c:pt idx="1703">
                  <c:v>44995</c:v>
                </c:pt>
                <c:pt idx="1704">
                  <c:v>44998</c:v>
                </c:pt>
                <c:pt idx="1705">
                  <c:v>44999</c:v>
                </c:pt>
                <c:pt idx="1706">
                  <c:v>45000</c:v>
                </c:pt>
                <c:pt idx="1707">
                  <c:v>45001</c:v>
                </c:pt>
                <c:pt idx="1708">
                  <c:v>45002</c:v>
                </c:pt>
                <c:pt idx="1709">
                  <c:v>45005</c:v>
                </c:pt>
                <c:pt idx="1710">
                  <c:v>45006</c:v>
                </c:pt>
                <c:pt idx="1711">
                  <c:v>45007</c:v>
                </c:pt>
                <c:pt idx="1712">
                  <c:v>45008</c:v>
                </c:pt>
                <c:pt idx="1713">
                  <c:v>45009</c:v>
                </c:pt>
                <c:pt idx="1714">
                  <c:v>45012</c:v>
                </c:pt>
                <c:pt idx="1715">
                  <c:v>45013</c:v>
                </c:pt>
                <c:pt idx="1716">
                  <c:v>45014</c:v>
                </c:pt>
                <c:pt idx="1717">
                  <c:v>45015</c:v>
                </c:pt>
                <c:pt idx="1718">
                  <c:v>45016</c:v>
                </c:pt>
                <c:pt idx="1719">
                  <c:v>45019</c:v>
                </c:pt>
                <c:pt idx="1720">
                  <c:v>45020</c:v>
                </c:pt>
                <c:pt idx="1721">
                  <c:v>45021</c:v>
                </c:pt>
                <c:pt idx="1722">
                  <c:v>45022</c:v>
                </c:pt>
                <c:pt idx="1723">
                  <c:v>45023</c:v>
                </c:pt>
                <c:pt idx="1724">
                  <c:v>45026</c:v>
                </c:pt>
                <c:pt idx="1725">
                  <c:v>45027</c:v>
                </c:pt>
                <c:pt idx="1726">
                  <c:v>45028</c:v>
                </c:pt>
                <c:pt idx="1727">
                  <c:v>45029</c:v>
                </c:pt>
                <c:pt idx="1728">
                  <c:v>45030</c:v>
                </c:pt>
                <c:pt idx="1729">
                  <c:v>45033</c:v>
                </c:pt>
                <c:pt idx="1730">
                  <c:v>45034</c:v>
                </c:pt>
                <c:pt idx="1731">
                  <c:v>45035</c:v>
                </c:pt>
                <c:pt idx="1732">
                  <c:v>45036</c:v>
                </c:pt>
                <c:pt idx="1733">
                  <c:v>45037</c:v>
                </c:pt>
                <c:pt idx="1734">
                  <c:v>45040</c:v>
                </c:pt>
                <c:pt idx="1735">
                  <c:v>45041</c:v>
                </c:pt>
                <c:pt idx="1736">
                  <c:v>45042</c:v>
                </c:pt>
                <c:pt idx="1737">
                  <c:v>45043</c:v>
                </c:pt>
                <c:pt idx="1738">
                  <c:v>45044</c:v>
                </c:pt>
                <c:pt idx="1739">
                  <c:v>45047</c:v>
                </c:pt>
                <c:pt idx="1740">
                  <c:v>45048</c:v>
                </c:pt>
                <c:pt idx="1741">
                  <c:v>45049</c:v>
                </c:pt>
                <c:pt idx="1742">
                  <c:v>45050</c:v>
                </c:pt>
                <c:pt idx="1743">
                  <c:v>45051</c:v>
                </c:pt>
                <c:pt idx="1744">
                  <c:v>45054</c:v>
                </c:pt>
                <c:pt idx="1745">
                  <c:v>45055</c:v>
                </c:pt>
                <c:pt idx="1746">
                  <c:v>45056</c:v>
                </c:pt>
                <c:pt idx="1747">
                  <c:v>45057</c:v>
                </c:pt>
                <c:pt idx="1748">
                  <c:v>45058</c:v>
                </c:pt>
                <c:pt idx="1749">
                  <c:v>45061</c:v>
                </c:pt>
                <c:pt idx="1750">
                  <c:v>45062</c:v>
                </c:pt>
                <c:pt idx="1751">
                  <c:v>45063</c:v>
                </c:pt>
                <c:pt idx="1752">
                  <c:v>45064</c:v>
                </c:pt>
                <c:pt idx="1753">
                  <c:v>45065</c:v>
                </c:pt>
                <c:pt idx="1754">
                  <c:v>45068</c:v>
                </c:pt>
                <c:pt idx="1755">
                  <c:v>45069</c:v>
                </c:pt>
                <c:pt idx="1756">
                  <c:v>45070</c:v>
                </c:pt>
                <c:pt idx="1757">
                  <c:v>45071</c:v>
                </c:pt>
                <c:pt idx="1758">
                  <c:v>45072</c:v>
                </c:pt>
                <c:pt idx="1759">
                  <c:v>45075</c:v>
                </c:pt>
                <c:pt idx="1760">
                  <c:v>45076</c:v>
                </c:pt>
                <c:pt idx="1761">
                  <c:v>45077</c:v>
                </c:pt>
                <c:pt idx="1762">
                  <c:v>45078</c:v>
                </c:pt>
                <c:pt idx="1763">
                  <c:v>45079</c:v>
                </c:pt>
                <c:pt idx="1764">
                  <c:v>45082</c:v>
                </c:pt>
                <c:pt idx="1765">
                  <c:v>45083</c:v>
                </c:pt>
                <c:pt idx="1766">
                  <c:v>45084</c:v>
                </c:pt>
                <c:pt idx="1767">
                  <c:v>45085</c:v>
                </c:pt>
                <c:pt idx="1768">
                  <c:v>45086</c:v>
                </c:pt>
                <c:pt idx="1769">
                  <c:v>45089</c:v>
                </c:pt>
                <c:pt idx="1770">
                  <c:v>45090</c:v>
                </c:pt>
                <c:pt idx="1771">
                  <c:v>45091</c:v>
                </c:pt>
                <c:pt idx="1772">
                  <c:v>45092</c:v>
                </c:pt>
                <c:pt idx="1773">
                  <c:v>45093</c:v>
                </c:pt>
                <c:pt idx="1774">
                  <c:v>45096</c:v>
                </c:pt>
                <c:pt idx="1775">
                  <c:v>45097</c:v>
                </c:pt>
                <c:pt idx="1776">
                  <c:v>45098</c:v>
                </c:pt>
                <c:pt idx="1777">
                  <c:v>45099</c:v>
                </c:pt>
                <c:pt idx="1778">
                  <c:v>45100</c:v>
                </c:pt>
                <c:pt idx="1779">
                  <c:v>45103</c:v>
                </c:pt>
                <c:pt idx="1780">
                  <c:v>45104</c:v>
                </c:pt>
                <c:pt idx="1781">
                  <c:v>45105</c:v>
                </c:pt>
                <c:pt idx="1782">
                  <c:v>45106</c:v>
                </c:pt>
                <c:pt idx="1783">
                  <c:v>45107</c:v>
                </c:pt>
                <c:pt idx="1784">
                  <c:v>45110</c:v>
                </c:pt>
                <c:pt idx="1785">
                  <c:v>45111</c:v>
                </c:pt>
                <c:pt idx="1786">
                  <c:v>45112</c:v>
                </c:pt>
                <c:pt idx="1787">
                  <c:v>45113</c:v>
                </c:pt>
                <c:pt idx="1788">
                  <c:v>45114</c:v>
                </c:pt>
                <c:pt idx="1789">
                  <c:v>45117</c:v>
                </c:pt>
                <c:pt idx="1790">
                  <c:v>45118</c:v>
                </c:pt>
                <c:pt idx="1791">
                  <c:v>45119</c:v>
                </c:pt>
                <c:pt idx="1792">
                  <c:v>45120</c:v>
                </c:pt>
                <c:pt idx="1793">
                  <c:v>45121</c:v>
                </c:pt>
                <c:pt idx="1794">
                  <c:v>45124</c:v>
                </c:pt>
                <c:pt idx="1795">
                  <c:v>45125</c:v>
                </c:pt>
                <c:pt idx="1796">
                  <c:v>45126</c:v>
                </c:pt>
                <c:pt idx="1797">
                  <c:v>45127</c:v>
                </c:pt>
                <c:pt idx="1798">
                  <c:v>45128</c:v>
                </c:pt>
                <c:pt idx="1799">
                  <c:v>45131</c:v>
                </c:pt>
                <c:pt idx="1800">
                  <c:v>45132</c:v>
                </c:pt>
                <c:pt idx="1801">
                  <c:v>45133</c:v>
                </c:pt>
                <c:pt idx="1802">
                  <c:v>45134</c:v>
                </c:pt>
                <c:pt idx="1803">
                  <c:v>45135</c:v>
                </c:pt>
                <c:pt idx="1804">
                  <c:v>45138</c:v>
                </c:pt>
                <c:pt idx="1805">
                  <c:v>45139</c:v>
                </c:pt>
                <c:pt idx="1806">
                  <c:v>45140</c:v>
                </c:pt>
                <c:pt idx="1807">
                  <c:v>45141</c:v>
                </c:pt>
                <c:pt idx="1808">
                  <c:v>45142</c:v>
                </c:pt>
                <c:pt idx="1809">
                  <c:v>45145</c:v>
                </c:pt>
                <c:pt idx="1810">
                  <c:v>45146</c:v>
                </c:pt>
                <c:pt idx="1811">
                  <c:v>45147</c:v>
                </c:pt>
                <c:pt idx="1812">
                  <c:v>45148</c:v>
                </c:pt>
                <c:pt idx="1813">
                  <c:v>45149</c:v>
                </c:pt>
                <c:pt idx="1814">
                  <c:v>45152</c:v>
                </c:pt>
                <c:pt idx="1815">
                  <c:v>45153</c:v>
                </c:pt>
                <c:pt idx="1816">
                  <c:v>45154</c:v>
                </c:pt>
                <c:pt idx="1817">
                  <c:v>45155</c:v>
                </c:pt>
                <c:pt idx="1818">
                  <c:v>45156</c:v>
                </c:pt>
                <c:pt idx="1819">
                  <c:v>45159</c:v>
                </c:pt>
                <c:pt idx="1820">
                  <c:v>45160</c:v>
                </c:pt>
                <c:pt idx="1821">
                  <c:v>45161</c:v>
                </c:pt>
                <c:pt idx="1822">
                  <c:v>45162</c:v>
                </c:pt>
                <c:pt idx="1823">
                  <c:v>45163</c:v>
                </c:pt>
                <c:pt idx="1824">
                  <c:v>45166</c:v>
                </c:pt>
                <c:pt idx="1825">
                  <c:v>45167</c:v>
                </c:pt>
                <c:pt idx="1826">
                  <c:v>45168</c:v>
                </c:pt>
                <c:pt idx="1827">
                  <c:v>45169</c:v>
                </c:pt>
                <c:pt idx="1828">
                  <c:v>45170</c:v>
                </c:pt>
                <c:pt idx="1829">
                  <c:v>45173</c:v>
                </c:pt>
                <c:pt idx="1830">
                  <c:v>45174</c:v>
                </c:pt>
                <c:pt idx="1831">
                  <c:v>45175</c:v>
                </c:pt>
                <c:pt idx="1832">
                  <c:v>45176</c:v>
                </c:pt>
                <c:pt idx="1833">
                  <c:v>45177</c:v>
                </c:pt>
                <c:pt idx="1834">
                  <c:v>45180</c:v>
                </c:pt>
                <c:pt idx="1835">
                  <c:v>45181</c:v>
                </c:pt>
                <c:pt idx="1836">
                  <c:v>45182</c:v>
                </c:pt>
                <c:pt idx="1837">
                  <c:v>45183</c:v>
                </c:pt>
                <c:pt idx="1838">
                  <c:v>45184</c:v>
                </c:pt>
                <c:pt idx="1839">
                  <c:v>45187</c:v>
                </c:pt>
                <c:pt idx="1840">
                  <c:v>45188</c:v>
                </c:pt>
                <c:pt idx="1841">
                  <c:v>45189</c:v>
                </c:pt>
                <c:pt idx="1842">
                  <c:v>45190</c:v>
                </c:pt>
                <c:pt idx="1843">
                  <c:v>45191</c:v>
                </c:pt>
                <c:pt idx="1844">
                  <c:v>45194</c:v>
                </c:pt>
                <c:pt idx="1845">
                  <c:v>45195</c:v>
                </c:pt>
                <c:pt idx="1846">
                  <c:v>45196</c:v>
                </c:pt>
                <c:pt idx="1847">
                  <c:v>45197</c:v>
                </c:pt>
                <c:pt idx="1848">
                  <c:v>45198</c:v>
                </c:pt>
                <c:pt idx="1849">
                  <c:v>45201</c:v>
                </c:pt>
                <c:pt idx="1850">
                  <c:v>45202</c:v>
                </c:pt>
                <c:pt idx="1851">
                  <c:v>45203</c:v>
                </c:pt>
                <c:pt idx="1852">
                  <c:v>45204</c:v>
                </c:pt>
                <c:pt idx="1853">
                  <c:v>45205</c:v>
                </c:pt>
                <c:pt idx="1854">
                  <c:v>45208</c:v>
                </c:pt>
                <c:pt idx="1855">
                  <c:v>45209</c:v>
                </c:pt>
                <c:pt idx="1856">
                  <c:v>45210</c:v>
                </c:pt>
                <c:pt idx="1857">
                  <c:v>45211</c:v>
                </c:pt>
                <c:pt idx="1858">
                  <c:v>45212</c:v>
                </c:pt>
                <c:pt idx="1859">
                  <c:v>45215</c:v>
                </c:pt>
                <c:pt idx="1860">
                  <c:v>45216</c:v>
                </c:pt>
                <c:pt idx="1861">
                  <c:v>45217</c:v>
                </c:pt>
                <c:pt idx="1862">
                  <c:v>45218</c:v>
                </c:pt>
                <c:pt idx="1863">
                  <c:v>45219</c:v>
                </c:pt>
                <c:pt idx="1864">
                  <c:v>45222</c:v>
                </c:pt>
                <c:pt idx="1865">
                  <c:v>45223</c:v>
                </c:pt>
                <c:pt idx="1866">
                  <c:v>45224</c:v>
                </c:pt>
                <c:pt idx="1867">
                  <c:v>45225</c:v>
                </c:pt>
                <c:pt idx="1868">
                  <c:v>45226</c:v>
                </c:pt>
                <c:pt idx="1869">
                  <c:v>45229</c:v>
                </c:pt>
                <c:pt idx="1870">
                  <c:v>45230</c:v>
                </c:pt>
                <c:pt idx="1871">
                  <c:v>45231</c:v>
                </c:pt>
                <c:pt idx="1872">
                  <c:v>45232</c:v>
                </c:pt>
                <c:pt idx="1873">
                  <c:v>45233</c:v>
                </c:pt>
                <c:pt idx="1874">
                  <c:v>45236</c:v>
                </c:pt>
                <c:pt idx="1875">
                  <c:v>45237</c:v>
                </c:pt>
                <c:pt idx="1876">
                  <c:v>45238</c:v>
                </c:pt>
                <c:pt idx="1877">
                  <c:v>45239</c:v>
                </c:pt>
                <c:pt idx="1878">
                  <c:v>45240</c:v>
                </c:pt>
                <c:pt idx="1879">
                  <c:v>45243</c:v>
                </c:pt>
                <c:pt idx="1880">
                  <c:v>45244</c:v>
                </c:pt>
                <c:pt idx="1881">
                  <c:v>45245</c:v>
                </c:pt>
                <c:pt idx="1882">
                  <c:v>45246</c:v>
                </c:pt>
                <c:pt idx="1883">
                  <c:v>45247</c:v>
                </c:pt>
                <c:pt idx="1884">
                  <c:v>45250</c:v>
                </c:pt>
                <c:pt idx="1885">
                  <c:v>45251</c:v>
                </c:pt>
                <c:pt idx="1886">
                  <c:v>45252</c:v>
                </c:pt>
                <c:pt idx="1887">
                  <c:v>45253</c:v>
                </c:pt>
                <c:pt idx="1888">
                  <c:v>45254</c:v>
                </c:pt>
                <c:pt idx="1889">
                  <c:v>45257</c:v>
                </c:pt>
                <c:pt idx="1890">
                  <c:v>45258</c:v>
                </c:pt>
                <c:pt idx="1891">
                  <c:v>45259</c:v>
                </c:pt>
                <c:pt idx="1892">
                  <c:v>45260</c:v>
                </c:pt>
                <c:pt idx="1893">
                  <c:v>45261</c:v>
                </c:pt>
                <c:pt idx="1894">
                  <c:v>45264</c:v>
                </c:pt>
                <c:pt idx="1895">
                  <c:v>45265</c:v>
                </c:pt>
                <c:pt idx="1896">
                  <c:v>45266</c:v>
                </c:pt>
                <c:pt idx="1897">
                  <c:v>45267</c:v>
                </c:pt>
                <c:pt idx="1898">
                  <c:v>45268</c:v>
                </c:pt>
                <c:pt idx="1899">
                  <c:v>45271</c:v>
                </c:pt>
                <c:pt idx="1900">
                  <c:v>45272</c:v>
                </c:pt>
                <c:pt idx="1901">
                  <c:v>45273</c:v>
                </c:pt>
                <c:pt idx="1902">
                  <c:v>45274</c:v>
                </c:pt>
                <c:pt idx="1903">
                  <c:v>45275</c:v>
                </c:pt>
                <c:pt idx="1904">
                  <c:v>45278</c:v>
                </c:pt>
                <c:pt idx="1905">
                  <c:v>45279</c:v>
                </c:pt>
                <c:pt idx="1906">
                  <c:v>45280</c:v>
                </c:pt>
                <c:pt idx="1907">
                  <c:v>45281</c:v>
                </c:pt>
                <c:pt idx="1908">
                  <c:v>45282</c:v>
                </c:pt>
                <c:pt idx="1909">
                  <c:v>45283</c:v>
                </c:pt>
                <c:pt idx="1910">
                  <c:v>45285</c:v>
                </c:pt>
                <c:pt idx="1911">
                  <c:v>45286</c:v>
                </c:pt>
                <c:pt idx="1912">
                  <c:v>45287</c:v>
                </c:pt>
                <c:pt idx="1913">
                  <c:v>45288</c:v>
                </c:pt>
                <c:pt idx="1914">
                  <c:v>45289</c:v>
                </c:pt>
                <c:pt idx="1915">
                  <c:v>45290</c:v>
                </c:pt>
                <c:pt idx="1916">
                  <c:v>45292</c:v>
                </c:pt>
                <c:pt idx="1917">
                  <c:v>45293</c:v>
                </c:pt>
                <c:pt idx="1918">
                  <c:v>45294</c:v>
                </c:pt>
                <c:pt idx="1919">
                  <c:v>45295</c:v>
                </c:pt>
                <c:pt idx="1920">
                  <c:v>45296</c:v>
                </c:pt>
                <c:pt idx="1921">
                  <c:v>45297</c:v>
                </c:pt>
                <c:pt idx="1922">
                  <c:v>45299</c:v>
                </c:pt>
                <c:pt idx="1923">
                  <c:v>45300</c:v>
                </c:pt>
                <c:pt idx="1924">
                  <c:v>45301</c:v>
                </c:pt>
                <c:pt idx="1925">
                  <c:v>45302</c:v>
                </c:pt>
                <c:pt idx="1926">
                  <c:v>45303</c:v>
                </c:pt>
                <c:pt idx="1927">
                  <c:v>45304</c:v>
                </c:pt>
                <c:pt idx="1928">
                  <c:v>45306</c:v>
                </c:pt>
                <c:pt idx="1929">
                  <c:v>45307</c:v>
                </c:pt>
                <c:pt idx="1930">
                  <c:v>45308</c:v>
                </c:pt>
                <c:pt idx="1931">
                  <c:v>45309</c:v>
                </c:pt>
                <c:pt idx="1932">
                  <c:v>45310</c:v>
                </c:pt>
                <c:pt idx="1933">
                  <c:v>45313</c:v>
                </c:pt>
                <c:pt idx="1934">
                  <c:v>45314</c:v>
                </c:pt>
                <c:pt idx="1935">
                  <c:v>45315</c:v>
                </c:pt>
                <c:pt idx="1936">
                  <c:v>45316</c:v>
                </c:pt>
                <c:pt idx="1937">
                  <c:v>45317</c:v>
                </c:pt>
                <c:pt idx="1938">
                  <c:v>45320</c:v>
                </c:pt>
                <c:pt idx="1939">
                  <c:v>45321</c:v>
                </c:pt>
                <c:pt idx="1940">
                  <c:v>45322</c:v>
                </c:pt>
                <c:pt idx="1941">
                  <c:v>45323</c:v>
                </c:pt>
                <c:pt idx="1942">
                  <c:v>45324</c:v>
                </c:pt>
                <c:pt idx="1943">
                  <c:v>45327</c:v>
                </c:pt>
                <c:pt idx="1944">
                  <c:v>45328</c:v>
                </c:pt>
                <c:pt idx="1945">
                  <c:v>45329</c:v>
                </c:pt>
                <c:pt idx="1946">
                  <c:v>45330</c:v>
                </c:pt>
                <c:pt idx="1947">
                  <c:v>45331</c:v>
                </c:pt>
                <c:pt idx="1948">
                  <c:v>45334</c:v>
                </c:pt>
                <c:pt idx="1949">
                  <c:v>45335</c:v>
                </c:pt>
                <c:pt idx="1950">
                  <c:v>45336</c:v>
                </c:pt>
                <c:pt idx="1951">
                  <c:v>45337</c:v>
                </c:pt>
                <c:pt idx="1952">
                  <c:v>45338</c:v>
                </c:pt>
                <c:pt idx="1953">
                  <c:v>45341</c:v>
                </c:pt>
                <c:pt idx="1954">
                  <c:v>45342</c:v>
                </c:pt>
                <c:pt idx="1955">
                  <c:v>45343</c:v>
                </c:pt>
                <c:pt idx="1956">
                  <c:v>45344</c:v>
                </c:pt>
                <c:pt idx="1957">
                  <c:v>45345</c:v>
                </c:pt>
                <c:pt idx="1958">
                  <c:v>45348</c:v>
                </c:pt>
                <c:pt idx="1959">
                  <c:v>45349</c:v>
                </c:pt>
                <c:pt idx="1960">
                  <c:v>45350</c:v>
                </c:pt>
                <c:pt idx="1961">
                  <c:v>45351</c:v>
                </c:pt>
                <c:pt idx="1962">
                  <c:v>45352</c:v>
                </c:pt>
                <c:pt idx="1963">
                  <c:v>45355</c:v>
                </c:pt>
                <c:pt idx="1964">
                  <c:v>45356</c:v>
                </c:pt>
                <c:pt idx="1965">
                  <c:v>45357</c:v>
                </c:pt>
                <c:pt idx="1966">
                  <c:v>45358</c:v>
                </c:pt>
                <c:pt idx="1967">
                  <c:v>45359</c:v>
                </c:pt>
                <c:pt idx="1968">
                  <c:v>45362</c:v>
                </c:pt>
                <c:pt idx="1969">
                  <c:v>45363</c:v>
                </c:pt>
                <c:pt idx="1970">
                  <c:v>45364</c:v>
                </c:pt>
                <c:pt idx="1971">
                  <c:v>45365</c:v>
                </c:pt>
                <c:pt idx="1972">
                  <c:v>45366</c:v>
                </c:pt>
                <c:pt idx="1973">
                  <c:v>45369</c:v>
                </c:pt>
                <c:pt idx="1974">
                  <c:v>45370</c:v>
                </c:pt>
                <c:pt idx="1975">
                  <c:v>45371</c:v>
                </c:pt>
                <c:pt idx="1976">
                  <c:v>45372</c:v>
                </c:pt>
                <c:pt idx="1977">
                  <c:v>45373</c:v>
                </c:pt>
                <c:pt idx="1978">
                  <c:v>45376</c:v>
                </c:pt>
                <c:pt idx="1979">
                  <c:v>45377</c:v>
                </c:pt>
                <c:pt idx="1980">
                  <c:v>45378</c:v>
                </c:pt>
                <c:pt idx="1981">
                  <c:v>45379</c:v>
                </c:pt>
                <c:pt idx="1982">
                  <c:v>45380</c:v>
                </c:pt>
                <c:pt idx="1983">
                  <c:v>45383</c:v>
                </c:pt>
                <c:pt idx="1984">
                  <c:v>45384</c:v>
                </c:pt>
                <c:pt idx="1985">
                  <c:v>45385</c:v>
                </c:pt>
                <c:pt idx="1986">
                  <c:v>45386</c:v>
                </c:pt>
                <c:pt idx="1987">
                  <c:v>45387</c:v>
                </c:pt>
                <c:pt idx="1988">
                  <c:v>45390</c:v>
                </c:pt>
                <c:pt idx="1989">
                  <c:v>45391</c:v>
                </c:pt>
                <c:pt idx="1990">
                  <c:v>45392</c:v>
                </c:pt>
                <c:pt idx="1991">
                  <c:v>45393</c:v>
                </c:pt>
                <c:pt idx="1992">
                  <c:v>45394</c:v>
                </c:pt>
                <c:pt idx="1993">
                  <c:v>45397</c:v>
                </c:pt>
                <c:pt idx="1994">
                  <c:v>45398</c:v>
                </c:pt>
                <c:pt idx="1995">
                  <c:v>45399</c:v>
                </c:pt>
                <c:pt idx="1996">
                  <c:v>45400</c:v>
                </c:pt>
                <c:pt idx="1997">
                  <c:v>45401</c:v>
                </c:pt>
                <c:pt idx="1998">
                  <c:v>45404</c:v>
                </c:pt>
                <c:pt idx="1999">
                  <c:v>45405</c:v>
                </c:pt>
                <c:pt idx="2000">
                  <c:v>45406</c:v>
                </c:pt>
                <c:pt idx="2001">
                  <c:v>45407</c:v>
                </c:pt>
                <c:pt idx="2002">
                  <c:v>45408</c:v>
                </c:pt>
                <c:pt idx="2003">
                  <c:v>45411</c:v>
                </c:pt>
                <c:pt idx="2004">
                  <c:v>45412</c:v>
                </c:pt>
                <c:pt idx="2005">
                  <c:v>45413</c:v>
                </c:pt>
                <c:pt idx="2006">
                  <c:v>45414</c:v>
                </c:pt>
                <c:pt idx="2007">
                  <c:v>45415</c:v>
                </c:pt>
                <c:pt idx="2008">
                  <c:v>45418</c:v>
                </c:pt>
                <c:pt idx="2009">
                  <c:v>45419</c:v>
                </c:pt>
                <c:pt idx="2010">
                  <c:v>45420</c:v>
                </c:pt>
                <c:pt idx="2011">
                  <c:v>45421</c:v>
                </c:pt>
                <c:pt idx="2012">
                  <c:v>45422</c:v>
                </c:pt>
                <c:pt idx="2013">
                  <c:v>45425</c:v>
                </c:pt>
                <c:pt idx="2014">
                  <c:v>45426</c:v>
                </c:pt>
                <c:pt idx="2015">
                  <c:v>45427</c:v>
                </c:pt>
                <c:pt idx="2016">
                  <c:v>45428</c:v>
                </c:pt>
                <c:pt idx="2017">
                  <c:v>45429</c:v>
                </c:pt>
                <c:pt idx="2018">
                  <c:v>45432</c:v>
                </c:pt>
                <c:pt idx="2019">
                  <c:v>45433</c:v>
                </c:pt>
                <c:pt idx="2020">
                  <c:v>45434</c:v>
                </c:pt>
                <c:pt idx="2021">
                  <c:v>45435</c:v>
                </c:pt>
                <c:pt idx="2022">
                  <c:v>45436</c:v>
                </c:pt>
                <c:pt idx="2023">
                  <c:v>45439</c:v>
                </c:pt>
                <c:pt idx="2024">
                  <c:v>45440</c:v>
                </c:pt>
                <c:pt idx="2025">
                  <c:v>45441</c:v>
                </c:pt>
                <c:pt idx="2026">
                  <c:v>45442</c:v>
                </c:pt>
                <c:pt idx="2027">
                  <c:v>45443</c:v>
                </c:pt>
                <c:pt idx="2028">
                  <c:v>45446</c:v>
                </c:pt>
                <c:pt idx="2029">
                  <c:v>45447</c:v>
                </c:pt>
                <c:pt idx="2030">
                  <c:v>45448</c:v>
                </c:pt>
                <c:pt idx="2031">
                  <c:v>45449</c:v>
                </c:pt>
                <c:pt idx="2032">
                  <c:v>45450</c:v>
                </c:pt>
                <c:pt idx="2033">
                  <c:v>45453</c:v>
                </c:pt>
                <c:pt idx="2034">
                  <c:v>45454</c:v>
                </c:pt>
                <c:pt idx="2035">
                  <c:v>45455</c:v>
                </c:pt>
                <c:pt idx="2036">
                  <c:v>45456</c:v>
                </c:pt>
                <c:pt idx="2037">
                  <c:v>45457</c:v>
                </c:pt>
                <c:pt idx="2038">
                  <c:v>45460</c:v>
                </c:pt>
                <c:pt idx="2039">
                  <c:v>45461</c:v>
                </c:pt>
                <c:pt idx="2040">
                  <c:v>45462</c:v>
                </c:pt>
                <c:pt idx="2041">
                  <c:v>45463</c:v>
                </c:pt>
                <c:pt idx="2042">
                  <c:v>45464</c:v>
                </c:pt>
                <c:pt idx="2043">
                  <c:v>45467</c:v>
                </c:pt>
                <c:pt idx="2044">
                  <c:v>45468</c:v>
                </c:pt>
                <c:pt idx="2045">
                  <c:v>45469</c:v>
                </c:pt>
                <c:pt idx="2046">
                  <c:v>45470</c:v>
                </c:pt>
                <c:pt idx="2047">
                  <c:v>45471</c:v>
                </c:pt>
                <c:pt idx="2048">
                  <c:v>45474</c:v>
                </c:pt>
                <c:pt idx="2049">
                  <c:v>45475</c:v>
                </c:pt>
                <c:pt idx="2050">
                  <c:v>45476</c:v>
                </c:pt>
                <c:pt idx="2051">
                  <c:v>45477</c:v>
                </c:pt>
                <c:pt idx="2052">
                  <c:v>45478</c:v>
                </c:pt>
                <c:pt idx="2053">
                  <c:v>45481</c:v>
                </c:pt>
                <c:pt idx="2054">
                  <c:v>45482</c:v>
                </c:pt>
                <c:pt idx="2055">
                  <c:v>45483</c:v>
                </c:pt>
                <c:pt idx="2056">
                  <c:v>45484</c:v>
                </c:pt>
                <c:pt idx="2057">
                  <c:v>45485</c:v>
                </c:pt>
                <c:pt idx="2058">
                  <c:v>45488</c:v>
                </c:pt>
                <c:pt idx="2059">
                  <c:v>45489</c:v>
                </c:pt>
                <c:pt idx="2060">
                  <c:v>45490</c:v>
                </c:pt>
                <c:pt idx="2061">
                  <c:v>45491</c:v>
                </c:pt>
                <c:pt idx="2062">
                  <c:v>45492</c:v>
                </c:pt>
                <c:pt idx="2063">
                  <c:v>45495</c:v>
                </c:pt>
                <c:pt idx="2064">
                  <c:v>45496</c:v>
                </c:pt>
                <c:pt idx="2065">
                  <c:v>45497</c:v>
                </c:pt>
                <c:pt idx="2066">
                  <c:v>45498</c:v>
                </c:pt>
                <c:pt idx="2067">
                  <c:v>45499</c:v>
                </c:pt>
                <c:pt idx="2068">
                  <c:v>45502</c:v>
                </c:pt>
                <c:pt idx="2069">
                  <c:v>45503</c:v>
                </c:pt>
                <c:pt idx="2070">
                  <c:v>45504</c:v>
                </c:pt>
                <c:pt idx="2071">
                  <c:v>45505</c:v>
                </c:pt>
                <c:pt idx="2072">
                  <c:v>45506</c:v>
                </c:pt>
                <c:pt idx="2073">
                  <c:v>45509</c:v>
                </c:pt>
                <c:pt idx="2074">
                  <c:v>45510</c:v>
                </c:pt>
                <c:pt idx="2075">
                  <c:v>45511</c:v>
                </c:pt>
                <c:pt idx="2076">
                  <c:v>45512</c:v>
                </c:pt>
                <c:pt idx="2077">
                  <c:v>45513</c:v>
                </c:pt>
                <c:pt idx="2078">
                  <c:v>45516</c:v>
                </c:pt>
                <c:pt idx="2079">
                  <c:v>45517</c:v>
                </c:pt>
                <c:pt idx="2080">
                  <c:v>45518</c:v>
                </c:pt>
                <c:pt idx="2081">
                  <c:v>45519</c:v>
                </c:pt>
                <c:pt idx="2082">
                  <c:v>45520</c:v>
                </c:pt>
                <c:pt idx="2083">
                  <c:v>45523</c:v>
                </c:pt>
                <c:pt idx="2084">
                  <c:v>45524</c:v>
                </c:pt>
                <c:pt idx="2085">
                  <c:v>45525</c:v>
                </c:pt>
                <c:pt idx="2086">
                  <c:v>45526</c:v>
                </c:pt>
                <c:pt idx="2087">
                  <c:v>45527</c:v>
                </c:pt>
                <c:pt idx="2088">
                  <c:v>45530</c:v>
                </c:pt>
                <c:pt idx="2089">
                  <c:v>45531</c:v>
                </c:pt>
                <c:pt idx="2090">
                  <c:v>45532</c:v>
                </c:pt>
                <c:pt idx="2091">
                  <c:v>45533</c:v>
                </c:pt>
                <c:pt idx="2092">
                  <c:v>45534</c:v>
                </c:pt>
                <c:pt idx="2093">
                  <c:v>45538</c:v>
                </c:pt>
                <c:pt idx="2094">
                  <c:v>45539</c:v>
                </c:pt>
                <c:pt idx="2095">
                  <c:v>45540</c:v>
                </c:pt>
                <c:pt idx="2096">
                  <c:v>45541</c:v>
                </c:pt>
                <c:pt idx="2097">
                  <c:v>45544</c:v>
                </c:pt>
                <c:pt idx="2098">
                  <c:v>45545</c:v>
                </c:pt>
                <c:pt idx="2099">
                  <c:v>45546</c:v>
                </c:pt>
                <c:pt idx="2100">
                  <c:v>45547</c:v>
                </c:pt>
                <c:pt idx="2101">
                  <c:v>45548</c:v>
                </c:pt>
                <c:pt idx="2102">
                  <c:v>45551</c:v>
                </c:pt>
                <c:pt idx="2103">
                  <c:v>45552</c:v>
                </c:pt>
                <c:pt idx="2104">
                  <c:v>45553</c:v>
                </c:pt>
                <c:pt idx="2105">
                  <c:v>45554</c:v>
                </c:pt>
                <c:pt idx="2106">
                  <c:v>45555</c:v>
                </c:pt>
                <c:pt idx="2107">
                  <c:v>45558</c:v>
                </c:pt>
                <c:pt idx="2108">
                  <c:v>45559</c:v>
                </c:pt>
                <c:pt idx="2109">
                  <c:v>45560</c:v>
                </c:pt>
                <c:pt idx="2110">
                  <c:v>45561</c:v>
                </c:pt>
                <c:pt idx="2111">
                  <c:v>45562</c:v>
                </c:pt>
                <c:pt idx="2112">
                  <c:v>45565</c:v>
                </c:pt>
                <c:pt idx="2113">
                  <c:v>45566</c:v>
                </c:pt>
                <c:pt idx="2114">
                  <c:v>45567</c:v>
                </c:pt>
                <c:pt idx="2115">
                  <c:v>45568</c:v>
                </c:pt>
                <c:pt idx="2116">
                  <c:v>45569</c:v>
                </c:pt>
                <c:pt idx="2117">
                  <c:v>45572</c:v>
                </c:pt>
                <c:pt idx="2118">
                  <c:v>45573</c:v>
                </c:pt>
                <c:pt idx="2119">
                  <c:v>45574</c:v>
                </c:pt>
                <c:pt idx="2120">
                  <c:v>45575</c:v>
                </c:pt>
                <c:pt idx="2121">
                  <c:v>45576</c:v>
                </c:pt>
                <c:pt idx="2122">
                  <c:v>45579</c:v>
                </c:pt>
                <c:pt idx="2123">
                  <c:v>45580</c:v>
                </c:pt>
                <c:pt idx="2124">
                  <c:v>45581</c:v>
                </c:pt>
                <c:pt idx="2125">
                  <c:v>45582</c:v>
                </c:pt>
                <c:pt idx="2126">
                  <c:v>45583</c:v>
                </c:pt>
                <c:pt idx="2127">
                  <c:v>45586</c:v>
                </c:pt>
                <c:pt idx="2128">
                  <c:v>45587</c:v>
                </c:pt>
                <c:pt idx="2129">
                  <c:v>45588</c:v>
                </c:pt>
                <c:pt idx="2130">
                  <c:v>45589</c:v>
                </c:pt>
                <c:pt idx="2131">
                  <c:v>45590</c:v>
                </c:pt>
                <c:pt idx="2132">
                  <c:v>45593</c:v>
                </c:pt>
                <c:pt idx="2133">
                  <c:v>45594</c:v>
                </c:pt>
                <c:pt idx="2134">
                  <c:v>45595</c:v>
                </c:pt>
                <c:pt idx="2135">
                  <c:v>45596</c:v>
                </c:pt>
                <c:pt idx="2136">
                  <c:v>45597</c:v>
                </c:pt>
                <c:pt idx="2137">
                  <c:v>45600</c:v>
                </c:pt>
                <c:pt idx="2138">
                  <c:v>45601</c:v>
                </c:pt>
                <c:pt idx="2139">
                  <c:v>45602</c:v>
                </c:pt>
                <c:pt idx="2140">
                  <c:v>45603</c:v>
                </c:pt>
                <c:pt idx="2141">
                  <c:v>45604</c:v>
                </c:pt>
                <c:pt idx="2142">
                  <c:v>45607</c:v>
                </c:pt>
                <c:pt idx="2143">
                  <c:v>45608</c:v>
                </c:pt>
                <c:pt idx="2144">
                  <c:v>45609</c:v>
                </c:pt>
                <c:pt idx="2145">
                  <c:v>45610</c:v>
                </c:pt>
                <c:pt idx="2146">
                  <c:v>45611</c:v>
                </c:pt>
                <c:pt idx="2147">
                  <c:v>45614</c:v>
                </c:pt>
                <c:pt idx="2148">
                  <c:v>45615</c:v>
                </c:pt>
                <c:pt idx="2149">
                  <c:v>45616</c:v>
                </c:pt>
                <c:pt idx="2150">
                  <c:v>45617</c:v>
                </c:pt>
                <c:pt idx="2151">
                  <c:v>45618</c:v>
                </c:pt>
                <c:pt idx="2152">
                  <c:v>45621</c:v>
                </c:pt>
                <c:pt idx="2153">
                  <c:v>45622</c:v>
                </c:pt>
                <c:pt idx="2154">
                  <c:v>45623</c:v>
                </c:pt>
                <c:pt idx="2155">
                  <c:v>45624</c:v>
                </c:pt>
                <c:pt idx="2156">
                  <c:v>45625</c:v>
                </c:pt>
                <c:pt idx="2157">
                  <c:v>45628</c:v>
                </c:pt>
                <c:pt idx="2158">
                  <c:v>45629</c:v>
                </c:pt>
                <c:pt idx="2159">
                  <c:v>45630</c:v>
                </c:pt>
                <c:pt idx="2160">
                  <c:v>45631</c:v>
                </c:pt>
                <c:pt idx="2161">
                  <c:v>45632</c:v>
                </c:pt>
                <c:pt idx="2162">
                  <c:v>45635</c:v>
                </c:pt>
                <c:pt idx="2163">
                  <c:v>45636</c:v>
                </c:pt>
                <c:pt idx="2164">
                  <c:v>45637</c:v>
                </c:pt>
                <c:pt idx="2165">
                  <c:v>45638</c:v>
                </c:pt>
                <c:pt idx="2166">
                  <c:v>45639</c:v>
                </c:pt>
                <c:pt idx="2167">
                  <c:v>45642</c:v>
                </c:pt>
                <c:pt idx="2168">
                  <c:v>45643</c:v>
                </c:pt>
                <c:pt idx="2169">
                  <c:v>45644</c:v>
                </c:pt>
                <c:pt idx="2170">
                  <c:v>45645</c:v>
                </c:pt>
                <c:pt idx="2171">
                  <c:v>45646</c:v>
                </c:pt>
                <c:pt idx="2172">
                  <c:v>45649</c:v>
                </c:pt>
                <c:pt idx="2173">
                  <c:v>45650</c:v>
                </c:pt>
                <c:pt idx="2174">
                  <c:v>45651</c:v>
                </c:pt>
                <c:pt idx="2175">
                  <c:v>45652</c:v>
                </c:pt>
                <c:pt idx="2176">
                  <c:v>45653</c:v>
                </c:pt>
                <c:pt idx="2177">
                  <c:v>45656</c:v>
                </c:pt>
                <c:pt idx="2178">
                  <c:v>45657</c:v>
                </c:pt>
                <c:pt idx="2179">
                  <c:v>45659</c:v>
                </c:pt>
                <c:pt idx="2180">
                  <c:v>45660</c:v>
                </c:pt>
                <c:pt idx="2181">
                  <c:v>45663</c:v>
                </c:pt>
                <c:pt idx="2182">
                  <c:v>45664</c:v>
                </c:pt>
                <c:pt idx="2183">
                  <c:v>45665</c:v>
                </c:pt>
                <c:pt idx="2184">
                  <c:v>45666</c:v>
                </c:pt>
                <c:pt idx="2185">
                  <c:v>45667</c:v>
                </c:pt>
                <c:pt idx="2186">
                  <c:v>45670</c:v>
                </c:pt>
                <c:pt idx="2187">
                  <c:v>45671</c:v>
                </c:pt>
                <c:pt idx="2188">
                  <c:v>45672</c:v>
                </c:pt>
                <c:pt idx="2189">
                  <c:v>45673</c:v>
                </c:pt>
                <c:pt idx="2190">
                  <c:v>45674</c:v>
                </c:pt>
                <c:pt idx="2191">
                  <c:v>45677</c:v>
                </c:pt>
                <c:pt idx="2192">
                  <c:v>45678</c:v>
                </c:pt>
                <c:pt idx="2193">
                  <c:v>45679</c:v>
                </c:pt>
                <c:pt idx="2194">
                  <c:v>45680</c:v>
                </c:pt>
                <c:pt idx="2195">
                  <c:v>45681</c:v>
                </c:pt>
                <c:pt idx="2196">
                  <c:v>45684</c:v>
                </c:pt>
                <c:pt idx="2197">
                  <c:v>45685</c:v>
                </c:pt>
                <c:pt idx="2198">
                  <c:v>45686</c:v>
                </c:pt>
                <c:pt idx="2199">
                  <c:v>45687</c:v>
                </c:pt>
                <c:pt idx="2200">
                  <c:v>45688</c:v>
                </c:pt>
                <c:pt idx="2201">
                  <c:v>45691</c:v>
                </c:pt>
                <c:pt idx="2202">
                  <c:v>45692</c:v>
                </c:pt>
                <c:pt idx="2203">
                  <c:v>45693</c:v>
                </c:pt>
                <c:pt idx="2204">
                  <c:v>45694</c:v>
                </c:pt>
                <c:pt idx="2205">
                  <c:v>45695</c:v>
                </c:pt>
                <c:pt idx="2206">
                  <c:v>45698</c:v>
                </c:pt>
                <c:pt idx="2207">
                  <c:v>45699</c:v>
                </c:pt>
                <c:pt idx="2208">
                  <c:v>45700</c:v>
                </c:pt>
                <c:pt idx="2209">
                  <c:v>45701</c:v>
                </c:pt>
                <c:pt idx="2210">
                  <c:v>45702</c:v>
                </c:pt>
                <c:pt idx="2211">
                  <c:v>45705</c:v>
                </c:pt>
                <c:pt idx="2212">
                  <c:v>45706</c:v>
                </c:pt>
                <c:pt idx="2213">
                  <c:v>45707</c:v>
                </c:pt>
                <c:pt idx="2214">
                  <c:v>45708</c:v>
                </c:pt>
                <c:pt idx="2215">
                  <c:v>45709</c:v>
                </c:pt>
                <c:pt idx="2216">
                  <c:v>45712</c:v>
                </c:pt>
                <c:pt idx="2217">
                  <c:v>45713</c:v>
                </c:pt>
                <c:pt idx="2218">
                  <c:v>45714</c:v>
                </c:pt>
                <c:pt idx="2219">
                  <c:v>45715</c:v>
                </c:pt>
                <c:pt idx="2220">
                  <c:v>45716</c:v>
                </c:pt>
                <c:pt idx="2221">
                  <c:v>45719</c:v>
                </c:pt>
                <c:pt idx="2222">
                  <c:v>45720</c:v>
                </c:pt>
                <c:pt idx="2223">
                  <c:v>45721</c:v>
                </c:pt>
                <c:pt idx="2224">
                  <c:v>45722</c:v>
                </c:pt>
                <c:pt idx="2225">
                  <c:v>45723</c:v>
                </c:pt>
                <c:pt idx="2226">
                  <c:v>45726</c:v>
                </c:pt>
                <c:pt idx="2227">
                  <c:v>45727</c:v>
                </c:pt>
                <c:pt idx="2228">
                  <c:v>45728</c:v>
                </c:pt>
                <c:pt idx="2229">
                  <c:v>45729</c:v>
                </c:pt>
                <c:pt idx="2230">
                  <c:v>45730</c:v>
                </c:pt>
                <c:pt idx="2231">
                  <c:v>45733</c:v>
                </c:pt>
                <c:pt idx="2232">
                  <c:v>45734</c:v>
                </c:pt>
                <c:pt idx="2233">
                  <c:v>45735</c:v>
                </c:pt>
                <c:pt idx="2234">
                  <c:v>45736</c:v>
                </c:pt>
                <c:pt idx="2235">
                  <c:v>45737</c:v>
                </c:pt>
                <c:pt idx="2236">
                  <c:v>45740</c:v>
                </c:pt>
                <c:pt idx="2237">
                  <c:v>45741</c:v>
                </c:pt>
                <c:pt idx="2238">
                  <c:v>45742</c:v>
                </c:pt>
                <c:pt idx="2239">
                  <c:v>45743</c:v>
                </c:pt>
                <c:pt idx="2240">
                  <c:v>45744</c:v>
                </c:pt>
                <c:pt idx="2241">
                  <c:v>45747</c:v>
                </c:pt>
                <c:pt idx="2242">
                  <c:v>45748</c:v>
                </c:pt>
                <c:pt idx="2243">
                  <c:v>45749</c:v>
                </c:pt>
                <c:pt idx="2244">
                  <c:v>45750</c:v>
                </c:pt>
                <c:pt idx="2245">
                  <c:v>45751</c:v>
                </c:pt>
                <c:pt idx="2246">
                  <c:v>45754</c:v>
                </c:pt>
                <c:pt idx="2247">
                  <c:v>45755</c:v>
                </c:pt>
                <c:pt idx="2248">
                  <c:v>45756</c:v>
                </c:pt>
                <c:pt idx="2249">
                  <c:v>45757</c:v>
                </c:pt>
                <c:pt idx="2250">
                  <c:v>45758</c:v>
                </c:pt>
                <c:pt idx="2251">
                  <c:v>45761</c:v>
                </c:pt>
                <c:pt idx="2252">
                  <c:v>45762</c:v>
                </c:pt>
                <c:pt idx="2253">
                  <c:v>45763</c:v>
                </c:pt>
                <c:pt idx="2254">
                  <c:v>45764</c:v>
                </c:pt>
                <c:pt idx="2255">
                  <c:v>45765</c:v>
                </c:pt>
                <c:pt idx="2256">
                  <c:v>45768</c:v>
                </c:pt>
                <c:pt idx="2257">
                  <c:v>45769</c:v>
                </c:pt>
                <c:pt idx="2258">
                  <c:v>45770</c:v>
                </c:pt>
                <c:pt idx="2259">
                  <c:v>45771</c:v>
                </c:pt>
                <c:pt idx="2260">
                  <c:v>45772</c:v>
                </c:pt>
                <c:pt idx="2261">
                  <c:v>45775</c:v>
                </c:pt>
                <c:pt idx="2262">
                  <c:v>45776</c:v>
                </c:pt>
                <c:pt idx="2263">
                  <c:v>45777</c:v>
                </c:pt>
                <c:pt idx="2264">
                  <c:v>45778</c:v>
                </c:pt>
                <c:pt idx="2265">
                  <c:v>45779</c:v>
                </c:pt>
                <c:pt idx="2266">
                  <c:v>45782</c:v>
                </c:pt>
                <c:pt idx="2267">
                  <c:v>45783</c:v>
                </c:pt>
                <c:pt idx="2268">
                  <c:v>45784</c:v>
                </c:pt>
                <c:pt idx="2269">
                  <c:v>45785</c:v>
                </c:pt>
                <c:pt idx="2270">
                  <c:v>45786</c:v>
                </c:pt>
                <c:pt idx="2271">
                  <c:v>45789</c:v>
                </c:pt>
                <c:pt idx="2272">
                  <c:v>45790</c:v>
                </c:pt>
                <c:pt idx="2273">
                  <c:v>45791</c:v>
                </c:pt>
                <c:pt idx="2274">
                  <c:v>45792</c:v>
                </c:pt>
                <c:pt idx="2275">
                  <c:v>45793</c:v>
                </c:pt>
                <c:pt idx="2276">
                  <c:v>45796</c:v>
                </c:pt>
                <c:pt idx="2277">
                  <c:v>45797</c:v>
                </c:pt>
                <c:pt idx="2278">
                  <c:v>45798</c:v>
                </c:pt>
                <c:pt idx="2279">
                  <c:v>45799</c:v>
                </c:pt>
                <c:pt idx="2280">
                  <c:v>45800</c:v>
                </c:pt>
                <c:pt idx="2281">
                  <c:v>45803</c:v>
                </c:pt>
                <c:pt idx="2282">
                  <c:v>45804</c:v>
                </c:pt>
                <c:pt idx="2283">
                  <c:v>45805</c:v>
                </c:pt>
                <c:pt idx="2284">
                  <c:v>45806</c:v>
                </c:pt>
                <c:pt idx="2285">
                  <c:v>45807</c:v>
                </c:pt>
                <c:pt idx="2286">
                  <c:v>45810</c:v>
                </c:pt>
                <c:pt idx="2287">
                  <c:v>45811</c:v>
                </c:pt>
                <c:pt idx="2288">
                  <c:v>45812</c:v>
                </c:pt>
                <c:pt idx="2289">
                  <c:v>45813</c:v>
                </c:pt>
                <c:pt idx="2290">
                  <c:v>45814</c:v>
                </c:pt>
                <c:pt idx="2291">
                  <c:v>45817</c:v>
                </c:pt>
                <c:pt idx="2292">
                  <c:v>45818</c:v>
                </c:pt>
                <c:pt idx="2293">
                  <c:v>45819</c:v>
                </c:pt>
                <c:pt idx="2294">
                  <c:v>45820</c:v>
                </c:pt>
                <c:pt idx="2295">
                  <c:v>45821</c:v>
                </c:pt>
                <c:pt idx="2296">
                  <c:v>45824</c:v>
                </c:pt>
                <c:pt idx="2297">
                  <c:v>45825</c:v>
                </c:pt>
                <c:pt idx="2298">
                  <c:v>45826</c:v>
                </c:pt>
                <c:pt idx="2299">
                  <c:v>45827</c:v>
                </c:pt>
                <c:pt idx="2300">
                  <c:v>45828</c:v>
                </c:pt>
                <c:pt idx="2301">
                  <c:v>45831</c:v>
                </c:pt>
                <c:pt idx="2302">
                  <c:v>45832</c:v>
                </c:pt>
                <c:pt idx="2303">
                  <c:v>45833</c:v>
                </c:pt>
                <c:pt idx="2304">
                  <c:v>45834</c:v>
                </c:pt>
                <c:pt idx="2305">
                  <c:v>45835</c:v>
                </c:pt>
                <c:pt idx="2306">
                  <c:v>45838</c:v>
                </c:pt>
                <c:pt idx="2307">
                  <c:v>45839</c:v>
                </c:pt>
                <c:pt idx="2308">
                  <c:v>45840</c:v>
                </c:pt>
                <c:pt idx="2309">
                  <c:v>45841</c:v>
                </c:pt>
                <c:pt idx="2310">
                  <c:v>45842</c:v>
                </c:pt>
                <c:pt idx="2311">
                  <c:v>45845</c:v>
                </c:pt>
                <c:pt idx="2312">
                  <c:v>45846</c:v>
                </c:pt>
                <c:pt idx="2313">
                  <c:v>45847</c:v>
                </c:pt>
                <c:pt idx="2314">
                  <c:v>45848</c:v>
                </c:pt>
                <c:pt idx="2315">
                  <c:v>45849</c:v>
                </c:pt>
                <c:pt idx="2316">
                  <c:v>45852</c:v>
                </c:pt>
                <c:pt idx="2317">
                  <c:v>45853</c:v>
                </c:pt>
                <c:pt idx="2318">
                  <c:v>45854</c:v>
                </c:pt>
                <c:pt idx="2319">
                  <c:v>45855</c:v>
                </c:pt>
                <c:pt idx="2320">
                  <c:v>45856</c:v>
                </c:pt>
                <c:pt idx="2321">
                  <c:v>45859</c:v>
                </c:pt>
                <c:pt idx="2322">
                  <c:v>45860</c:v>
                </c:pt>
                <c:pt idx="2323">
                  <c:v>45861</c:v>
                </c:pt>
                <c:pt idx="2324">
                  <c:v>45862</c:v>
                </c:pt>
                <c:pt idx="2325">
                  <c:v>45863</c:v>
                </c:pt>
                <c:pt idx="2326">
                  <c:v>45866</c:v>
                </c:pt>
                <c:pt idx="2327">
                  <c:v>45867</c:v>
                </c:pt>
                <c:pt idx="2328">
                  <c:v>45868</c:v>
                </c:pt>
                <c:pt idx="2329">
                  <c:v>45869</c:v>
                </c:pt>
                <c:pt idx="2330">
                  <c:v>45870</c:v>
                </c:pt>
                <c:pt idx="2331">
                  <c:v>45871</c:v>
                </c:pt>
                <c:pt idx="2332">
                  <c:v>45872</c:v>
                </c:pt>
                <c:pt idx="2333">
                  <c:v>45873</c:v>
                </c:pt>
                <c:pt idx="2334">
                  <c:v>45874</c:v>
                </c:pt>
                <c:pt idx="2335">
                  <c:v>45875</c:v>
                </c:pt>
                <c:pt idx="2336">
                  <c:v>45876</c:v>
                </c:pt>
                <c:pt idx="2337">
                  <c:v>45877</c:v>
                </c:pt>
                <c:pt idx="2338">
                  <c:v>45878</c:v>
                </c:pt>
                <c:pt idx="2339">
                  <c:v>45879</c:v>
                </c:pt>
                <c:pt idx="2340">
                  <c:v>45880</c:v>
                </c:pt>
                <c:pt idx="2341">
                  <c:v>45881</c:v>
                </c:pt>
                <c:pt idx="2342">
                  <c:v>45882</c:v>
                </c:pt>
                <c:pt idx="2343">
                  <c:v>45883</c:v>
                </c:pt>
                <c:pt idx="2344">
                  <c:v>45884</c:v>
                </c:pt>
                <c:pt idx="2345">
                  <c:v>45885</c:v>
                </c:pt>
                <c:pt idx="2346">
                  <c:v>45886</c:v>
                </c:pt>
                <c:pt idx="2347">
                  <c:v>45887</c:v>
                </c:pt>
                <c:pt idx="2348">
                  <c:v>45888</c:v>
                </c:pt>
                <c:pt idx="2349">
                  <c:v>45889</c:v>
                </c:pt>
                <c:pt idx="2350">
                  <c:v>45890</c:v>
                </c:pt>
                <c:pt idx="2351">
                  <c:v>45891</c:v>
                </c:pt>
                <c:pt idx="2352">
                  <c:v>45892</c:v>
                </c:pt>
                <c:pt idx="2353">
                  <c:v>45893</c:v>
                </c:pt>
                <c:pt idx="2354">
                  <c:v>45894</c:v>
                </c:pt>
                <c:pt idx="2355">
                  <c:v>45895</c:v>
                </c:pt>
                <c:pt idx="2356">
                  <c:v>45896</c:v>
                </c:pt>
                <c:pt idx="2357">
                  <c:v>45897</c:v>
                </c:pt>
                <c:pt idx="2358">
                  <c:v>45898</c:v>
                </c:pt>
                <c:pt idx="2359">
                  <c:v>45899</c:v>
                </c:pt>
                <c:pt idx="2360">
                  <c:v>45900</c:v>
                </c:pt>
                <c:pt idx="2361">
                  <c:v>45901</c:v>
                </c:pt>
                <c:pt idx="2362">
                  <c:v>45902</c:v>
                </c:pt>
                <c:pt idx="2363">
                  <c:v>45903</c:v>
                </c:pt>
                <c:pt idx="2364">
                  <c:v>45904</c:v>
                </c:pt>
                <c:pt idx="2365">
                  <c:v>45905</c:v>
                </c:pt>
                <c:pt idx="2366">
                  <c:v>45906</c:v>
                </c:pt>
                <c:pt idx="2367">
                  <c:v>45907</c:v>
                </c:pt>
                <c:pt idx="2368">
                  <c:v>45908</c:v>
                </c:pt>
                <c:pt idx="2369">
                  <c:v>45909</c:v>
                </c:pt>
                <c:pt idx="2370">
                  <c:v>45910</c:v>
                </c:pt>
                <c:pt idx="2371">
                  <c:v>45911</c:v>
                </c:pt>
                <c:pt idx="2372">
                  <c:v>45912</c:v>
                </c:pt>
                <c:pt idx="2373">
                  <c:v>45913</c:v>
                </c:pt>
                <c:pt idx="2374">
                  <c:v>45914</c:v>
                </c:pt>
                <c:pt idx="2375">
                  <c:v>45915</c:v>
                </c:pt>
                <c:pt idx="2376">
                  <c:v>45916</c:v>
                </c:pt>
                <c:pt idx="2377">
                  <c:v>45917</c:v>
                </c:pt>
                <c:pt idx="2378">
                  <c:v>45918</c:v>
                </c:pt>
                <c:pt idx="2379">
                  <c:v>45919</c:v>
                </c:pt>
                <c:pt idx="2380">
                  <c:v>45920</c:v>
                </c:pt>
                <c:pt idx="2381">
                  <c:v>45921</c:v>
                </c:pt>
                <c:pt idx="2382">
                  <c:v>45922</c:v>
                </c:pt>
                <c:pt idx="2383">
                  <c:v>45923</c:v>
                </c:pt>
                <c:pt idx="2384">
                  <c:v>45924</c:v>
                </c:pt>
                <c:pt idx="2385">
                  <c:v>45925</c:v>
                </c:pt>
                <c:pt idx="2386">
                  <c:v>45926</c:v>
                </c:pt>
                <c:pt idx="2387">
                  <c:v>45927</c:v>
                </c:pt>
                <c:pt idx="2388">
                  <c:v>45928</c:v>
                </c:pt>
                <c:pt idx="2389">
                  <c:v>45929</c:v>
                </c:pt>
                <c:pt idx="2390">
                  <c:v>45930</c:v>
                </c:pt>
                <c:pt idx="2391">
                  <c:v>45931</c:v>
                </c:pt>
                <c:pt idx="2392">
                  <c:v>45932</c:v>
                </c:pt>
                <c:pt idx="2393">
                  <c:v>45933</c:v>
                </c:pt>
                <c:pt idx="2394">
                  <c:v>45934</c:v>
                </c:pt>
                <c:pt idx="2395">
                  <c:v>45935</c:v>
                </c:pt>
                <c:pt idx="2396">
                  <c:v>45936</c:v>
                </c:pt>
                <c:pt idx="2397">
                  <c:v>45937</c:v>
                </c:pt>
                <c:pt idx="2398">
                  <c:v>45938</c:v>
                </c:pt>
                <c:pt idx="2399">
                  <c:v>45939</c:v>
                </c:pt>
                <c:pt idx="2400">
                  <c:v>45940</c:v>
                </c:pt>
                <c:pt idx="2401">
                  <c:v>45941</c:v>
                </c:pt>
                <c:pt idx="2402">
                  <c:v>45942</c:v>
                </c:pt>
                <c:pt idx="2403">
                  <c:v>45943</c:v>
                </c:pt>
                <c:pt idx="2404">
                  <c:v>45944</c:v>
                </c:pt>
                <c:pt idx="2405">
                  <c:v>45945</c:v>
                </c:pt>
                <c:pt idx="2406">
                  <c:v>45946</c:v>
                </c:pt>
                <c:pt idx="2407">
                  <c:v>45947</c:v>
                </c:pt>
                <c:pt idx="2408">
                  <c:v>45948</c:v>
                </c:pt>
                <c:pt idx="2409">
                  <c:v>45949</c:v>
                </c:pt>
                <c:pt idx="2410">
                  <c:v>45950</c:v>
                </c:pt>
                <c:pt idx="2411">
                  <c:v>45951</c:v>
                </c:pt>
                <c:pt idx="2412">
                  <c:v>45952</c:v>
                </c:pt>
                <c:pt idx="2413">
                  <c:v>45953</c:v>
                </c:pt>
                <c:pt idx="2414">
                  <c:v>45954</c:v>
                </c:pt>
                <c:pt idx="2415">
                  <c:v>45955</c:v>
                </c:pt>
                <c:pt idx="2416">
                  <c:v>45956</c:v>
                </c:pt>
                <c:pt idx="2417">
                  <c:v>45957</c:v>
                </c:pt>
                <c:pt idx="2418">
                  <c:v>45958</c:v>
                </c:pt>
                <c:pt idx="2419">
                  <c:v>45959</c:v>
                </c:pt>
                <c:pt idx="2420">
                  <c:v>45960</c:v>
                </c:pt>
                <c:pt idx="2421">
                  <c:v>45961</c:v>
                </c:pt>
                <c:pt idx="2422">
                  <c:v>45962</c:v>
                </c:pt>
                <c:pt idx="2423">
                  <c:v>45963</c:v>
                </c:pt>
                <c:pt idx="2424">
                  <c:v>45964</c:v>
                </c:pt>
                <c:pt idx="2425">
                  <c:v>45965</c:v>
                </c:pt>
                <c:pt idx="2426">
                  <c:v>45966</c:v>
                </c:pt>
                <c:pt idx="2427">
                  <c:v>45967</c:v>
                </c:pt>
                <c:pt idx="2428">
                  <c:v>45968</c:v>
                </c:pt>
                <c:pt idx="2429">
                  <c:v>45969</c:v>
                </c:pt>
                <c:pt idx="2430">
                  <c:v>45970</c:v>
                </c:pt>
                <c:pt idx="2431">
                  <c:v>45971</c:v>
                </c:pt>
                <c:pt idx="2432">
                  <c:v>45972</c:v>
                </c:pt>
                <c:pt idx="2433">
                  <c:v>45973</c:v>
                </c:pt>
                <c:pt idx="2434">
                  <c:v>45974</c:v>
                </c:pt>
                <c:pt idx="2435">
                  <c:v>45975</c:v>
                </c:pt>
                <c:pt idx="2436">
                  <c:v>45976</c:v>
                </c:pt>
                <c:pt idx="2437">
                  <c:v>45977</c:v>
                </c:pt>
                <c:pt idx="2438">
                  <c:v>45978</c:v>
                </c:pt>
                <c:pt idx="2439">
                  <c:v>45979</c:v>
                </c:pt>
                <c:pt idx="2440">
                  <c:v>45980</c:v>
                </c:pt>
                <c:pt idx="2441">
                  <c:v>45981</c:v>
                </c:pt>
                <c:pt idx="2442">
                  <c:v>45982</c:v>
                </c:pt>
                <c:pt idx="2443">
                  <c:v>45983</c:v>
                </c:pt>
                <c:pt idx="2444">
                  <c:v>45984</c:v>
                </c:pt>
                <c:pt idx="2445">
                  <c:v>45985</c:v>
                </c:pt>
                <c:pt idx="2446">
                  <c:v>45986</c:v>
                </c:pt>
                <c:pt idx="2447">
                  <c:v>45987</c:v>
                </c:pt>
                <c:pt idx="2448">
                  <c:v>45988</c:v>
                </c:pt>
                <c:pt idx="2449">
                  <c:v>45989</c:v>
                </c:pt>
                <c:pt idx="2450">
                  <c:v>45990</c:v>
                </c:pt>
                <c:pt idx="2451">
                  <c:v>45991</c:v>
                </c:pt>
                <c:pt idx="2452">
                  <c:v>45992</c:v>
                </c:pt>
                <c:pt idx="2453">
                  <c:v>45993</c:v>
                </c:pt>
                <c:pt idx="2454">
                  <c:v>45994</c:v>
                </c:pt>
                <c:pt idx="2455">
                  <c:v>45995</c:v>
                </c:pt>
                <c:pt idx="2456">
                  <c:v>45996</c:v>
                </c:pt>
                <c:pt idx="2457">
                  <c:v>45997</c:v>
                </c:pt>
                <c:pt idx="2458">
                  <c:v>45998</c:v>
                </c:pt>
                <c:pt idx="2459">
                  <c:v>45999</c:v>
                </c:pt>
                <c:pt idx="2460">
                  <c:v>46000</c:v>
                </c:pt>
                <c:pt idx="2461">
                  <c:v>46001</c:v>
                </c:pt>
                <c:pt idx="2462">
                  <c:v>46002</c:v>
                </c:pt>
                <c:pt idx="2463">
                  <c:v>46003</c:v>
                </c:pt>
                <c:pt idx="2464">
                  <c:v>46004</c:v>
                </c:pt>
                <c:pt idx="2465">
                  <c:v>46005</c:v>
                </c:pt>
                <c:pt idx="2466">
                  <c:v>46006</c:v>
                </c:pt>
                <c:pt idx="2467">
                  <c:v>46007</c:v>
                </c:pt>
                <c:pt idx="2468">
                  <c:v>46008</c:v>
                </c:pt>
                <c:pt idx="2469">
                  <c:v>46009</c:v>
                </c:pt>
                <c:pt idx="2470">
                  <c:v>46010</c:v>
                </c:pt>
                <c:pt idx="2471">
                  <c:v>46011</c:v>
                </c:pt>
                <c:pt idx="2472">
                  <c:v>46012</c:v>
                </c:pt>
                <c:pt idx="2473">
                  <c:v>46013</c:v>
                </c:pt>
                <c:pt idx="2474">
                  <c:v>46014</c:v>
                </c:pt>
                <c:pt idx="2475">
                  <c:v>46015</c:v>
                </c:pt>
                <c:pt idx="2476">
                  <c:v>46016</c:v>
                </c:pt>
                <c:pt idx="2477">
                  <c:v>46017</c:v>
                </c:pt>
                <c:pt idx="2478">
                  <c:v>46018</c:v>
                </c:pt>
                <c:pt idx="2479">
                  <c:v>46019</c:v>
                </c:pt>
                <c:pt idx="2480">
                  <c:v>46020</c:v>
                </c:pt>
                <c:pt idx="2481">
                  <c:v>46021</c:v>
                </c:pt>
                <c:pt idx="2482">
                  <c:v>46022</c:v>
                </c:pt>
                <c:pt idx="2483">
                  <c:v>46023</c:v>
                </c:pt>
                <c:pt idx="2484">
                  <c:v>46024</c:v>
                </c:pt>
                <c:pt idx="2485">
                  <c:v>46025</c:v>
                </c:pt>
                <c:pt idx="2486">
                  <c:v>46026</c:v>
                </c:pt>
                <c:pt idx="2487">
                  <c:v>46027</c:v>
                </c:pt>
                <c:pt idx="2488">
                  <c:v>46028</c:v>
                </c:pt>
                <c:pt idx="2489">
                  <c:v>46029</c:v>
                </c:pt>
                <c:pt idx="2490">
                  <c:v>46030</c:v>
                </c:pt>
                <c:pt idx="2491">
                  <c:v>46031</c:v>
                </c:pt>
                <c:pt idx="2492">
                  <c:v>46032</c:v>
                </c:pt>
                <c:pt idx="2493">
                  <c:v>46033</c:v>
                </c:pt>
                <c:pt idx="2494">
                  <c:v>46034</c:v>
                </c:pt>
                <c:pt idx="2495">
                  <c:v>46035</c:v>
                </c:pt>
                <c:pt idx="2496">
                  <c:v>46036</c:v>
                </c:pt>
                <c:pt idx="2497">
                  <c:v>46037</c:v>
                </c:pt>
                <c:pt idx="2498">
                  <c:v>46038</c:v>
                </c:pt>
                <c:pt idx="2499">
                  <c:v>46039</c:v>
                </c:pt>
                <c:pt idx="2500">
                  <c:v>46040</c:v>
                </c:pt>
                <c:pt idx="2501">
                  <c:v>46041</c:v>
                </c:pt>
                <c:pt idx="2502">
                  <c:v>46042</c:v>
                </c:pt>
                <c:pt idx="2503">
                  <c:v>46043</c:v>
                </c:pt>
                <c:pt idx="2504">
                  <c:v>46044</c:v>
                </c:pt>
                <c:pt idx="2505">
                  <c:v>46045</c:v>
                </c:pt>
                <c:pt idx="2506">
                  <c:v>46046</c:v>
                </c:pt>
                <c:pt idx="2507">
                  <c:v>46047</c:v>
                </c:pt>
                <c:pt idx="2508">
                  <c:v>46048</c:v>
                </c:pt>
                <c:pt idx="2509">
                  <c:v>46049</c:v>
                </c:pt>
                <c:pt idx="2510">
                  <c:v>46050</c:v>
                </c:pt>
                <c:pt idx="2511">
                  <c:v>46051</c:v>
                </c:pt>
                <c:pt idx="2512">
                  <c:v>46052</c:v>
                </c:pt>
                <c:pt idx="2513">
                  <c:v>46053</c:v>
                </c:pt>
                <c:pt idx="2514">
                  <c:v>46054</c:v>
                </c:pt>
                <c:pt idx="2515">
                  <c:v>46055</c:v>
                </c:pt>
                <c:pt idx="2516">
                  <c:v>46056</c:v>
                </c:pt>
                <c:pt idx="2517">
                  <c:v>46057</c:v>
                </c:pt>
                <c:pt idx="2518">
                  <c:v>46058</c:v>
                </c:pt>
                <c:pt idx="2519">
                  <c:v>46059</c:v>
                </c:pt>
                <c:pt idx="2520">
                  <c:v>46060</c:v>
                </c:pt>
                <c:pt idx="2521">
                  <c:v>46061</c:v>
                </c:pt>
                <c:pt idx="2522">
                  <c:v>46062</c:v>
                </c:pt>
                <c:pt idx="2523">
                  <c:v>46063</c:v>
                </c:pt>
                <c:pt idx="2524">
                  <c:v>46064</c:v>
                </c:pt>
                <c:pt idx="2525">
                  <c:v>46065</c:v>
                </c:pt>
                <c:pt idx="2526">
                  <c:v>46066</c:v>
                </c:pt>
                <c:pt idx="2527">
                  <c:v>46067</c:v>
                </c:pt>
                <c:pt idx="2528">
                  <c:v>46068</c:v>
                </c:pt>
                <c:pt idx="2529">
                  <c:v>46069</c:v>
                </c:pt>
                <c:pt idx="2530">
                  <c:v>46070</c:v>
                </c:pt>
                <c:pt idx="2531">
                  <c:v>46071</c:v>
                </c:pt>
                <c:pt idx="2532">
                  <c:v>46072</c:v>
                </c:pt>
                <c:pt idx="2533">
                  <c:v>46073</c:v>
                </c:pt>
                <c:pt idx="2534">
                  <c:v>46074</c:v>
                </c:pt>
                <c:pt idx="2535">
                  <c:v>46075</c:v>
                </c:pt>
                <c:pt idx="2536">
                  <c:v>46076</c:v>
                </c:pt>
                <c:pt idx="2537">
                  <c:v>46077</c:v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</c:strCache>
            </c:strRef>
          </c:cat>
          <c:val>
            <c:numRef>
              <c:f>1</c:f>
              <c:numCache>
                <c:formatCode>General</c:formatCode>
                <c:ptCount val="7942"/>
                <c:pt idx="0">
                  <c:v>78.25</c:v>
                </c:pt>
                <c:pt idx="1">
                  <c:v>81.21</c:v>
                </c:pt>
                <c:pt idx="2">
                  <c:v>81.21</c:v>
                </c:pt>
                <c:pt idx="3">
                  <c:v>80.56</c:v>
                </c:pt>
                <c:pt idx="4">
                  <c:v>80.28</c:v>
                </c:pt>
                <c:pt idx="5">
                  <c:v>82.34</c:v>
                </c:pt>
                <c:pt idx="6">
                  <c:v>88.8</c:v>
                </c:pt>
                <c:pt idx="7">
                  <c:v>89.36</c:v>
                </c:pt>
                <c:pt idx="8">
                  <c:v>92.27</c:v>
                </c:pt>
                <c:pt idx="9">
                  <c:v>93.73</c:v>
                </c:pt>
                <c:pt idx="10">
                  <c:v>96.27</c:v>
                </c:pt>
                <c:pt idx="11">
                  <c:v>92.16</c:v>
                </c:pt>
                <c:pt idx="12">
                  <c:v>93.17</c:v>
                </c:pt>
                <c:pt idx="13">
                  <c:v>91.18</c:v>
                </c:pt>
                <c:pt idx="14">
                  <c:v>87.85</c:v>
                </c:pt>
                <c:pt idx="15">
                  <c:v>84.74</c:v>
                </c:pt>
                <c:pt idx="16">
                  <c:v>86.36</c:v>
                </c:pt>
                <c:pt idx="17">
                  <c:v>84.46</c:v>
                </c:pt>
                <c:pt idx="18">
                  <c:v>81.3</c:v>
                </c:pt>
                <c:pt idx="19">
                  <c:v>81.41</c:v>
                </c:pt>
                <c:pt idx="20">
                  <c:v>82.15</c:v>
                </c:pt>
                <c:pt idx="21">
                  <c:v>82.95</c:v>
                </c:pt>
                <c:pt idx="22">
                  <c:v>83.2</c:v>
                </c:pt>
                <c:pt idx="23">
                  <c:v>86.19</c:v>
                </c:pt>
                <c:pt idx="24">
                  <c:v>86.65</c:v>
                </c:pt>
                <c:pt idx="25">
                  <c:v>88.54</c:v>
                </c:pt>
                <c:pt idx="26">
                  <c:v>88.76</c:v>
                </c:pt>
                <c:pt idx="27">
                  <c:v>88.76</c:v>
                </c:pt>
                <c:pt idx="28">
                  <c:v>88.76</c:v>
                </c:pt>
                <c:pt idx="29">
                  <c:v>91.03</c:v>
                </c:pt>
                <c:pt idx="30">
                  <c:v>90.63</c:v>
                </c:pt>
                <c:pt idx="31">
                  <c:v>95.85</c:v>
                </c:pt>
                <c:pt idx="32">
                  <c:v>95.32</c:v>
                </c:pt>
                <c:pt idx="33">
                  <c:v>93.46</c:v>
                </c:pt>
                <c:pt idx="34">
                  <c:v>94.66</c:v>
                </c:pt>
                <c:pt idx="35">
                  <c:v>93.53</c:v>
                </c:pt>
                <c:pt idx="36">
                  <c:v>91</c:v>
                </c:pt>
                <c:pt idx="37">
                  <c:v>92.27</c:v>
                </c:pt>
                <c:pt idx="38">
                  <c:v>90.73</c:v>
                </c:pt>
                <c:pt idx="39">
                  <c:v>92.55</c:v>
                </c:pt>
                <c:pt idx="40">
                  <c:v>96.52</c:v>
                </c:pt>
                <c:pt idx="41">
                  <c:v>99.21</c:v>
                </c:pt>
                <c:pt idx="42">
                  <c:v>98.07</c:v>
                </c:pt>
                <c:pt idx="43">
                  <c:v>99.13</c:v>
                </c:pt>
                <c:pt idx="44">
                  <c:v>98.32</c:v>
                </c:pt>
                <c:pt idx="45">
                  <c:v>100.48</c:v>
                </c:pt>
                <c:pt idx="46">
                  <c:v>98.26</c:v>
                </c:pt>
                <c:pt idx="47">
                  <c:v>101.82</c:v>
                </c:pt>
                <c:pt idx="48">
                  <c:v>99.88</c:v>
                </c:pt>
                <c:pt idx="49">
                  <c:v>116.86</c:v>
                </c:pt>
                <c:pt idx="50">
                  <c:v>123.26</c:v>
                </c:pt>
                <c:pt idx="51">
                  <c:v>123.26</c:v>
                </c:pt>
                <c:pt idx="52">
                  <c:v>125.07</c:v>
                </c:pt>
                <c:pt idx="53">
                  <c:v>122</c:v>
                </c:pt>
                <c:pt idx="54">
                  <c:v>121.74</c:v>
                </c:pt>
                <c:pt idx="55">
                  <c:v>125.83</c:v>
                </c:pt>
                <c:pt idx="56">
                  <c:v>128.29</c:v>
                </c:pt>
                <c:pt idx="57">
                  <c:v>123.89</c:v>
                </c:pt>
                <c:pt idx="58">
                  <c:v>122.26</c:v>
                </c:pt>
                <c:pt idx="59">
                  <c:v>122.66</c:v>
                </c:pt>
                <c:pt idx="60">
                  <c:v>122.66</c:v>
                </c:pt>
                <c:pt idx="61">
                  <c:v>124.05</c:v>
                </c:pt>
                <c:pt idx="62">
                  <c:v>121.14</c:v>
                </c:pt>
                <c:pt idx="63">
                  <c:v>120.39</c:v>
                </c:pt>
                <c:pt idx="64">
                  <c:v>126.83</c:v>
                </c:pt>
                <c:pt idx="65">
                  <c:v>129.89</c:v>
                </c:pt>
                <c:pt idx="66">
                  <c:v>128.7</c:v>
                </c:pt>
                <c:pt idx="67">
                  <c:v>127.48</c:v>
                </c:pt>
                <c:pt idx="68">
                  <c:v>126.56</c:v>
                </c:pt>
                <c:pt idx="69">
                  <c:v>124.09</c:v>
                </c:pt>
                <c:pt idx="70">
                  <c:v>130.07</c:v>
                </c:pt>
                <c:pt idx="71">
                  <c:v>132.96</c:v>
                </c:pt>
                <c:pt idx="72">
                  <c:v>132.69</c:v>
                </c:pt>
                <c:pt idx="73">
                  <c:v>131.19</c:v>
                </c:pt>
                <c:pt idx="74">
                  <c:v>129.92</c:v>
                </c:pt>
                <c:pt idx="75">
                  <c:v>132.76</c:v>
                </c:pt>
                <c:pt idx="76">
                  <c:v>133.85</c:v>
                </c:pt>
                <c:pt idx="77">
                  <c:v>131.39</c:v>
                </c:pt>
                <c:pt idx="78">
                  <c:v>133.93</c:v>
                </c:pt>
                <c:pt idx="79">
                  <c:v>134.66</c:v>
                </c:pt>
                <c:pt idx="80">
                  <c:v>135.62</c:v>
                </c:pt>
                <c:pt idx="81">
                  <c:v>133.54</c:v>
                </c:pt>
                <c:pt idx="82">
                  <c:v>133.54</c:v>
                </c:pt>
                <c:pt idx="83">
                  <c:v>133.08</c:v>
                </c:pt>
                <c:pt idx="84">
                  <c:v>125.59</c:v>
                </c:pt>
                <c:pt idx="85">
                  <c:v>125.77</c:v>
                </c:pt>
                <c:pt idx="86">
                  <c:v>123.92</c:v>
                </c:pt>
                <c:pt idx="87">
                  <c:v>123.92</c:v>
                </c:pt>
                <c:pt idx="88">
                  <c:v>122.83</c:v>
                </c:pt>
                <c:pt idx="89">
                  <c:v>122.29</c:v>
                </c:pt>
                <c:pt idx="90">
                  <c:v>118.29</c:v>
                </c:pt>
                <c:pt idx="91">
                  <c:v>120.66</c:v>
                </c:pt>
                <c:pt idx="92">
                  <c:v>118.19</c:v>
                </c:pt>
                <c:pt idx="93">
                  <c:v>118.81</c:v>
                </c:pt>
                <c:pt idx="94">
                  <c:v>118.74</c:v>
                </c:pt>
                <c:pt idx="95">
                  <c:v>118.25</c:v>
                </c:pt>
                <c:pt idx="96">
                  <c:v>119.95</c:v>
                </c:pt>
                <c:pt idx="97">
                  <c:v>119.95</c:v>
                </c:pt>
                <c:pt idx="98">
                  <c:v>116.96</c:v>
                </c:pt>
                <c:pt idx="99">
                  <c:v>120.66</c:v>
                </c:pt>
                <c:pt idx="100">
                  <c:v>124.78</c:v>
                </c:pt>
                <c:pt idx="101">
                  <c:v>127.55</c:v>
                </c:pt>
                <c:pt idx="102">
                  <c:v>125.35</c:v>
                </c:pt>
                <c:pt idx="103">
                  <c:v>127.63</c:v>
                </c:pt>
                <c:pt idx="104">
                  <c:v>127.54</c:v>
                </c:pt>
                <c:pt idx="105">
                  <c:v>127.61</c:v>
                </c:pt>
                <c:pt idx="106">
                  <c:v>126.36</c:v>
                </c:pt>
                <c:pt idx="107">
                  <c:v>127.22</c:v>
                </c:pt>
                <c:pt idx="108">
                  <c:v>124.56</c:v>
                </c:pt>
                <c:pt idx="109">
                  <c:v>125.55</c:v>
                </c:pt>
                <c:pt idx="110">
                  <c:v>126.63</c:v>
                </c:pt>
                <c:pt idx="111">
                  <c:v>126.88</c:v>
                </c:pt>
                <c:pt idx="112">
                  <c:v>125.95</c:v>
                </c:pt>
                <c:pt idx="113">
                  <c:v>122.62</c:v>
                </c:pt>
                <c:pt idx="114">
                  <c:v>119.43</c:v>
                </c:pt>
                <c:pt idx="115">
                  <c:v>121.66</c:v>
                </c:pt>
                <c:pt idx="116">
                  <c:v>121.54</c:v>
                </c:pt>
                <c:pt idx="117">
                  <c:v>122.73</c:v>
                </c:pt>
                <c:pt idx="118">
                  <c:v>122.66</c:v>
                </c:pt>
                <c:pt idx="119">
                  <c:v>124.25</c:v>
                </c:pt>
                <c:pt idx="120">
                  <c:v>124.23</c:v>
                </c:pt>
                <c:pt idx="121">
                  <c:v>122.8</c:v>
                </c:pt>
                <c:pt idx="122">
                  <c:v>122.8</c:v>
                </c:pt>
                <c:pt idx="123">
                  <c:v>122</c:v>
                </c:pt>
                <c:pt idx="124">
                  <c:v>119.69</c:v>
                </c:pt>
                <c:pt idx="125">
                  <c:v>119.13</c:v>
                </c:pt>
                <c:pt idx="126">
                  <c:v>116.57</c:v>
                </c:pt>
                <c:pt idx="127">
                  <c:v>117.26</c:v>
                </c:pt>
                <c:pt idx="128">
                  <c:v>113.03</c:v>
                </c:pt>
                <c:pt idx="129">
                  <c:v>116.89</c:v>
                </c:pt>
                <c:pt idx="130">
                  <c:v>116.37</c:v>
                </c:pt>
                <c:pt idx="131">
                  <c:v>117.07</c:v>
                </c:pt>
                <c:pt idx="132">
                  <c:v>119.04</c:v>
                </c:pt>
                <c:pt idx="133">
                  <c:v>118.82</c:v>
                </c:pt>
                <c:pt idx="134">
                  <c:v>120.51</c:v>
                </c:pt>
                <c:pt idx="135">
                  <c:v>122.65</c:v>
                </c:pt>
                <c:pt idx="136">
                  <c:v>122.53</c:v>
                </c:pt>
                <c:pt idx="137">
                  <c:v>124.19</c:v>
                </c:pt>
                <c:pt idx="138">
                  <c:v>121.6</c:v>
                </c:pt>
                <c:pt idx="139">
                  <c:v>119.29</c:v>
                </c:pt>
                <c:pt idx="140">
                  <c:v>120.41</c:v>
                </c:pt>
                <c:pt idx="141">
                  <c:v>117.67</c:v>
                </c:pt>
                <c:pt idx="142">
                  <c:v>116.85</c:v>
                </c:pt>
                <c:pt idx="143">
                  <c:v>114.97</c:v>
                </c:pt>
                <c:pt idx="144">
                  <c:v>115.61</c:v>
                </c:pt>
                <c:pt idx="145">
                  <c:v>116.8</c:v>
                </c:pt>
                <c:pt idx="146">
                  <c:v>115.82</c:v>
                </c:pt>
                <c:pt idx="147">
                  <c:v>111.98</c:v>
                </c:pt>
                <c:pt idx="148">
                  <c:v>111.44</c:v>
                </c:pt>
                <c:pt idx="149">
                  <c:v>110.47</c:v>
                </c:pt>
                <c:pt idx="150">
                  <c:v>113.11</c:v>
                </c:pt>
                <c:pt idx="151">
                  <c:v>112.84</c:v>
                </c:pt>
                <c:pt idx="152">
                  <c:v>109.39</c:v>
                </c:pt>
                <c:pt idx="153">
                  <c:v>110.45</c:v>
                </c:pt>
                <c:pt idx="154">
                  <c:v>110.21</c:v>
                </c:pt>
                <c:pt idx="155">
                  <c:v>109.01</c:v>
                </c:pt>
                <c:pt idx="156">
                  <c:v>109.26</c:v>
                </c:pt>
                <c:pt idx="157">
                  <c:v>108.99</c:v>
                </c:pt>
                <c:pt idx="158">
                  <c:v>106.34</c:v>
                </c:pt>
                <c:pt idx="159">
                  <c:v>103.96</c:v>
                </c:pt>
                <c:pt idx="160">
                  <c:v>102.47</c:v>
                </c:pt>
                <c:pt idx="161">
                  <c:v>102.47</c:v>
                </c:pt>
                <c:pt idx="162">
                  <c:v>104.5</c:v>
                </c:pt>
                <c:pt idx="163">
                  <c:v>100.61</c:v>
                </c:pt>
                <c:pt idx="164">
                  <c:v>103.66</c:v>
                </c:pt>
                <c:pt idx="165">
                  <c:v>103.72</c:v>
                </c:pt>
                <c:pt idx="166">
                  <c:v>105.85</c:v>
                </c:pt>
                <c:pt idx="167">
                  <c:v>104.72</c:v>
                </c:pt>
                <c:pt idx="168">
                  <c:v>105.56</c:v>
                </c:pt>
                <c:pt idx="169">
                  <c:v>103.01</c:v>
                </c:pt>
                <c:pt idx="170">
                  <c:v>104.05</c:v>
                </c:pt>
                <c:pt idx="171">
                  <c:v>101.15</c:v>
                </c:pt>
                <c:pt idx="172">
                  <c:v>103.82</c:v>
                </c:pt>
                <c:pt idx="173">
                  <c:v>102.13</c:v>
                </c:pt>
                <c:pt idx="174">
                  <c:v>103.02</c:v>
                </c:pt>
                <c:pt idx="175">
                  <c:v>104.58</c:v>
                </c:pt>
                <c:pt idx="176">
                  <c:v>104.15</c:v>
                </c:pt>
                <c:pt idx="177">
                  <c:v>104.69</c:v>
                </c:pt>
                <c:pt idx="178">
                  <c:v>104.92</c:v>
                </c:pt>
                <c:pt idx="179">
                  <c:v>105.74</c:v>
                </c:pt>
                <c:pt idx="180">
                  <c:v>105.58</c:v>
                </c:pt>
                <c:pt idx="181">
                  <c:v>103.3</c:v>
                </c:pt>
                <c:pt idx="182">
                  <c:v>104.15</c:v>
                </c:pt>
                <c:pt idx="183">
                  <c:v>102.47</c:v>
                </c:pt>
                <c:pt idx="184">
                  <c:v>98.02</c:v>
                </c:pt>
                <c:pt idx="185">
                  <c:v>95.6</c:v>
                </c:pt>
                <c:pt idx="186">
                  <c:v>96.45</c:v>
                </c:pt>
                <c:pt idx="187">
                  <c:v>97.46</c:v>
                </c:pt>
                <c:pt idx="188">
                  <c:v>97.29</c:v>
                </c:pt>
                <c:pt idx="189">
                  <c:v>97.21</c:v>
                </c:pt>
                <c:pt idx="190">
                  <c:v>95.49</c:v>
                </c:pt>
                <c:pt idx="191">
                  <c:v>94.67</c:v>
                </c:pt>
                <c:pt idx="193">
                  <c:v>92.32</c:v>
                </c:pt>
                <c:pt idx="194">
                  <c:v>92.05</c:v>
                </c:pt>
                <c:pt idx="195">
                  <c:v>91.59</c:v>
                </c:pt>
                <c:pt idx="196">
                  <c:v>86.61</c:v>
                </c:pt>
                <c:pt idx="197">
                  <c:v>87.83</c:v>
                </c:pt>
                <c:pt idx="198">
                  <c:v>84.48</c:v>
                </c:pt>
                <c:pt idx="199">
                  <c:v>86.21</c:v>
                </c:pt>
                <c:pt idx="200">
                  <c:v>87.1</c:v>
                </c:pt>
                <c:pt idx="201">
                  <c:v>86.26</c:v>
                </c:pt>
                <c:pt idx="202">
                  <c:v>85.04</c:v>
                </c:pt>
                <c:pt idx="203">
                  <c:v>84.15</c:v>
                </c:pt>
                <c:pt idx="204">
                  <c:v>78.84</c:v>
                </c:pt>
                <c:pt idx="205">
                  <c:v>81.02</c:v>
                </c:pt>
                <c:pt idx="206">
                  <c:v>83.82</c:v>
                </c:pt>
                <c:pt idx="207">
                  <c:v>83.39</c:v>
                </c:pt>
                <c:pt idx="208">
                  <c:v>81.04</c:v>
                </c:pt>
                <c:pt idx="209">
                  <c:v>81.14</c:v>
                </c:pt>
                <c:pt idx="210">
                  <c:v>80.22</c:v>
                </c:pt>
                <c:pt idx="211">
                  <c:v>79.23</c:v>
                </c:pt>
                <c:pt idx="212">
                  <c:v>80.34</c:v>
                </c:pt>
                <c:pt idx="213">
                  <c:v>83.29</c:v>
                </c:pt>
                <c:pt idx="214">
                  <c:v>87.66</c:v>
                </c:pt>
                <c:pt idx="215">
                  <c:v>89.53</c:v>
                </c:pt>
                <c:pt idx="216">
                  <c:v>91.56</c:v>
                </c:pt>
                <c:pt idx="219">
                  <c:v>92.29</c:v>
                </c:pt>
                <c:pt idx="220">
                  <c:v>97.04</c:v>
                </c:pt>
                <c:pt idx="221">
                  <c:v>98.28</c:v>
                </c:pt>
                <c:pt idx="222">
                  <c:v>98.07</c:v>
                </c:pt>
                <c:pt idx="223">
                  <c:v>98.11</c:v>
                </c:pt>
                <c:pt idx="224">
                  <c:v>97.44</c:v>
                </c:pt>
                <c:pt idx="225">
                  <c:v>97.02</c:v>
                </c:pt>
                <c:pt idx="226">
                  <c:v>97.12</c:v>
                </c:pt>
                <c:pt idx="227">
                  <c:v>95.96</c:v>
                </c:pt>
                <c:pt idx="228">
                  <c:v>90.75</c:v>
                </c:pt>
                <c:pt idx="229">
                  <c:v>91.16</c:v>
                </c:pt>
                <c:pt idx="230">
                  <c:v>90.71</c:v>
                </c:pt>
                <c:pt idx="231">
                  <c:v>89.27</c:v>
                </c:pt>
                <c:pt idx="232">
                  <c:v>89.89</c:v>
                </c:pt>
                <c:pt idx="233">
                  <c:v>94.85</c:v>
                </c:pt>
                <c:pt idx="234">
                  <c:v>92.92</c:v>
                </c:pt>
                <c:pt idx="235">
                  <c:v>95.16</c:v>
                </c:pt>
                <c:pt idx="236">
                  <c:v>94.15</c:v>
                </c:pt>
                <c:pt idx="237">
                  <c:v>94.21</c:v>
                </c:pt>
                <c:pt idx="238">
                  <c:v>90.82</c:v>
                </c:pt>
                <c:pt idx="239">
                  <c:v>91.36</c:v>
                </c:pt>
                <c:pt idx="240">
                  <c:v>88.51</c:v>
                </c:pt>
                <c:pt idx="241">
                  <c:v>91.49</c:v>
                </c:pt>
                <c:pt idx="242">
                  <c:v>90.02</c:v>
                </c:pt>
                <c:pt idx="243">
                  <c:v>90.92</c:v>
                </c:pt>
                <c:pt idx="244">
                  <c:v>90.47</c:v>
                </c:pt>
                <c:pt idx="245">
                  <c:v>86.93</c:v>
                </c:pt>
                <c:pt idx="246">
                  <c:v>89.43</c:v>
                </c:pt>
                <c:pt idx="247">
                  <c:v>89.57</c:v>
                </c:pt>
                <c:pt idx="248">
                  <c:v>92.41</c:v>
                </c:pt>
                <c:pt idx="249">
                  <c:v>89.29</c:v>
                </c:pt>
                <c:pt idx="250">
                  <c:v>88.71</c:v>
                </c:pt>
                <c:pt idx="251">
                  <c:v>88.38</c:v>
                </c:pt>
                <c:pt idx="252">
                  <c:v>87.49</c:v>
                </c:pt>
                <c:pt idx="253">
                  <c:v>88.1</c:v>
                </c:pt>
                <c:pt idx="254">
                  <c:v>86.26</c:v>
                </c:pt>
                <c:pt idx="255">
                  <c:v>86.53</c:v>
                </c:pt>
                <c:pt idx="256">
                  <c:v>83.17</c:v>
                </c:pt>
                <c:pt idx="257">
                  <c:v>82.36</c:v>
                </c:pt>
                <c:pt idx="258">
                  <c:v>81.97</c:v>
                </c:pt>
                <c:pt idx="259">
                  <c:v>80.42</c:v>
                </c:pt>
                <c:pt idx="260">
                  <c:v>79.1</c:v>
                </c:pt>
                <c:pt idx="261">
                  <c:v>82.41</c:v>
                </c:pt>
                <c:pt idx="262">
                  <c:v>82.41</c:v>
                </c:pt>
                <c:pt idx="263">
                  <c:v>77.44</c:v>
                </c:pt>
                <c:pt idx="264">
                  <c:v>78.17</c:v>
                </c:pt>
                <c:pt idx="265">
                  <c:v>77.22</c:v>
                </c:pt>
                <c:pt idx="266">
                  <c:v>78.8</c:v>
                </c:pt>
                <c:pt idx="267">
                  <c:v>81.02</c:v>
                </c:pt>
                <c:pt idx="268">
                  <c:v>83.97</c:v>
                </c:pt>
                <c:pt idx="269">
                  <c:v>84.62</c:v>
                </c:pt>
                <c:pt idx="270">
                  <c:v>82.23</c:v>
                </c:pt>
                <c:pt idx="271">
                  <c:v>82.17</c:v>
                </c:pt>
                <c:pt idx="272">
                  <c:v>83.38</c:v>
                </c:pt>
                <c:pt idx="273">
                  <c:v>84.22</c:v>
                </c:pt>
                <c:pt idx="274">
                  <c:v>82.81</c:v>
                </c:pt>
                <c:pt idx="275">
                  <c:v>83.17</c:v>
                </c:pt>
                <c:pt idx="276">
                  <c:v>81.85</c:v>
                </c:pt>
                <c:pt idx="277">
                  <c:v>79.29</c:v>
                </c:pt>
                <c:pt idx="278">
                  <c:v>80.62</c:v>
                </c:pt>
                <c:pt idx="279">
                  <c:v>84.11</c:v>
                </c:pt>
                <c:pt idx="280">
                  <c:v>85.82</c:v>
                </c:pt>
                <c:pt idx="281">
                  <c:v>85.02</c:v>
                </c:pt>
                <c:pt idx="282">
                  <c:v>85.18</c:v>
                </c:pt>
                <c:pt idx="283">
                  <c:v>84.63</c:v>
                </c:pt>
                <c:pt idx="284">
                  <c:v>84.17</c:v>
                </c:pt>
                <c:pt idx="285">
                  <c:v>85.82</c:v>
                </c:pt>
                <c:pt idx="286">
                  <c:v>83.92</c:v>
                </c:pt>
                <c:pt idx="287">
                  <c:v>83.92</c:v>
                </c:pt>
                <c:pt idx="288">
                  <c:v>84.36</c:v>
                </c:pt>
                <c:pt idx="289">
                  <c:v>83.67</c:v>
                </c:pt>
                <c:pt idx="290">
                  <c:v>80.3</c:v>
                </c:pt>
                <c:pt idx="291">
                  <c:v>77.99</c:v>
                </c:pt>
                <c:pt idx="292">
                  <c:v>76.67</c:v>
                </c:pt>
                <c:pt idx="293">
                  <c:v>75.8</c:v>
                </c:pt>
                <c:pt idx="294">
                  <c:v>77.07</c:v>
                </c:pt>
                <c:pt idx="295">
                  <c:v>77.4</c:v>
                </c:pt>
                <c:pt idx="296">
                  <c:v>81.26</c:v>
                </c:pt>
                <c:pt idx="297">
                  <c:v>78.79</c:v>
                </c:pt>
                <c:pt idx="298">
                  <c:v>83.13</c:v>
                </c:pt>
                <c:pt idx="299">
                  <c:v>84.37</c:v>
                </c:pt>
                <c:pt idx="300">
                  <c:v>84.5</c:v>
                </c:pt>
                <c:pt idx="301">
                  <c:v>81.67</c:v>
                </c:pt>
                <c:pt idx="302">
                  <c:v>78.3</c:v>
                </c:pt>
                <c:pt idx="303">
                  <c:v>77.54</c:v>
                </c:pt>
                <c:pt idx="304">
                  <c:v>75.74</c:v>
                </c:pt>
                <c:pt idx="305">
                  <c:v>73.29</c:v>
                </c:pt>
                <c:pt idx="306">
                  <c:v>72.12</c:v>
                </c:pt>
                <c:pt idx="307">
                  <c:v>69.49</c:v>
                </c:pt>
                <c:pt idx="308">
                  <c:v>68.68</c:v>
                </c:pt>
                <c:pt idx="309">
                  <c:v>67.54</c:v>
                </c:pt>
                <c:pt idx="310">
                  <c:v>68.42</c:v>
                </c:pt>
                <c:pt idx="311">
                  <c:v>74.4</c:v>
                </c:pt>
                <c:pt idx="312">
                  <c:v>72.67</c:v>
                </c:pt>
                <c:pt idx="313">
                  <c:v>68.22</c:v>
                </c:pt>
                <c:pt idx="314">
                  <c:v>64.23</c:v>
                </c:pt>
                <c:pt idx="315">
                  <c:v>66.39</c:v>
                </c:pt>
                <c:pt idx="316">
                  <c:v>62.31</c:v>
                </c:pt>
                <c:pt idx="317">
                  <c:v>62.05</c:v>
                </c:pt>
                <c:pt idx="318">
                  <c:v>57.71</c:v>
                </c:pt>
                <c:pt idx="319">
                  <c:v>58.79</c:v>
                </c:pt>
                <c:pt idx="320">
                  <c:v>58.79</c:v>
                </c:pt>
                <c:pt idx="321">
                  <c:v>59.93</c:v>
                </c:pt>
                <c:pt idx="322">
                  <c:v>59.4</c:v>
                </c:pt>
                <c:pt idx="323">
                  <c:v>57.77</c:v>
                </c:pt>
                <c:pt idx="324">
                  <c:v>62.62</c:v>
                </c:pt>
                <c:pt idx="325">
                  <c:v>63.12</c:v>
                </c:pt>
                <c:pt idx="326">
                  <c:v>58.84</c:v>
                </c:pt>
                <c:pt idx="327">
                  <c:v>56.2</c:v>
                </c:pt>
                <c:pt idx="328">
                  <c:v>52.75</c:v>
                </c:pt>
                <c:pt idx="329">
                  <c:v>54.11</c:v>
                </c:pt>
                <c:pt idx="330">
                  <c:v>56.59</c:v>
                </c:pt>
                <c:pt idx="331">
                  <c:v>57.77</c:v>
                </c:pt>
                <c:pt idx="332">
                  <c:v>57.34</c:v>
                </c:pt>
                <c:pt idx="333">
                  <c:v>58.45</c:v>
                </c:pt>
                <c:pt idx="334">
                  <c:v>56.5</c:v>
                </c:pt>
                <c:pt idx="335">
                  <c:v>54.21</c:v>
                </c:pt>
                <c:pt idx="336">
                  <c:v>51.33</c:v>
                </c:pt>
                <c:pt idx="337">
                  <c:v>56.49</c:v>
                </c:pt>
                <c:pt idx="338">
                  <c:v>61.16</c:v>
                </c:pt>
                <c:pt idx="339">
                  <c:v>64.83</c:v>
                </c:pt>
                <c:pt idx="340">
                  <c:v>58.65</c:v>
                </c:pt>
                <c:pt idx="341">
                  <c:v>58.91</c:v>
                </c:pt>
                <c:pt idx="342">
                  <c:v>58.91</c:v>
                </c:pt>
                <c:pt idx="343">
                  <c:v>57.43</c:v>
                </c:pt>
                <c:pt idx="344">
                  <c:v>51.96</c:v>
                </c:pt>
                <c:pt idx="345">
                  <c:v>52.71</c:v>
                </c:pt>
                <c:pt idx="346">
                  <c:v>52.31</c:v>
                </c:pt>
                <c:pt idx="347">
                  <c:v>53.52</c:v>
                </c:pt>
                <c:pt idx="348">
                  <c:v>51.45</c:v>
                </c:pt>
                <c:pt idx="349">
                  <c:v>50.09</c:v>
                </c:pt>
                <c:pt idx="350">
                  <c:v>51.72</c:v>
                </c:pt>
                <c:pt idx="351">
                  <c:v>51.61</c:v>
                </c:pt>
                <c:pt idx="352">
                  <c:v>57.86</c:v>
                </c:pt>
                <c:pt idx="353">
                  <c:v>57.54</c:v>
                </c:pt>
                <c:pt idx="354">
                  <c:v>56.93</c:v>
                </c:pt>
                <c:pt idx="355">
                  <c:v>54.22</c:v>
                </c:pt>
                <c:pt idx="356">
                  <c:v>54.22</c:v>
                </c:pt>
                <c:pt idx="357">
                  <c:v>51.97</c:v>
                </c:pt>
                <c:pt idx="358">
                  <c:v>54.34</c:v>
                </c:pt>
                <c:pt idx="359">
                  <c:v>58.39</c:v>
                </c:pt>
                <c:pt idx="360">
                  <c:v>60.58</c:v>
                </c:pt>
                <c:pt idx="361">
                  <c:v>58.9</c:v>
                </c:pt>
                <c:pt idx="362">
                  <c:v>57.45</c:v>
                </c:pt>
                <c:pt idx="363">
                  <c:v>56.82</c:v>
                </c:pt>
                <c:pt idx="364">
                  <c:v>52.66</c:v>
                </c:pt>
                <c:pt idx="365">
                  <c:v>55.2</c:v>
                </c:pt>
                <c:pt idx="366">
                  <c:v>57.07</c:v>
                </c:pt>
                <c:pt idx="367">
                  <c:v>59.78</c:v>
                </c:pt>
                <c:pt idx="368">
                  <c:v>55.68</c:v>
                </c:pt>
                <c:pt idx="369">
                  <c:v>62.89</c:v>
                </c:pt>
                <c:pt idx="370">
                  <c:v>69.62</c:v>
                </c:pt>
                <c:pt idx="371">
                  <c:v>67.56</c:v>
                </c:pt>
                <c:pt idx="372">
                  <c:v>68.96</c:v>
                </c:pt>
                <c:pt idx="373">
                  <c:v>71.16</c:v>
                </c:pt>
                <c:pt idx="374">
                  <c:v>72.26</c:v>
                </c:pt>
                <c:pt idx="375">
                  <c:v>78.66</c:v>
                </c:pt>
                <c:pt idx="376">
                  <c:v>77.88</c:v>
                </c:pt>
                <c:pt idx="377">
                  <c:v>71.51</c:v>
                </c:pt>
                <c:pt idx="378">
                  <c:v>73.81</c:v>
                </c:pt>
                <c:pt idx="379">
                  <c:v>72.1</c:v>
                </c:pt>
                <c:pt idx="380">
                  <c:v>67.71</c:v>
                </c:pt>
                <c:pt idx="381">
                  <c:v>67.71</c:v>
                </c:pt>
                <c:pt idx="382">
                  <c:v>66.48</c:v>
                </c:pt>
                <c:pt idx="383">
                  <c:v>68.39</c:v>
                </c:pt>
                <c:pt idx="384">
                  <c:v>66.66</c:v>
                </c:pt>
                <c:pt idx="385">
                  <c:v>61.29</c:v>
                </c:pt>
                <c:pt idx="386">
                  <c:v>63.82</c:v>
                </c:pt>
                <c:pt idx="387">
                  <c:v>63.01</c:v>
                </c:pt>
                <c:pt idx="388">
                  <c:v>61.24</c:v>
                </c:pt>
                <c:pt idx="389">
                  <c:v>59.36</c:v>
                </c:pt>
                <c:pt idx="390">
                  <c:v>61.47</c:v>
                </c:pt>
                <c:pt idx="391">
                  <c:v>63.77</c:v>
                </c:pt>
                <c:pt idx="392">
                  <c:v>64.45</c:v>
                </c:pt>
                <c:pt idx="393">
                  <c:v>63.37</c:v>
                </c:pt>
                <c:pt idx="394">
                  <c:v>61.54</c:v>
                </c:pt>
                <c:pt idx="395">
                  <c:v>63.45</c:v>
                </c:pt>
                <c:pt idx="396">
                  <c:v>60.61</c:v>
                </c:pt>
                <c:pt idx="397">
                  <c:v>58.67</c:v>
                </c:pt>
                <c:pt idx="398">
                  <c:v>55.21</c:v>
                </c:pt>
                <c:pt idx="399">
                  <c:v>54.34</c:v>
                </c:pt>
                <c:pt idx="400">
                  <c:v>55.57</c:v>
                </c:pt>
                <c:pt idx="401">
                  <c:v>54.19</c:v>
                </c:pt>
                <c:pt idx="402">
                  <c:v>54.82</c:v>
                </c:pt>
                <c:pt idx="403">
                  <c:v>58.4</c:v>
                </c:pt>
                <c:pt idx="404">
                  <c:v>54.19</c:v>
                </c:pt>
                <c:pt idx="405">
                  <c:v>55.03</c:v>
                </c:pt>
                <c:pt idx="406">
                  <c:v>57.72</c:v>
                </c:pt>
                <c:pt idx="407">
                  <c:v>50.32</c:v>
                </c:pt>
                <c:pt idx="408">
                  <c:v>48.77</c:v>
                </c:pt>
                <c:pt idx="409">
                  <c:v>47.31</c:v>
                </c:pt>
                <c:pt idx="410">
                  <c:v>47.31</c:v>
                </c:pt>
                <c:pt idx="411">
                  <c:v>49.62</c:v>
                </c:pt>
                <c:pt idx="412">
                  <c:v>49.37</c:v>
                </c:pt>
                <c:pt idx="413">
                  <c:v>50.49</c:v>
                </c:pt>
                <c:pt idx="414">
                  <c:v>52.46</c:v>
                </c:pt>
                <c:pt idx="415">
                  <c:v>50.72</c:v>
                </c:pt>
                <c:pt idx="416">
                  <c:v>50.4</c:v>
                </c:pt>
                <c:pt idx="417">
                  <c:v>49.1</c:v>
                </c:pt>
                <c:pt idx="418">
                  <c:v>47.18</c:v>
                </c:pt>
                <c:pt idx="419">
                  <c:v>48.59</c:v>
                </c:pt>
                <c:pt idx="420">
                  <c:v>47.78</c:v>
                </c:pt>
                <c:pt idx="421">
                  <c:v>44.84</c:v>
                </c:pt>
                <c:pt idx="422">
                  <c:v>43.27</c:v>
                </c:pt>
                <c:pt idx="423">
                  <c:v>44.77</c:v>
                </c:pt>
                <c:pt idx="424">
                  <c:v>47.72</c:v>
                </c:pt>
                <c:pt idx="425">
                  <c:v>49.59</c:v>
                </c:pt>
                <c:pt idx="426">
                  <c:v>50.14</c:v>
                </c:pt>
                <c:pt idx="427">
                  <c:v>52.77</c:v>
                </c:pt>
                <c:pt idx="428">
                  <c:v>53.69</c:v>
                </c:pt>
                <c:pt idx="429">
                  <c:v>50.3</c:v>
                </c:pt>
                <c:pt idx="430">
                  <c:v>48</c:v>
                </c:pt>
                <c:pt idx="431">
                  <c:v>46.06</c:v>
                </c:pt>
                <c:pt idx="432">
                  <c:v>45.84</c:v>
                </c:pt>
                <c:pt idx="433">
                  <c:v>47.74</c:v>
                </c:pt>
                <c:pt idx="434">
                  <c:v>47.28</c:v>
                </c:pt>
                <c:pt idx="435">
                  <c:v>44.04</c:v>
                </c:pt>
                <c:pt idx="436">
                  <c:v>44.9</c:v>
                </c:pt>
                <c:pt idx="437">
                  <c:v>46.48</c:v>
                </c:pt>
                <c:pt idx="438">
                  <c:v>47.15</c:v>
                </c:pt>
                <c:pt idx="439">
                  <c:v>43.7</c:v>
                </c:pt>
                <c:pt idx="440">
                  <c:v>42.64</c:v>
                </c:pt>
                <c:pt idx="441">
                  <c:v>45.08</c:v>
                </c:pt>
                <c:pt idx="442">
                  <c:v>48.7</c:v>
                </c:pt>
                <c:pt idx="443">
                  <c:v>50.48</c:v>
                </c:pt>
                <c:pt idx="444">
                  <c:v>54.34</c:v>
                </c:pt>
                <c:pt idx="445">
                  <c:v>51.5</c:v>
                </c:pt>
                <c:pt idx="446">
                  <c:v>48.47</c:v>
                </c:pt>
                <c:pt idx="447">
                  <c:v>47.2</c:v>
                </c:pt>
                <c:pt idx="448">
                  <c:v>45.95</c:v>
                </c:pt>
                <c:pt idx="449">
                  <c:v>45.14</c:v>
                </c:pt>
                <c:pt idx="450">
                  <c:v>44.46</c:v>
                </c:pt>
                <c:pt idx="451">
                  <c:v>44.46</c:v>
                </c:pt>
                <c:pt idx="452">
                  <c:v>44.91</c:v>
                </c:pt>
                <c:pt idx="453">
                  <c:v>44.76</c:v>
                </c:pt>
                <c:pt idx="454">
                  <c:v>42.89</c:v>
                </c:pt>
                <c:pt idx="455">
                  <c:v>42.34</c:v>
                </c:pt>
                <c:pt idx="456">
                  <c:v>42.49</c:v>
                </c:pt>
                <c:pt idx="457">
                  <c:v>42.83</c:v>
                </c:pt>
                <c:pt idx="458">
                  <c:v>44.34</c:v>
                </c:pt>
                <c:pt idx="459">
                  <c:v>43.5</c:v>
                </c:pt>
                <c:pt idx="460">
                  <c:v>44.71</c:v>
                </c:pt>
                <c:pt idx="461">
                  <c:v>43.95</c:v>
                </c:pt>
                <c:pt idx="462">
                  <c:v>41.4</c:v>
                </c:pt>
                <c:pt idx="463">
                  <c:v>40.13</c:v>
                </c:pt>
                <c:pt idx="464">
                  <c:v>37.27</c:v>
                </c:pt>
                <c:pt idx="465">
                  <c:v>36.8</c:v>
                </c:pt>
                <c:pt idx="466">
                  <c:v>38.68</c:v>
                </c:pt>
                <c:pt idx="467">
                  <c:v>35.19</c:v>
                </c:pt>
                <c:pt idx="468">
                  <c:v>37.15</c:v>
                </c:pt>
                <c:pt idx="469">
                  <c:v>35.56</c:v>
                </c:pt>
                <c:pt idx="470">
                  <c:v>35.49</c:v>
                </c:pt>
                <c:pt idx="471">
                  <c:v>34.71</c:v>
                </c:pt>
                <c:pt idx="472">
                  <c:v>35.13</c:v>
                </c:pt>
                <c:pt idx="473">
                  <c:v>35.26</c:v>
                </c:pt>
                <c:pt idx="474">
                  <c:v>33.02</c:v>
                </c:pt>
                <c:pt idx="475">
                  <c:v>33.71</c:v>
                </c:pt>
                <c:pt idx="476">
                  <c:v>30.8</c:v>
                </c:pt>
                <c:pt idx="477">
                  <c:v>29.88</c:v>
                </c:pt>
                <c:pt idx="478">
                  <c:v>29.88</c:v>
                </c:pt>
                <c:pt idx="479">
                  <c:v>28.14</c:v>
                </c:pt>
                <c:pt idx="480">
                  <c:v>28.57</c:v>
                </c:pt>
                <c:pt idx="481">
                  <c:v>29.95</c:v>
                </c:pt>
                <c:pt idx="482">
                  <c:v>28.76</c:v>
                </c:pt>
                <c:pt idx="483">
                  <c:v>26.19</c:v>
                </c:pt>
                <c:pt idx="484">
                  <c:v>23.86</c:v>
                </c:pt>
                <c:pt idx="485">
                  <c:v>23.91</c:v>
                </c:pt>
                <c:pt idx="486">
                  <c:v>26.18</c:v>
                </c:pt>
                <c:pt idx="487">
                  <c:v>24.7</c:v>
                </c:pt>
                <c:pt idx="488">
                  <c:v>26.43</c:v>
                </c:pt>
                <c:pt idx="489">
                  <c:v>25.37</c:v>
                </c:pt>
                <c:pt idx="490">
                  <c:v>30.2</c:v>
                </c:pt>
                <c:pt idx="491">
                  <c:v>33.47</c:v>
                </c:pt>
                <c:pt idx="492">
                  <c:v>31.36</c:v>
                </c:pt>
                <c:pt idx="493">
                  <c:v>30.49</c:v>
                </c:pt>
                <c:pt idx="494">
                  <c:v>29.94</c:v>
                </c:pt>
                <c:pt idx="495">
                  <c:v>29.15</c:v>
                </c:pt>
                <c:pt idx="496">
                  <c:v>30.98</c:v>
                </c:pt>
                <c:pt idx="497">
                  <c:v>27.56</c:v>
                </c:pt>
                <c:pt idx="498">
                  <c:v>32.16</c:v>
                </c:pt>
                <c:pt idx="499">
                  <c:v>32.09</c:v>
                </c:pt>
                <c:pt idx="500">
                  <c:v>29.13</c:v>
                </c:pt>
                <c:pt idx="501">
                  <c:v>29.25</c:v>
                </c:pt>
                <c:pt idx="502">
                  <c:v>31.01</c:v>
                </c:pt>
                <c:pt idx="503">
                  <c:v>28.03</c:v>
                </c:pt>
                <c:pt idx="504">
                  <c:v>26.92</c:v>
                </c:pt>
                <c:pt idx="505">
                  <c:v>26.49</c:v>
                </c:pt>
                <c:pt idx="506">
                  <c:v>26.8</c:v>
                </c:pt>
                <c:pt idx="507">
                  <c:v>25.6</c:v>
                </c:pt>
                <c:pt idx="508">
                  <c:v>24.91</c:v>
                </c:pt>
                <c:pt idx="509">
                  <c:v>26.38</c:v>
                </c:pt>
                <c:pt idx="510">
                  <c:v>24.51</c:v>
                </c:pt>
                <c:pt idx="511">
                  <c:v>23.32</c:v>
                </c:pt>
                <c:pt idx="512">
                  <c:v>23.94</c:v>
                </c:pt>
                <c:pt idx="513">
                  <c:v>21.61</c:v>
                </c:pt>
                <c:pt idx="514">
                  <c:v>21.26</c:v>
                </c:pt>
                <c:pt idx="515">
                  <c:v>18.93</c:v>
                </c:pt>
                <c:pt idx="516">
                  <c:v>18.11</c:v>
                </c:pt>
                <c:pt idx="517">
                  <c:v>20.98</c:v>
                </c:pt>
                <c:pt idx="518">
                  <c:v>21.24</c:v>
                </c:pt>
                <c:pt idx="519">
                  <c:v>20.04</c:v>
                </c:pt>
                <c:pt idx="520">
                  <c:v>23.14</c:v>
                </c:pt>
                <c:pt idx="521">
                  <c:v>23.14</c:v>
                </c:pt>
                <c:pt idx="522">
                  <c:v>24.11</c:v>
                </c:pt>
                <c:pt idx="523">
                  <c:v>24.57</c:v>
                </c:pt>
                <c:pt idx="524">
                  <c:v>24.09</c:v>
                </c:pt>
                <c:pt idx="525">
                  <c:v>27.34</c:v>
                </c:pt>
                <c:pt idx="526">
                  <c:v>23.29</c:v>
                </c:pt>
                <c:pt idx="527">
                  <c:v>23.35</c:v>
                </c:pt>
                <c:pt idx="528">
                  <c:v>21.68</c:v>
                </c:pt>
                <c:pt idx="529">
                  <c:v>21.57</c:v>
                </c:pt>
                <c:pt idx="530">
                  <c:v>21.21</c:v>
                </c:pt>
                <c:pt idx="531">
                  <c:v>21.79</c:v>
                </c:pt>
                <c:pt idx="532">
                  <c:v>25.2</c:v>
                </c:pt>
                <c:pt idx="533">
                  <c:v>26.44</c:v>
                </c:pt>
                <c:pt idx="534">
                  <c:v>25.59</c:v>
                </c:pt>
                <c:pt idx="535">
                  <c:v>25.16</c:v>
                </c:pt>
                <c:pt idx="536">
                  <c:v>26.54</c:v>
                </c:pt>
                <c:pt idx="537">
                  <c:v>25.5</c:v>
                </c:pt>
                <c:pt idx="538">
                  <c:v>21.67</c:v>
                </c:pt>
                <c:pt idx="539">
                  <c:v>22.32</c:v>
                </c:pt>
                <c:pt idx="540">
                  <c:v>25.48</c:v>
                </c:pt>
                <c:pt idx="541">
                  <c:v>25.78</c:v>
                </c:pt>
                <c:pt idx="542">
                  <c:v>26.25</c:v>
                </c:pt>
                <c:pt idx="543">
                  <c:v>31.94</c:v>
                </c:pt>
                <c:pt idx="544">
                  <c:v>31.77</c:v>
                </c:pt>
                <c:pt idx="545">
                  <c:v>34.37</c:v>
                </c:pt>
                <c:pt idx="547">
                  <c:v>32.11</c:v>
                </c:pt>
                <c:pt idx="548">
                  <c:v>31.4</c:v>
                </c:pt>
                <c:pt idx="549">
                  <c:v>29.05</c:v>
                </c:pt>
                <c:pt idx="550">
                  <c:v>29.5</c:v>
                </c:pt>
                <c:pt idx="551">
                  <c:v>30.19</c:v>
                </c:pt>
                <c:pt idx="552">
                  <c:v>29.61</c:v>
                </c:pt>
                <c:pt idx="553">
                  <c:v>31.06</c:v>
                </c:pt>
                <c:pt idx="554">
                  <c:v>30.28</c:v>
                </c:pt>
                <c:pt idx="555">
                  <c:v>30.27</c:v>
                </c:pt>
                <c:pt idx="556">
                  <c:v>28.6</c:v>
                </c:pt>
                <c:pt idx="557">
                  <c:v>28.67</c:v>
                </c:pt>
                <c:pt idx="558">
                  <c:v>25.91</c:v>
                </c:pt>
                <c:pt idx="559">
                  <c:v>26.41</c:v>
                </c:pt>
                <c:pt idx="560">
                  <c:v>27.16</c:v>
                </c:pt>
                <c:pt idx="561">
                  <c:v>26.48</c:v>
                </c:pt>
                <c:pt idx="562">
                  <c:v>26.82</c:v>
                </c:pt>
                <c:pt idx="563">
                  <c:v>25.9</c:v>
                </c:pt>
                <c:pt idx="564">
                  <c:v>29.02</c:v>
                </c:pt>
                <c:pt idx="565">
                  <c:v>29.39</c:v>
                </c:pt>
                <c:pt idx="566">
                  <c:v>29.38</c:v>
                </c:pt>
                <c:pt idx="567">
                  <c:v>29.8</c:v>
                </c:pt>
                <c:pt idx="568">
                  <c:v>27.68</c:v>
                </c:pt>
                <c:pt idx="569">
                  <c:v>26.09</c:v>
                </c:pt>
                <c:pt idx="570">
                  <c:v>25.56</c:v>
                </c:pt>
                <c:pt idx="571">
                  <c:v>25.56</c:v>
                </c:pt>
                <c:pt idx="572">
                  <c:v>24.72</c:v>
                </c:pt>
                <c:pt idx="573">
                  <c:v>24.95</c:v>
                </c:pt>
                <c:pt idx="574">
                  <c:v>25.18</c:v>
                </c:pt>
                <c:pt idx="575">
                  <c:v>26.17</c:v>
                </c:pt>
                <c:pt idx="576">
                  <c:v>27.93</c:v>
                </c:pt>
                <c:pt idx="577">
                  <c:v>25.58</c:v>
                </c:pt>
                <c:pt idx="578">
                  <c:v>24.67</c:v>
                </c:pt>
                <c:pt idx="579">
                  <c:v>24.67</c:v>
                </c:pt>
                <c:pt idx="580">
                  <c:v>22.01</c:v>
                </c:pt>
                <c:pt idx="581">
                  <c:v>22.4</c:v>
                </c:pt>
                <c:pt idx="582">
                  <c:v>21.21</c:v>
                </c:pt>
                <c:pt idx="583">
                  <c:v>24.24</c:v>
                </c:pt>
                <c:pt idx="584">
                  <c:v>22.32</c:v>
                </c:pt>
                <c:pt idx="585">
                  <c:v>20.68</c:v>
                </c:pt>
                <c:pt idx="586">
                  <c:v>15.02</c:v>
                </c:pt>
                <c:pt idx="587">
                  <c:v>11.76</c:v>
                </c:pt>
                <c:pt idx="588">
                  <c:v>8.91000000000002</c:v>
                </c:pt>
                <c:pt idx="589">
                  <c:v>12.03</c:v>
                </c:pt>
                <c:pt idx="590">
                  <c:v>13.06</c:v>
                </c:pt>
                <c:pt idx="591">
                  <c:v>13.05</c:v>
                </c:pt>
                <c:pt idx="592">
                  <c:v>11.56</c:v>
                </c:pt>
                <c:pt idx="593">
                  <c:v>13.6</c:v>
                </c:pt>
                <c:pt idx="594">
                  <c:v>15.38</c:v>
                </c:pt>
                <c:pt idx="595">
                  <c:v>15.22</c:v>
                </c:pt>
                <c:pt idx="596">
                  <c:v>16.49</c:v>
                </c:pt>
                <c:pt idx="597">
                  <c:v>17.23</c:v>
                </c:pt>
                <c:pt idx="598">
                  <c:v>12.95</c:v>
                </c:pt>
                <c:pt idx="599">
                  <c:v>12.57</c:v>
                </c:pt>
                <c:pt idx="600">
                  <c:v>14.56</c:v>
                </c:pt>
                <c:pt idx="601">
                  <c:v>17.99</c:v>
                </c:pt>
                <c:pt idx="602">
                  <c:v>17.88</c:v>
                </c:pt>
                <c:pt idx="603">
                  <c:v>19.99</c:v>
                </c:pt>
                <c:pt idx="604">
                  <c:v>18.54</c:v>
                </c:pt>
                <c:pt idx="605">
                  <c:v>18.05</c:v>
                </c:pt>
                <c:pt idx="606">
                  <c:v>13.87</c:v>
                </c:pt>
                <c:pt idx="607">
                  <c:v>16.59</c:v>
                </c:pt>
                <c:pt idx="608">
                  <c:v>17.83</c:v>
                </c:pt>
                <c:pt idx="609">
                  <c:v>15.77</c:v>
                </c:pt>
                <c:pt idx="610">
                  <c:v>14.75</c:v>
                </c:pt>
                <c:pt idx="611">
                  <c:v>14.95</c:v>
                </c:pt>
                <c:pt idx="612">
                  <c:v>18.82</c:v>
                </c:pt>
                <c:pt idx="613">
                  <c:v>15.49</c:v>
                </c:pt>
                <c:pt idx="614">
                  <c:v>16.71</c:v>
                </c:pt>
                <c:pt idx="615">
                  <c:v>19.86</c:v>
                </c:pt>
                <c:pt idx="616">
                  <c:v>18.06</c:v>
                </c:pt>
                <c:pt idx="617">
                  <c:v>18.61</c:v>
                </c:pt>
                <c:pt idx="618">
                  <c:v>16.96</c:v>
                </c:pt>
                <c:pt idx="620">
                  <c:v>16.02</c:v>
                </c:pt>
                <c:pt idx="621">
                  <c:v>15.02</c:v>
                </c:pt>
                <c:pt idx="622">
                  <c:v>13.98</c:v>
                </c:pt>
                <c:pt idx="623">
                  <c:v>15.23</c:v>
                </c:pt>
                <c:pt idx="624">
                  <c:v>14.7</c:v>
                </c:pt>
                <c:pt idx="625">
                  <c:v>13.56</c:v>
                </c:pt>
                <c:pt idx="626">
                  <c:v>16.23</c:v>
                </c:pt>
                <c:pt idx="627">
                  <c:v>17.59</c:v>
                </c:pt>
                <c:pt idx="628">
                  <c:v>18.96</c:v>
                </c:pt>
                <c:pt idx="629">
                  <c:v>17.68</c:v>
                </c:pt>
                <c:pt idx="630">
                  <c:v>17.64</c:v>
                </c:pt>
                <c:pt idx="631">
                  <c:v>16.77</c:v>
                </c:pt>
                <c:pt idx="632">
                  <c:v>17.45</c:v>
                </c:pt>
                <c:pt idx="633">
                  <c:v>16.73</c:v>
                </c:pt>
                <c:pt idx="634">
                  <c:v>15.39</c:v>
                </c:pt>
                <c:pt idx="635">
                  <c:v>16.48</c:v>
                </c:pt>
                <c:pt idx="636">
                  <c:v>16.95</c:v>
                </c:pt>
                <c:pt idx="637">
                  <c:v>15.16</c:v>
                </c:pt>
                <c:pt idx="638">
                  <c:v>14.59</c:v>
                </c:pt>
                <c:pt idx="639">
                  <c:v>14.59</c:v>
                </c:pt>
                <c:pt idx="640">
                  <c:v>15.12</c:v>
                </c:pt>
                <c:pt idx="641">
                  <c:v>14.51</c:v>
                </c:pt>
                <c:pt idx="642">
                  <c:v>16.91</c:v>
                </c:pt>
                <c:pt idx="643">
                  <c:v>16.15</c:v>
                </c:pt>
                <c:pt idx="644">
                  <c:v>15.89</c:v>
                </c:pt>
                <c:pt idx="645">
                  <c:v>14.82</c:v>
                </c:pt>
                <c:pt idx="646">
                  <c:v>17.53</c:v>
                </c:pt>
                <c:pt idx="647">
                  <c:v>19.66</c:v>
                </c:pt>
                <c:pt idx="648">
                  <c:v>19.33</c:v>
                </c:pt>
                <c:pt idx="649">
                  <c:v>16.96</c:v>
                </c:pt>
                <c:pt idx="650">
                  <c:v>17.82</c:v>
                </c:pt>
                <c:pt idx="651">
                  <c:v>16.63</c:v>
                </c:pt>
                <c:pt idx="652">
                  <c:v>16.89</c:v>
                </c:pt>
                <c:pt idx="653">
                  <c:v>16.77</c:v>
                </c:pt>
                <c:pt idx="654">
                  <c:v>16.68</c:v>
                </c:pt>
                <c:pt idx="655">
                  <c:v>16.22</c:v>
                </c:pt>
                <c:pt idx="656">
                  <c:v>15.94</c:v>
                </c:pt>
                <c:pt idx="657">
                  <c:v>15.99</c:v>
                </c:pt>
                <c:pt idx="658">
                  <c:v>15.38</c:v>
                </c:pt>
                <c:pt idx="659">
                  <c:v>15.36</c:v>
                </c:pt>
                <c:pt idx="660">
                  <c:v>14.11</c:v>
                </c:pt>
                <c:pt idx="661">
                  <c:v>13.91</c:v>
                </c:pt>
                <c:pt idx="662">
                  <c:v>11.35</c:v>
                </c:pt>
                <c:pt idx="663">
                  <c:v>11.09</c:v>
                </c:pt>
                <c:pt idx="664">
                  <c:v>16.5</c:v>
                </c:pt>
                <c:pt idx="665">
                  <c:v>15.41</c:v>
                </c:pt>
                <c:pt idx="666">
                  <c:v>17.33</c:v>
                </c:pt>
                <c:pt idx="667">
                  <c:v>17</c:v>
                </c:pt>
                <c:pt idx="668">
                  <c:v>14.47</c:v>
                </c:pt>
                <c:pt idx="669">
                  <c:v>16.63</c:v>
                </c:pt>
                <c:pt idx="670">
                  <c:v>16.68</c:v>
                </c:pt>
                <c:pt idx="671">
                  <c:v>18.25</c:v>
                </c:pt>
                <c:pt idx="672">
                  <c:v>18.11</c:v>
                </c:pt>
                <c:pt idx="673">
                  <c:v>15.03</c:v>
                </c:pt>
                <c:pt idx="674">
                  <c:v>17.45</c:v>
                </c:pt>
                <c:pt idx="675">
                  <c:v>14.89</c:v>
                </c:pt>
                <c:pt idx="676">
                  <c:v>15.34</c:v>
                </c:pt>
                <c:pt idx="677">
                  <c:v>14.59</c:v>
                </c:pt>
                <c:pt idx="678">
                  <c:v>16.3</c:v>
                </c:pt>
                <c:pt idx="679">
                  <c:v>15.43</c:v>
                </c:pt>
                <c:pt idx="680">
                  <c:v>18.73</c:v>
                </c:pt>
                <c:pt idx="681">
                  <c:v>18.95</c:v>
                </c:pt>
                <c:pt idx="682">
                  <c:v>17.37</c:v>
                </c:pt>
                <c:pt idx="683">
                  <c:v>17.37</c:v>
                </c:pt>
                <c:pt idx="684">
                  <c:v>18.93</c:v>
                </c:pt>
                <c:pt idx="685">
                  <c:v>20.72</c:v>
                </c:pt>
                <c:pt idx="686">
                  <c:v>21.32</c:v>
                </c:pt>
                <c:pt idx="687">
                  <c:v>19.28</c:v>
                </c:pt>
                <c:pt idx="688">
                  <c:v>21.43</c:v>
                </c:pt>
                <c:pt idx="689">
                  <c:v>23.23</c:v>
                </c:pt>
                <c:pt idx="690">
                  <c:v>23.69</c:v>
                </c:pt>
                <c:pt idx="691">
                  <c:v>18.85</c:v>
                </c:pt>
                <c:pt idx="692">
                  <c:v>20.47</c:v>
                </c:pt>
                <c:pt idx="693">
                  <c:v>18.45</c:v>
                </c:pt>
                <c:pt idx="694">
                  <c:v>19.53</c:v>
                </c:pt>
                <c:pt idx="695">
                  <c:v>17.14</c:v>
                </c:pt>
                <c:pt idx="696">
                  <c:v>17.93</c:v>
                </c:pt>
                <c:pt idx="697">
                  <c:v>19.66</c:v>
                </c:pt>
                <c:pt idx="698">
                  <c:v>19.96</c:v>
                </c:pt>
                <c:pt idx="699">
                  <c:v>22.83</c:v>
                </c:pt>
                <c:pt idx="700">
                  <c:v>21.83</c:v>
                </c:pt>
                <c:pt idx="701">
                  <c:v>21.31</c:v>
                </c:pt>
                <c:pt idx="702">
                  <c:v>20.37</c:v>
                </c:pt>
                <c:pt idx="703">
                  <c:v>19.51</c:v>
                </c:pt>
                <c:pt idx="704">
                  <c:v>19.61</c:v>
                </c:pt>
                <c:pt idx="705">
                  <c:v>17.43</c:v>
                </c:pt>
                <c:pt idx="706">
                  <c:v>16.08</c:v>
                </c:pt>
                <c:pt idx="707">
                  <c:v>16.62</c:v>
                </c:pt>
                <c:pt idx="708">
                  <c:v>16.43</c:v>
                </c:pt>
                <c:pt idx="709">
                  <c:v>16.43</c:v>
                </c:pt>
                <c:pt idx="710">
                  <c:v>14.88</c:v>
                </c:pt>
                <c:pt idx="711">
                  <c:v>14.52</c:v>
                </c:pt>
                <c:pt idx="712">
                  <c:v>14.47</c:v>
                </c:pt>
                <c:pt idx="713">
                  <c:v>18.97</c:v>
                </c:pt>
                <c:pt idx="714">
                  <c:v>24.02</c:v>
                </c:pt>
                <c:pt idx="715">
                  <c:v>25.46</c:v>
                </c:pt>
                <c:pt idx="716">
                  <c:v>27.99</c:v>
                </c:pt>
                <c:pt idx="717">
                  <c:v>22.77</c:v>
                </c:pt>
                <c:pt idx="718">
                  <c:v>22.31</c:v>
                </c:pt>
                <c:pt idx="719">
                  <c:v>21.75</c:v>
                </c:pt>
                <c:pt idx="720">
                  <c:v>20.7</c:v>
                </c:pt>
                <c:pt idx="721">
                  <c:v>24.06</c:v>
                </c:pt>
                <c:pt idx="722">
                  <c:v>25.84</c:v>
                </c:pt>
                <c:pt idx="723">
                  <c:v>23.71</c:v>
                </c:pt>
                <c:pt idx="724">
                  <c:v>21.55</c:v>
                </c:pt>
                <c:pt idx="725">
                  <c:v>20.08</c:v>
                </c:pt>
                <c:pt idx="726">
                  <c:v>28.69</c:v>
                </c:pt>
                <c:pt idx="727">
                  <c:v>24.14</c:v>
                </c:pt>
                <c:pt idx="728">
                  <c:v>30.74</c:v>
                </c:pt>
                <c:pt idx="729">
                  <c:v>28.48</c:v>
                </c:pt>
                <c:pt idx="730">
                  <c:v>25.1</c:v>
                </c:pt>
                <c:pt idx="731">
                  <c:v>27.65</c:v>
                </c:pt>
                <c:pt idx="732">
                  <c:v>27.28</c:v>
                </c:pt>
                <c:pt idx="733">
                  <c:v>25.32</c:v>
                </c:pt>
                <c:pt idx="734">
                  <c:v>23.93</c:v>
                </c:pt>
                <c:pt idx="735">
                  <c:v>21.77</c:v>
                </c:pt>
                <c:pt idx="736">
                  <c:v>19.25</c:v>
                </c:pt>
                <c:pt idx="737">
                  <c:v>19.25</c:v>
                </c:pt>
                <c:pt idx="738">
                  <c:v>17.19</c:v>
                </c:pt>
                <c:pt idx="739">
                  <c:v>14.94</c:v>
                </c:pt>
                <c:pt idx="740">
                  <c:v>15.41</c:v>
                </c:pt>
                <c:pt idx="741">
                  <c:v>22.99</c:v>
                </c:pt>
                <c:pt idx="742">
                  <c:v>26.53</c:v>
                </c:pt>
                <c:pt idx="743">
                  <c:v>26.74</c:v>
                </c:pt>
                <c:pt idx="744">
                  <c:v>25.85</c:v>
                </c:pt>
                <c:pt idx="745">
                  <c:v>25.31</c:v>
                </c:pt>
                <c:pt idx="746">
                  <c:v>21.84</c:v>
                </c:pt>
                <c:pt idx="747">
                  <c:v>27.18</c:v>
                </c:pt>
                <c:pt idx="748">
                  <c:v>22.9</c:v>
                </c:pt>
                <c:pt idx="749">
                  <c:v>22.25</c:v>
                </c:pt>
                <c:pt idx="750">
                  <c:v>24.52</c:v>
                </c:pt>
                <c:pt idx="751">
                  <c:v>23.65</c:v>
                </c:pt>
                <c:pt idx="752">
                  <c:v>21.7</c:v>
                </c:pt>
                <c:pt idx="753">
                  <c:v>21.91</c:v>
                </c:pt>
                <c:pt idx="754">
                  <c:v>20.43</c:v>
                </c:pt>
                <c:pt idx="755">
                  <c:v>20.78</c:v>
                </c:pt>
                <c:pt idx="756">
                  <c:v>14.45</c:v>
                </c:pt>
                <c:pt idx="757">
                  <c:v>15.97</c:v>
                </c:pt>
                <c:pt idx="758">
                  <c:v>13.07</c:v>
                </c:pt>
                <c:pt idx="759">
                  <c:v>13.38</c:v>
                </c:pt>
                <c:pt idx="760">
                  <c:v>10.64</c:v>
                </c:pt>
                <c:pt idx="761">
                  <c:v>11.8</c:v>
                </c:pt>
                <c:pt idx="762">
                  <c:v>10.45</c:v>
                </c:pt>
                <c:pt idx="763">
                  <c:v>11.16</c:v>
                </c:pt>
                <c:pt idx="764">
                  <c:v>6.11000000000002</c:v>
                </c:pt>
                <c:pt idx="765">
                  <c:v>3.16999999999998</c:v>
                </c:pt>
                <c:pt idx="766">
                  <c:v>0.100000000000011</c:v>
                </c:pt>
                <c:pt idx="767">
                  <c:v>2.6</c:v>
                </c:pt>
                <c:pt idx="768">
                  <c:v>6.95000000000001</c:v>
                </c:pt>
                <c:pt idx="769">
                  <c:v>5.71000000000002</c:v>
                </c:pt>
                <c:pt idx="770">
                  <c:v>4.64</c:v>
                </c:pt>
                <c:pt idx="771">
                  <c:v>1.36000000000001</c:v>
                </c:pt>
                <c:pt idx="772">
                  <c:v>-0.580000000000003</c:v>
                </c:pt>
                <c:pt idx="773">
                  <c:v>1.05000000000002</c:v>
                </c:pt>
                <c:pt idx="774">
                  <c:v>0.0900000000000123</c:v>
                </c:pt>
                <c:pt idx="775">
                  <c:v>-4.63</c:v>
                </c:pt>
                <c:pt idx="776">
                  <c:v>-3.18000000000001</c:v>
                </c:pt>
                <c:pt idx="777">
                  <c:v>-3.4</c:v>
                </c:pt>
                <c:pt idx="778">
                  <c:v>-0.750000000000006</c:v>
                </c:pt>
                <c:pt idx="780">
                  <c:v>0.0700000000000145</c:v>
                </c:pt>
                <c:pt idx="781">
                  <c:v>2.51000000000001</c:v>
                </c:pt>
                <c:pt idx="782">
                  <c:v>3.71999999999999</c:v>
                </c:pt>
                <c:pt idx="783">
                  <c:v>1.61</c:v>
                </c:pt>
                <c:pt idx="784">
                  <c:v>4.38000000000001</c:v>
                </c:pt>
                <c:pt idx="785">
                  <c:v>6.20000000000001</c:v>
                </c:pt>
                <c:pt idx="786">
                  <c:v>5.81999999999998</c:v>
                </c:pt>
                <c:pt idx="787">
                  <c:v>5.82</c:v>
                </c:pt>
                <c:pt idx="788">
                  <c:v>9.92</c:v>
                </c:pt>
                <c:pt idx="789">
                  <c:v>8.12999999999999</c:v>
                </c:pt>
                <c:pt idx="790">
                  <c:v>8.23999999999998</c:v>
                </c:pt>
                <c:pt idx="791">
                  <c:v>3.90999999999999</c:v>
                </c:pt>
                <c:pt idx="792">
                  <c:v>4.29999999999999</c:v>
                </c:pt>
                <c:pt idx="793">
                  <c:v>3.82</c:v>
                </c:pt>
                <c:pt idx="794">
                  <c:v>3.99</c:v>
                </c:pt>
                <c:pt idx="795">
                  <c:v>2.31000000000001</c:v>
                </c:pt>
                <c:pt idx="796">
                  <c:v>5.30999999999999</c:v>
                </c:pt>
                <c:pt idx="797">
                  <c:v>3.53999999999999</c:v>
                </c:pt>
                <c:pt idx="798">
                  <c:v>4.33000000000001</c:v>
                </c:pt>
                <c:pt idx="799">
                  <c:v>5.15000000000001</c:v>
                </c:pt>
                <c:pt idx="800">
                  <c:v>9.17999999999999</c:v>
                </c:pt>
                <c:pt idx="801">
                  <c:v>11.44</c:v>
                </c:pt>
                <c:pt idx="802">
                  <c:v>15.18</c:v>
                </c:pt>
                <c:pt idx="803">
                  <c:v>13.03</c:v>
                </c:pt>
                <c:pt idx="804">
                  <c:v>10.35</c:v>
                </c:pt>
                <c:pt idx="805">
                  <c:v>10.89</c:v>
                </c:pt>
                <c:pt idx="806">
                  <c:v>12.27</c:v>
                </c:pt>
                <c:pt idx="807">
                  <c:v>13.22</c:v>
                </c:pt>
                <c:pt idx="808">
                  <c:v>13.84</c:v>
                </c:pt>
                <c:pt idx="809">
                  <c:v>13.84</c:v>
                </c:pt>
                <c:pt idx="810">
                  <c:v>15.4</c:v>
                </c:pt>
                <c:pt idx="811">
                  <c:v>16.27</c:v>
                </c:pt>
                <c:pt idx="812">
                  <c:v>15.99</c:v>
                </c:pt>
                <c:pt idx="813">
                  <c:v>17.52</c:v>
                </c:pt>
                <c:pt idx="814">
                  <c:v>18.94</c:v>
                </c:pt>
                <c:pt idx="815">
                  <c:v>16.44</c:v>
                </c:pt>
                <c:pt idx="816">
                  <c:v>19.38</c:v>
                </c:pt>
                <c:pt idx="817">
                  <c:v>19.76</c:v>
                </c:pt>
                <c:pt idx="818">
                  <c:v>16.12</c:v>
                </c:pt>
                <c:pt idx="819">
                  <c:v>19.28</c:v>
                </c:pt>
                <c:pt idx="820">
                  <c:v>19.13</c:v>
                </c:pt>
                <c:pt idx="821">
                  <c:v>17.73</c:v>
                </c:pt>
                <c:pt idx="822">
                  <c:v>16.15</c:v>
                </c:pt>
                <c:pt idx="823">
                  <c:v>15.48</c:v>
                </c:pt>
                <c:pt idx="824">
                  <c:v>19.6</c:v>
                </c:pt>
                <c:pt idx="825">
                  <c:v>23.09</c:v>
                </c:pt>
                <c:pt idx="826">
                  <c:v>21.94</c:v>
                </c:pt>
                <c:pt idx="827">
                  <c:v>24.45</c:v>
                </c:pt>
                <c:pt idx="828">
                  <c:v>27.22</c:v>
                </c:pt>
                <c:pt idx="829">
                  <c:v>27.22</c:v>
                </c:pt>
                <c:pt idx="830">
                  <c:v>26.39</c:v>
                </c:pt>
                <c:pt idx="831">
                  <c:v>25.15</c:v>
                </c:pt>
                <c:pt idx="832">
                  <c:v>21.32</c:v>
                </c:pt>
                <c:pt idx="833">
                  <c:v>22.32</c:v>
                </c:pt>
                <c:pt idx="834">
                  <c:v>21.34</c:v>
                </c:pt>
                <c:pt idx="835">
                  <c:v>19.61</c:v>
                </c:pt>
                <c:pt idx="836">
                  <c:v>17.14</c:v>
                </c:pt>
                <c:pt idx="837">
                  <c:v>16.5</c:v>
                </c:pt>
                <c:pt idx="838">
                  <c:v>13.39</c:v>
                </c:pt>
                <c:pt idx="839">
                  <c:v>13.31</c:v>
                </c:pt>
                <c:pt idx="840">
                  <c:v>15.35</c:v>
                </c:pt>
                <c:pt idx="841">
                  <c:v>14.55</c:v>
                </c:pt>
                <c:pt idx="843">
                  <c:v>17.39</c:v>
                </c:pt>
                <c:pt idx="844">
                  <c:v>21.61</c:v>
                </c:pt>
                <c:pt idx="845">
                  <c:v>17.42</c:v>
                </c:pt>
                <c:pt idx="846">
                  <c:v>20.44</c:v>
                </c:pt>
                <c:pt idx="847">
                  <c:v>22.37</c:v>
                </c:pt>
                <c:pt idx="848">
                  <c:v>20.76</c:v>
                </c:pt>
                <c:pt idx="849">
                  <c:v>20.37</c:v>
                </c:pt>
                <c:pt idx="850">
                  <c:v>18.38</c:v>
                </c:pt>
                <c:pt idx="851">
                  <c:v>19.49</c:v>
                </c:pt>
                <c:pt idx="852">
                  <c:v>23.58</c:v>
                </c:pt>
                <c:pt idx="853">
                  <c:v>21.72</c:v>
                </c:pt>
                <c:pt idx="854">
                  <c:v>24.46</c:v>
                </c:pt>
                <c:pt idx="855">
                  <c:v>25.31</c:v>
                </c:pt>
                <c:pt idx="856">
                  <c:v>28.89</c:v>
                </c:pt>
                <c:pt idx="857">
                  <c:v>30.3</c:v>
                </c:pt>
                <c:pt idx="858">
                  <c:v>28.83</c:v>
                </c:pt>
                <c:pt idx="859">
                  <c:v>27.49</c:v>
                </c:pt>
                <c:pt idx="860">
                  <c:v>27.34</c:v>
                </c:pt>
                <c:pt idx="861">
                  <c:v>27.34</c:v>
                </c:pt>
                <c:pt idx="862">
                  <c:v>26.24</c:v>
                </c:pt>
                <c:pt idx="863">
                  <c:v>29.5</c:v>
                </c:pt>
                <c:pt idx="864">
                  <c:v>31.62</c:v>
                </c:pt>
                <c:pt idx="865">
                  <c:v>34.32</c:v>
                </c:pt>
                <c:pt idx="866">
                  <c:v>34.32</c:v>
                </c:pt>
                <c:pt idx="867">
                  <c:v>30.42</c:v>
                </c:pt>
                <c:pt idx="868">
                  <c:v>25.73</c:v>
                </c:pt>
                <c:pt idx="869">
                  <c:v>27.35</c:v>
                </c:pt>
                <c:pt idx="870">
                  <c:v>27.47</c:v>
                </c:pt>
                <c:pt idx="871">
                  <c:v>29.5</c:v>
                </c:pt>
                <c:pt idx="872">
                  <c:v>26.96</c:v>
                </c:pt>
                <c:pt idx="873">
                  <c:v>24.62</c:v>
                </c:pt>
                <c:pt idx="874">
                  <c:v>25.39</c:v>
                </c:pt>
                <c:pt idx="875">
                  <c:v>24.92</c:v>
                </c:pt>
                <c:pt idx="876">
                  <c:v>23.91</c:v>
                </c:pt>
                <c:pt idx="877">
                  <c:v>23.02</c:v>
                </c:pt>
                <c:pt idx="878">
                  <c:v>25.92</c:v>
                </c:pt>
                <c:pt idx="879">
                  <c:v>25.92</c:v>
                </c:pt>
                <c:pt idx="880">
                  <c:v>24.47</c:v>
                </c:pt>
                <c:pt idx="881">
                  <c:v>24.33</c:v>
                </c:pt>
                <c:pt idx="882">
                  <c:v>21.58</c:v>
                </c:pt>
                <c:pt idx="883">
                  <c:v>20.23</c:v>
                </c:pt>
                <c:pt idx="884">
                  <c:v>17.11</c:v>
                </c:pt>
                <c:pt idx="885">
                  <c:v>18.79</c:v>
                </c:pt>
                <c:pt idx="886">
                  <c:v>16.14</c:v>
                </c:pt>
                <c:pt idx="887">
                  <c:v>16.73</c:v>
                </c:pt>
                <c:pt idx="888">
                  <c:v>18.94</c:v>
                </c:pt>
                <c:pt idx="889">
                  <c:v>17.66</c:v>
                </c:pt>
                <c:pt idx="890">
                  <c:v>18.68</c:v>
                </c:pt>
                <c:pt idx="891">
                  <c:v>20.65</c:v>
                </c:pt>
                <c:pt idx="892">
                  <c:v>18.56</c:v>
                </c:pt>
                <c:pt idx="893">
                  <c:v>18.05</c:v>
                </c:pt>
                <c:pt idx="894">
                  <c:v>17.17</c:v>
                </c:pt>
                <c:pt idx="895">
                  <c:v>18.25</c:v>
                </c:pt>
                <c:pt idx="896">
                  <c:v>19.41</c:v>
                </c:pt>
                <c:pt idx="897">
                  <c:v>17.68</c:v>
                </c:pt>
                <c:pt idx="898">
                  <c:v>16.45</c:v>
                </c:pt>
                <c:pt idx="899">
                  <c:v>16.45</c:v>
                </c:pt>
                <c:pt idx="900">
                  <c:v>15.44</c:v>
                </c:pt>
                <c:pt idx="901">
                  <c:v>14.23</c:v>
                </c:pt>
                <c:pt idx="902">
                  <c:v>12.57</c:v>
                </c:pt>
                <c:pt idx="903">
                  <c:v>11.95</c:v>
                </c:pt>
                <c:pt idx="904">
                  <c:v>12.38</c:v>
                </c:pt>
                <c:pt idx="905">
                  <c:v>12.69</c:v>
                </c:pt>
                <c:pt idx="906">
                  <c:v>16.44</c:v>
                </c:pt>
                <c:pt idx="907">
                  <c:v>20.08</c:v>
                </c:pt>
                <c:pt idx="908">
                  <c:v>22.91</c:v>
                </c:pt>
                <c:pt idx="909">
                  <c:v>25.41</c:v>
                </c:pt>
                <c:pt idx="910">
                  <c:v>29.63</c:v>
                </c:pt>
                <c:pt idx="911">
                  <c:v>36.53</c:v>
                </c:pt>
                <c:pt idx="912">
                  <c:v>31.16</c:v>
                </c:pt>
                <c:pt idx="913">
                  <c:v>23.99</c:v>
                </c:pt>
                <c:pt idx="914">
                  <c:v>17.18</c:v>
                </c:pt>
                <c:pt idx="915">
                  <c:v>27.11</c:v>
                </c:pt>
                <c:pt idx="916">
                  <c:v>35.37</c:v>
                </c:pt>
                <c:pt idx="917">
                  <c:v>32.09</c:v>
                </c:pt>
                <c:pt idx="918">
                  <c:v>47.51</c:v>
                </c:pt>
                <c:pt idx="919">
                  <c:v>37.21</c:v>
                </c:pt>
                <c:pt idx="920">
                  <c:v>58.28</c:v>
                </c:pt>
                <c:pt idx="921">
                  <c:v>63.73</c:v>
                </c:pt>
                <c:pt idx="922">
                  <c:v>67.49</c:v>
                </c:pt>
                <c:pt idx="923">
                  <c:v>51.39</c:v>
                </c:pt>
                <c:pt idx="924">
                  <c:v>46.97</c:v>
                </c:pt>
                <c:pt idx="925">
                  <c:v>45.87</c:v>
                </c:pt>
                <c:pt idx="926">
                  <c:v>52.96</c:v>
                </c:pt>
                <c:pt idx="927">
                  <c:v>54.96</c:v>
                </c:pt>
                <c:pt idx="928">
                  <c:v>43.19</c:v>
                </c:pt>
                <c:pt idx="929">
                  <c:v>49.32</c:v>
                </c:pt>
                <c:pt idx="930">
                  <c:v>41.3</c:v>
                </c:pt>
                <c:pt idx="931">
                  <c:v>37.24</c:v>
                </c:pt>
                <c:pt idx="932">
                  <c:v>37.38</c:v>
                </c:pt>
                <c:pt idx="933">
                  <c:v>37.38</c:v>
                </c:pt>
                <c:pt idx="934">
                  <c:v>42.14</c:v>
                </c:pt>
                <c:pt idx="935">
                  <c:v>44.74</c:v>
                </c:pt>
                <c:pt idx="936">
                  <c:v>51.79</c:v>
                </c:pt>
                <c:pt idx="937">
                  <c:v>50.91</c:v>
                </c:pt>
                <c:pt idx="938">
                  <c:v>50.91</c:v>
                </c:pt>
                <c:pt idx="939">
                  <c:v>52.58</c:v>
                </c:pt>
                <c:pt idx="940">
                  <c:v>53.86</c:v>
                </c:pt>
                <c:pt idx="941">
                  <c:v>42.64</c:v>
                </c:pt>
                <c:pt idx="942">
                  <c:v>40.5</c:v>
                </c:pt>
                <c:pt idx="943">
                  <c:v>44.23</c:v>
                </c:pt>
                <c:pt idx="944">
                  <c:v>39.4</c:v>
                </c:pt>
                <c:pt idx="945">
                  <c:v>36.45</c:v>
                </c:pt>
                <c:pt idx="946">
                  <c:v>40.89</c:v>
                </c:pt>
                <c:pt idx="947">
                  <c:v>37.54</c:v>
                </c:pt>
                <c:pt idx="948">
                  <c:v>38.11</c:v>
                </c:pt>
                <c:pt idx="949">
                  <c:v>45.16</c:v>
                </c:pt>
                <c:pt idx="950">
                  <c:v>38.24</c:v>
                </c:pt>
                <c:pt idx="951">
                  <c:v>42.52</c:v>
                </c:pt>
                <c:pt idx="952">
                  <c:v>45.24</c:v>
                </c:pt>
                <c:pt idx="953">
                  <c:v>41.51</c:v>
                </c:pt>
                <c:pt idx="954">
                  <c:v>45.27</c:v>
                </c:pt>
                <c:pt idx="955">
                  <c:v>48.72</c:v>
                </c:pt>
                <c:pt idx="956">
                  <c:v>52.11</c:v>
                </c:pt>
                <c:pt idx="957">
                  <c:v>50.95</c:v>
                </c:pt>
                <c:pt idx="958">
                  <c:v>52.79</c:v>
                </c:pt>
                <c:pt idx="959">
                  <c:v>53.01</c:v>
                </c:pt>
                <c:pt idx="960">
                  <c:v>50.6</c:v>
                </c:pt>
                <c:pt idx="961">
                  <c:v>49.48</c:v>
                </c:pt>
                <c:pt idx="962">
                  <c:v>46.87</c:v>
                </c:pt>
                <c:pt idx="963">
                  <c:v>49.85</c:v>
                </c:pt>
                <c:pt idx="964">
                  <c:v>55.5</c:v>
                </c:pt>
                <c:pt idx="965">
                  <c:v>52.95</c:v>
                </c:pt>
                <c:pt idx="966">
                  <c:v>51.8</c:v>
                </c:pt>
                <c:pt idx="967">
                  <c:v>51.55</c:v>
                </c:pt>
                <c:pt idx="968">
                  <c:v>48.7</c:v>
                </c:pt>
                <c:pt idx="969">
                  <c:v>48.7</c:v>
                </c:pt>
                <c:pt idx="970">
                  <c:v>52.28</c:v>
                </c:pt>
                <c:pt idx="971">
                  <c:v>50.32</c:v>
                </c:pt>
                <c:pt idx="972">
                  <c:v>53.87</c:v>
                </c:pt>
                <c:pt idx="973">
                  <c:v>49.23</c:v>
                </c:pt>
                <c:pt idx="974">
                  <c:v>50.43</c:v>
                </c:pt>
                <c:pt idx="975">
                  <c:v>52.09</c:v>
                </c:pt>
                <c:pt idx="976">
                  <c:v>54.52</c:v>
                </c:pt>
                <c:pt idx="977">
                  <c:v>62.37</c:v>
                </c:pt>
                <c:pt idx="978">
                  <c:v>68.97</c:v>
                </c:pt>
                <c:pt idx="979">
                  <c:v>66.17</c:v>
                </c:pt>
                <c:pt idx="980">
                  <c:v>61.63</c:v>
                </c:pt>
                <c:pt idx="981">
                  <c:v>54.41</c:v>
                </c:pt>
                <c:pt idx="982">
                  <c:v>47.25</c:v>
                </c:pt>
                <c:pt idx="983">
                  <c:v>49.93</c:v>
                </c:pt>
                <c:pt idx="984">
                  <c:v>52.87</c:v>
                </c:pt>
                <c:pt idx="985">
                  <c:v>53.73</c:v>
                </c:pt>
                <c:pt idx="986">
                  <c:v>53.66</c:v>
                </c:pt>
                <c:pt idx="987">
                  <c:v>51.52</c:v>
                </c:pt>
                <c:pt idx="988">
                  <c:v>50.18</c:v>
                </c:pt>
                <c:pt idx="989">
                  <c:v>51.64</c:v>
                </c:pt>
                <c:pt idx="990">
                  <c:v>53.03</c:v>
                </c:pt>
                <c:pt idx="991">
                  <c:v>50.23</c:v>
                </c:pt>
                <c:pt idx="992">
                  <c:v>50.14</c:v>
                </c:pt>
                <c:pt idx="993">
                  <c:v>47.68</c:v>
                </c:pt>
                <c:pt idx="994">
                  <c:v>46.73</c:v>
                </c:pt>
                <c:pt idx="995">
                  <c:v>50.6</c:v>
                </c:pt>
                <c:pt idx="996">
                  <c:v>50.62</c:v>
                </c:pt>
                <c:pt idx="997">
                  <c:v>51.7</c:v>
                </c:pt>
                <c:pt idx="998">
                  <c:v>51.7</c:v>
                </c:pt>
                <c:pt idx="999">
                  <c:v>51.86</c:v>
                </c:pt>
                <c:pt idx="1000">
                  <c:v>49.76</c:v>
                </c:pt>
                <c:pt idx="1001">
                  <c:v>48.95</c:v>
                </c:pt>
                <c:pt idx="1002">
                  <c:v>44.31</c:v>
                </c:pt>
                <c:pt idx="1003">
                  <c:v>48.07</c:v>
                </c:pt>
                <c:pt idx="1004">
                  <c:v>49.11</c:v>
                </c:pt>
                <c:pt idx="1005">
                  <c:v>45.68</c:v>
                </c:pt>
                <c:pt idx="1006">
                  <c:v>46.82</c:v>
                </c:pt>
                <c:pt idx="1007">
                  <c:v>47.59</c:v>
                </c:pt>
                <c:pt idx="1008">
                  <c:v>48.89</c:v>
                </c:pt>
                <c:pt idx="1009">
                  <c:v>44.58</c:v>
                </c:pt>
                <c:pt idx="1010">
                  <c:v>44.07</c:v>
                </c:pt>
                <c:pt idx="1011">
                  <c:v>43.17</c:v>
                </c:pt>
                <c:pt idx="1012">
                  <c:v>44.36</c:v>
                </c:pt>
                <c:pt idx="1013">
                  <c:v>44.77</c:v>
                </c:pt>
                <c:pt idx="1014">
                  <c:v>45.52</c:v>
                </c:pt>
                <c:pt idx="1015">
                  <c:v>44.8</c:v>
                </c:pt>
                <c:pt idx="1016">
                  <c:v>43.98</c:v>
                </c:pt>
                <c:pt idx="1017">
                  <c:v>43.58</c:v>
                </c:pt>
                <c:pt idx="1018">
                  <c:v>42.15</c:v>
                </c:pt>
                <c:pt idx="1019">
                  <c:v>44.99</c:v>
                </c:pt>
                <c:pt idx="1020">
                  <c:v>41.11</c:v>
                </c:pt>
                <c:pt idx="1021">
                  <c:v>43.96</c:v>
                </c:pt>
                <c:pt idx="1022">
                  <c:v>41.93</c:v>
                </c:pt>
                <c:pt idx="1023">
                  <c:v>43.13</c:v>
                </c:pt>
                <c:pt idx="1024">
                  <c:v>45</c:v>
                </c:pt>
                <c:pt idx="1025">
                  <c:v>48.72</c:v>
                </c:pt>
                <c:pt idx="1026">
                  <c:v>49.26</c:v>
                </c:pt>
                <c:pt idx="1027">
                  <c:v>53.42</c:v>
                </c:pt>
                <c:pt idx="1028">
                  <c:v>56.04</c:v>
                </c:pt>
                <c:pt idx="1029">
                  <c:v>51.43</c:v>
                </c:pt>
                <c:pt idx="1030">
                  <c:v>51.96</c:v>
                </c:pt>
                <c:pt idx="1031">
                  <c:v>53.75</c:v>
                </c:pt>
                <c:pt idx="1032">
                  <c:v>50.66</c:v>
                </c:pt>
                <c:pt idx="1033">
                  <c:v>46.93</c:v>
                </c:pt>
                <c:pt idx="1034">
                  <c:v>50.48</c:v>
                </c:pt>
                <c:pt idx="1035">
                  <c:v>51.38</c:v>
                </c:pt>
                <c:pt idx="1036">
                  <c:v>55.98</c:v>
                </c:pt>
                <c:pt idx="1037">
                  <c:v>60.73</c:v>
                </c:pt>
                <c:pt idx="1038">
                  <c:v>56.32</c:v>
                </c:pt>
                <c:pt idx="1039">
                  <c:v>58.53</c:v>
                </c:pt>
                <c:pt idx="1040">
                  <c:v>55.29</c:v>
                </c:pt>
                <c:pt idx="1041">
                  <c:v>50.13</c:v>
                </c:pt>
                <c:pt idx="1042">
                  <c:v>50.2</c:v>
                </c:pt>
                <c:pt idx="1043">
                  <c:v>57.26</c:v>
                </c:pt>
                <c:pt idx="1045">
                  <c:v>54.11</c:v>
                </c:pt>
                <c:pt idx="1046">
                  <c:v>57.6</c:v>
                </c:pt>
                <c:pt idx="1047">
                  <c:v>53.47</c:v>
                </c:pt>
                <c:pt idx="1048">
                  <c:v>54.17</c:v>
                </c:pt>
                <c:pt idx="1049">
                  <c:v>52.99</c:v>
                </c:pt>
                <c:pt idx="1050">
                  <c:v>53.86</c:v>
                </c:pt>
                <c:pt idx="1051">
                  <c:v>55.6</c:v>
                </c:pt>
                <c:pt idx="1052">
                  <c:v>55.67</c:v>
                </c:pt>
                <c:pt idx="1053">
                  <c:v>56</c:v>
                </c:pt>
                <c:pt idx="1054">
                  <c:v>53.2</c:v>
                </c:pt>
                <c:pt idx="1055">
                  <c:v>51.76</c:v>
                </c:pt>
                <c:pt idx="1056">
                  <c:v>53.91</c:v>
                </c:pt>
                <c:pt idx="1057">
                  <c:v>50.83</c:v>
                </c:pt>
                <c:pt idx="1058">
                  <c:v>52.1</c:v>
                </c:pt>
                <c:pt idx="1059">
                  <c:v>53.6</c:v>
                </c:pt>
                <c:pt idx="1060">
                  <c:v>51.29</c:v>
                </c:pt>
                <c:pt idx="1061">
                  <c:v>53.16</c:v>
                </c:pt>
                <c:pt idx="1062">
                  <c:v>54.47</c:v>
                </c:pt>
                <c:pt idx="1063">
                  <c:v>57.08</c:v>
                </c:pt>
                <c:pt idx="1064">
                  <c:v>65.16</c:v>
                </c:pt>
                <c:pt idx="1065">
                  <c:v>59.8</c:v>
                </c:pt>
                <c:pt idx="1066">
                  <c:v>63.05</c:v>
                </c:pt>
                <c:pt idx="1067">
                  <c:v>63.22</c:v>
                </c:pt>
                <c:pt idx="1068">
                  <c:v>62.81</c:v>
                </c:pt>
                <c:pt idx="1070">
                  <c:v>58.65</c:v>
                </c:pt>
                <c:pt idx="1071">
                  <c:v>58.96</c:v>
                </c:pt>
                <c:pt idx="1072">
                  <c:v>59.22</c:v>
                </c:pt>
                <c:pt idx="1073">
                  <c:v>60.14</c:v>
                </c:pt>
                <c:pt idx="1074">
                  <c:v>61.03</c:v>
                </c:pt>
                <c:pt idx="1075">
                  <c:v>63.99</c:v>
                </c:pt>
                <c:pt idx="1076">
                  <c:v>67.02</c:v>
                </c:pt>
                <c:pt idx="1077">
                  <c:v>68.88</c:v>
                </c:pt>
                <c:pt idx="1078">
                  <c:v>67.24</c:v>
                </c:pt>
                <c:pt idx="1079">
                  <c:v>65.91</c:v>
                </c:pt>
                <c:pt idx="1080">
                  <c:v>62.57</c:v>
                </c:pt>
                <c:pt idx="1081">
                  <c:v>61.95</c:v>
                </c:pt>
                <c:pt idx="1082">
                  <c:v>67.48</c:v>
                </c:pt>
                <c:pt idx="1083">
                  <c:v>70.67</c:v>
                </c:pt>
                <c:pt idx="1084">
                  <c:v>68.87</c:v>
                </c:pt>
                <c:pt idx="1085">
                  <c:v>73.02</c:v>
                </c:pt>
                <c:pt idx="1086">
                  <c:v>62.02</c:v>
                </c:pt>
                <c:pt idx="1087">
                  <c:v>61.39</c:v>
                </c:pt>
                <c:pt idx="1088">
                  <c:v>65.05</c:v>
                </c:pt>
                <c:pt idx="1089">
                  <c:v>76.2</c:v>
                </c:pt>
                <c:pt idx="1090">
                  <c:v>79.06</c:v>
                </c:pt>
                <c:pt idx="1091">
                  <c:v>79.06</c:v>
                </c:pt>
                <c:pt idx="1092">
                  <c:v>70.72</c:v>
                </c:pt>
                <c:pt idx="1093">
                  <c:v>71.36</c:v>
                </c:pt>
                <c:pt idx="1094">
                  <c:v>71.94</c:v>
                </c:pt>
                <c:pt idx="1095">
                  <c:v>67.83</c:v>
                </c:pt>
                <c:pt idx="1096">
                  <c:v>69.52</c:v>
                </c:pt>
                <c:pt idx="1097">
                  <c:v>67.38</c:v>
                </c:pt>
                <c:pt idx="1098">
                  <c:v>67.19</c:v>
                </c:pt>
                <c:pt idx="1099">
                  <c:v>69.07</c:v>
                </c:pt>
                <c:pt idx="1100">
                  <c:v>72.24</c:v>
                </c:pt>
                <c:pt idx="1101">
                  <c:v>71.78</c:v>
                </c:pt>
                <c:pt idx="1102">
                  <c:v>71.78</c:v>
                </c:pt>
                <c:pt idx="1103">
                  <c:v>68.92</c:v>
                </c:pt>
                <c:pt idx="1104">
                  <c:v>70.01</c:v>
                </c:pt>
                <c:pt idx="1105">
                  <c:v>75.25</c:v>
                </c:pt>
                <c:pt idx="1106">
                  <c:v>76.29</c:v>
                </c:pt>
                <c:pt idx="1107">
                  <c:v>75.71</c:v>
                </c:pt>
                <c:pt idx="1108">
                  <c:v>82.13</c:v>
                </c:pt>
                <c:pt idx="1109">
                  <c:v>77.74</c:v>
                </c:pt>
                <c:pt idx="1110">
                  <c:v>76.2</c:v>
                </c:pt>
                <c:pt idx="1111">
                  <c:v>79.31</c:v>
                </c:pt>
                <c:pt idx="1112">
                  <c:v>77.02</c:v>
                </c:pt>
                <c:pt idx="1113">
                  <c:v>77.23</c:v>
                </c:pt>
                <c:pt idx="1114">
                  <c:v>77.46</c:v>
                </c:pt>
                <c:pt idx="1115">
                  <c:v>79.2</c:v>
                </c:pt>
                <c:pt idx="1116">
                  <c:v>79.13</c:v>
                </c:pt>
                <c:pt idx="1117">
                  <c:v>81.21</c:v>
                </c:pt>
                <c:pt idx="1118">
                  <c:v>83.34</c:v>
                </c:pt>
                <c:pt idx="1119">
                  <c:v>81.13</c:v>
                </c:pt>
                <c:pt idx="1120">
                  <c:v>79.87</c:v>
                </c:pt>
                <c:pt idx="1121">
                  <c:v>81.65</c:v>
                </c:pt>
                <c:pt idx="1122">
                  <c:v>81.22</c:v>
                </c:pt>
                <c:pt idx="1123">
                  <c:v>81.22</c:v>
                </c:pt>
                <c:pt idx="1125">
                  <c:v>79.75</c:v>
                </c:pt>
                <c:pt idx="1126">
                  <c:v>80.78</c:v>
                </c:pt>
                <c:pt idx="1127">
                  <c:v>80.15</c:v>
                </c:pt>
                <c:pt idx="1128">
                  <c:v>79.79</c:v>
                </c:pt>
                <c:pt idx="1129">
                  <c:v>79.79</c:v>
                </c:pt>
                <c:pt idx="1131">
                  <c:v>79.24</c:v>
                </c:pt>
                <c:pt idx="1132">
                  <c:v>83.16</c:v>
                </c:pt>
                <c:pt idx="1133">
                  <c:v>89.41</c:v>
                </c:pt>
                <c:pt idx="1134">
                  <c:v>94.29</c:v>
                </c:pt>
                <c:pt idx="1135">
                  <c:v>98.35</c:v>
                </c:pt>
                <c:pt idx="1136">
                  <c:v>99.63</c:v>
                </c:pt>
                <c:pt idx="1137">
                  <c:v>98.93</c:v>
                </c:pt>
                <c:pt idx="1138">
                  <c:v>93.86</c:v>
                </c:pt>
                <c:pt idx="1139">
                  <c:v>98.34</c:v>
                </c:pt>
                <c:pt idx="1140">
                  <c:v>96.13</c:v>
                </c:pt>
                <c:pt idx="1141">
                  <c:v>96.13</c:v>
                </c:pt>
                <c:pt idx="1142">
                  <c:v>95.35</c:v>
                </c:pt>
                <c:pt idx="1143">
                  <c:v>93.77</c:v>
                </c:pt>
                <c:pt idx="1144">
                  <c:v>98.45</c:v>
                </c:pt>
                <c:pt idx="1145">
                  <c:v>96.14</c:v>
                </c:pt>
                <c:pt idx="1146">
                  <c:v>90.8</c:v>
                </c:pt>
                <c:pt idx="1147">
                  <c:v>91.56</c:v>
                </c:pt>
                <c:pt idx="1148">
                  <c:v>89.89</c:v>
                </c:pt>
                <c:pt idx="1149">
                  <c:v>92.51</c:v>
                </c:pt>
                <c:pt idx="1150">
                  <c:v>95.45</c:v>
                </c:pt>
                <c:pt idx="1151">
                  <c:v>96.51</c:v>
                </c:pt>
                <c:pt idx="1152">
                  <c:v>98.82</c:v>
                </c:pt>
                <c:pt idx="1153">
                  <c:v>102.21</c:v>
                </c:pt>
                <c:pt idx="1154">
                  <c:v>102.29</c:v>
                </c:pt>
                <c:pt idx="1155">
                  <c:v>105.56</c:v>
                </c:pt>
                <c:pt idx="1156">
                  <c:v>105.87</c:v>
                </c:pt>
                <c:pt idx="1157">
                  <c:v>105.2</c:v>
                </c:pt>
                <c:pt idx="1158">
                  <c:v>102.11</c:v>
                </c:pt>
                <c:pt idx="1159">
                  <c:v>104.95</c:v>
                </c:pt>
                <c:pt idx="1160">
                  <c:v>110.09</c:v>
                </c:pt>
                <c:pt idx="1161">
                  <c:v>110.09</c:v>
                </c:pt>
                <c:pt idx="1162">
                  <c:v>119.08</c:v>
                </c:pt>
                <c:pt idx="1163">
                  <c:v>116.88</c:v>
                </c:pt>
                <c:pt idx="1164">
                  <c:v>119.32</c:v>
                </c:pt>
                <c:pt idx="1165">
                  <c:v>122.28</c:v>
                </c:pt>
                <c:pt idx="1166">
                  <c:v>125.07</c:v>
                </c:pt>
                <c:pt idx="1167">
                  <c:v>123.23</c:v>
                </c:pt>
                <c:pt idx="1168">
                  <c:v>125.27</c:v>
                </c:pt>
                <c:pt idx="1169">
                  <c:v>134.93</c:v>
                </c:pt>
                <c:pt idx="1170">
                  <c:v>129.41</c:v>
                </c:pt>
                <c:pt idx="1171">
                  <c:v>130.53</c:v>
                </c:pt>
                <c:pt idx="1172">
                  <c:v>129.58</c:v>
                </c:pt>
                <c:pt idx="1173">
                  <c:v>133.65</c:v>
                </c:pt>
                <c:pt idx="1174">
                  <c:v>142.32</c:v>
                </c:pt>
                <c:pt idx="1175">
                  <c:v>143.1</c:v>
                </c:pt>
                <c:pt idx="1176">
                  <c:v>142.99</c:v>
                </c:pt>
                <c:pt idx="1177">
                  <c:v>136.69</c:v>
                </c:pt>
                <c:pt idx="1178">
                  <c:v>135.7</c:v>
                </c:pt>
                <c:pt idx="1179">
                  <c:v>138.9</c:v>
                </c:pt>
                <c:pt idx="1180">
                  <c:v>148.02</c:v>
                </c:pt>
                <c:pt idx="1181">
                  <c:v>146.1</c:v>
                </c:pt>
                <c:pt idx="1182">
                  <c:v>146.41</c:v>
                </c:pt>
                <c:pt idx="1183">
                  <c:v>150.44</c:v>
                </c:pt>
                <c:pt idx="1184">
                  <c:v>155.47</c:v>
                </c:pt>
                <c:pt idx="1185">
                  <c:v>156.51</c:v>
                </c:pt>
                <c:pt idx="1186">
                  <c:v>154.4</c:v>
                </c:pt>
                <c:pt idx="1187">
                  <c:v>148.16</c:v>
                </c:pt>
                <c:pt idx="1188">
                  <c:v>146.51</c:v>
                </c:pt>
                <c:pt idx="1189">
                  <c:v>149.32</c:v>
                </c:pt>
                <c:pt idx="1190">
                  <c:v>154.04</c:v>
                </c:pt>
                <c:pt idx="1191">
                  <c:v>157.46</c:v>
                </c:pt>
                <c:pt idx="1192">
                  <c:v>157.4</c:v>
                </c:pt>
                <c:pt idx="1193">
                  <c:v>158.08</c:v>
                </c:pt>
                <c:pt idx="1194">
                  <c:v>151.54</c:v>
                </c:pt>
                <c:pt idx="1195">
                  <c:v>153.16</c:v>
                </c:pt>
                <c:pt idx="1196">
                  <c:v>154.55</c:v>
                </c:pt>
                <c:pt idx="1197">
                  <c:v>150.13</c:v>
                </c:pt>
                <c:pt idx="1198">
                  <c:v>150.94</c:v>
                </c:pt>
                <c:pt idx="1199">
                  <c:v>147.62</c:v>
                </c:pt>
                <c:pt idx="1200">
                  <c:v>150.74</c:v>
                </c:pt>
                <c:pt idx="1201">
                  <c:v>149.57</c:v>
                </c:pt>
                <c:pt idx="1202">
                  <c:v>146.48</c:v>
                </c:pt>
                <c:pt idx="1203">
                  <c:v>147.54</c:v>
                </c:pt>
                <c:pt idx="1204">
                  <c:v>142.39</c:v>
                </c:pt>
                <c:pt idx="1205">
                  <c:v>142.72</c:v>
                </c:pt>
                <c:pt idx="1206">
                  <c:v>143.78</c:v>
                </c:pt>
                <c:pt idx="1207">
                  <c:v>141.25</c:v>
                </c:pt>
                <c:pt idx="1208">
                  <c:v>140.77</c:v>
                </c:pt>
                <c:pt idx="1209">
                  <c:v>140</c:v>
                </c:pt>
                <c:pt idx="1210">
                  <c:v>140.65</c:v>
                </c:pt>
                <c:pt idx="1211">
                  <c:v>140.5</c:v>
                </c:pt>
                <c:pt idx="1212">
                  <c:v>144.95</c:v>
                </c:pt>
                <c:pt idx="1213">
                  <c:v>144.98</c:v>
                </c:pt>
                <c:pt idx="1214">
                  <c:v>148.23</c:v>
                </c:pt>
                <c:pt idx="1215">
                  <c:v>146.47</c:v>
                </c:pt>
                <c:pt idx="1216">
                  <c:v>144.13</c:v>
                </c:pt>
                <c:pt idx="1217">
                  <c:v>142.9</c:v>
                </c:pt>
                <c:pt idx="1218">
                  <c:v>141.92</c:v>
                </c:pt>
                <c:pt idx="1219">
                  <c:v>140.73</c:v>
                </c:pt>
                <c:pt idx="1220">
                  <c:v>142.84</c:v>
                </c:pt>
                <c:pt idx="1221">
                  <c:v>144.71</c:v>
                </c:pt>
                <c:pt idx="1222">
                  <c:v>145.83</c:v>
                </c:pt>
                <c:pt idx="1223">
                  <c:v>154.28</c:v>
                </c:pt>
                <c:pt idx="1224">
                  <c:v>150.3</c:v>
                </c:pt>
                <c:pt idx="1225">
                  <c:v>147.29</c:v>
                </c:pt>
                <c:pt idx="1226">
                  <c:v>150.31</c:v>
                </c:pt>
                <c:pt idx="1227">
                  <c:v>148.24</c:v>
                </c:pt>
                <c:pt idx="1228">
                  <c:v>151.41</c:v>
                </c:pt>
                <c:pt idx="1229">
                  <c:v>147.09</c:v>
                </c:pt>
                <c:pt idx="1230">
                  <c:v>146.57</c:v>
                </c:pt>
                <c:pt idx="1231">
                  <c:v>145.36</c:v>
                </c:pt>
                <c:pt idx="1232">
                  <c:v>140.86</c:v>
                </c:pt>
                <c:pt idx="1233">
                  <c:v>142.6</c:v>
                </c:pt>
                <c:pt idx="1234">
                  <c:v>145.82</c:v>
                </c:pt>
                <c:pt idx="1235">
                  <c:v>144.34</c:v>
                </c:pt>
                <c:pt idx="1236">
                  <c:v>144.34</c:v>
                </c:pt>
                <c:pt idx="1237">
                  <c:v>146.45</c:v>
                </c:pt>
                <c:pt idx="1238">
                  <c:v>145.15</c:v>
                </c:pt>
                <c:pt idx="1239">
                  <c:v>146.06</c:v>
                </c:pt>
                <c:pt idx="1240">
                  <c:v>140.16</c:v>
                </c:pt>
                <c:pt idx="1241">
                  <c:v>141.24</c:v>
                </c:pt>
                <c:pt idx="1242">
                  <c:v>138.65</c:v>
                </c:pt>
                <c:pt idx="1243">
                  <c:v>134.11</c:v>
                </c:pt>
                <c:pt idx="1244">
                  <c:v>128.83</c:v>
                </c:pt>
                <c:pt idx="1245">
                  <c:v>130.39</c:v>
                </c:pt>
                <c:pt idx="1246">
                  <c:v>133.73</c:v>
                </c:pt>
                <c:pt idx="1247">
                  <c:v>133.72</c:v>
                </c:pt>
                <c:pt idx="1248">
                  <c:v>136.65</c:v>
                </c:pt>
                <c:pt idx="1249">
                  <c:v>129.18</c:v>
                </c:pt>
                <c:pt idx="1250">
                  <c:v>118.4</c:v>
                </c:pt>
                <c:pt idx="1251">
                  <c:v>125.27</c:v>
                </c:pt>
                <c:pt idx="1252">
                  <c:v>123.25</c:v>
                </c:pt>
                <c:pt idx="1253">
                  <c:v>122.12</c:v>
                </c:pt>
                <c:pt idx="1254">
                  <c:v>122.78</c:v>
                </c:pt>
                <c:pt idx="1255">
                  <c:v>125.01</c:v>
                </c:pt>
                <c:pt idx="1256">
                  <c:v>122.81</c:v>
                </c:pt>
                <c:pt idx="1257">
                  <c:v>121.41</c:v>
                </c:pt>
                <c:pt idx="1258">
                  <c:v>121.44</c:v>
                </c:pt>
                <c:pt idx="1259">
                  <c:v>120.06</c:v>
                </c:pt>
                <c:pt idx="1260">
                  <c:v>119.31</c:v>
                </c:pt>
                <c:pt idx="1261">
                  <c:v>119.31</c:v>
                </c:pt>
                <c:pt idx="1262">
                  <c:v>113.16</c:v>
                </c:pt>
                <c:pt idx="1263">
                  <c:v>109.88</c:v>
                </c:pt>
                <c:pt idx="1264">
                  <c:v>110.15</c:v>
                </c:pt>
                <c:pt idx="1265">
                  <c:v>114.3</c:v>
                </c:pt>
                <c:pt idx="1266">
                  <c:v>113.67</c:v>
                </c:pt>
                <c:pt idx="1267">
                  <c:v>115.39</c:v>
                </c:pt>
                <c:pt idx="1268">
                  <c:v>112.02</c:v>
                </c:pt>
                <c:pt idx="1269">
                  <c:v>106.99</c:v>
                </c:pt>
                <c:pt idx="1270">
                  <c:v>106.02</c:v>
                </c:pt>
                <c:pt idx="1271">
                  <c:v>97.63</c:v>
                </c:pt>
                <c:pt idx="1272">
                  <c:v>102.6</c:v>
                </c:pt>
                <c:pt idx="1273">
                  <c:v>108.12</c:v>
                </c:pt>
                <c:pt idx="1274">
                  <c:v>106.82</c:v>
                </c:pt>
                <c:pt idx="1275">
                  <c:v>107.02</c:v>
                </c:pt>
                <c:pt idx="1276">
                  <c:v>109.1</c:v>
                </c:pt>
                <c:pt idx="1277">
                  <c:v>104.01</c:v>
                </c:pt>
                <c:pt idx="1278">
                  <c:v>102.27</c:v>
                </c:pt>
                <c:pt idx="1279">
                  <c:v>106.87</c:v>
                </c:pt>
                <c:pt idx="1280">
                  <c:v>104.04</c:v>
                </c:pt>
                <c:pt idx="1281">
                  <c:v>100.6</c:v>
                </c:pt>
                <c:pt idx="1282">
                  <c:v>99.86</c:v>
                </c:pt>
                <c:pt idx="1283">
                  <c:v>100.36</c:v>
                </c:pt>
                <c:pt idx="1284">
                  <c:v>101.57</c:v>
                </c:pt>
                <c:pt idx="1285">
                  <c:v>109.07</c:v>
                </c:pt>
                <c:pt idx="1286">
                  <c:v>109.87</c:v>
                </c:pt>
                <c:pt idx="1287">
                  <c:v>111.64</c:v>
                </c:pt>
                <c:pt idx="1288">
                  <c:v>112.06</c:v>
                </c:pt>
                <c:pt idx="1289">
                  <c:v>113.76</c:v>
                </c:pt>
                <c:pt idx="1290">
                  <c:v>107.28</c:v>
                </c:pt>
                <c:pt idx="1291">
                  <c:v>106.67</c:v>
                </c:pt>
                <c:pt idx="1292">
                  <c:v>105.49</c:v>
                </c:pt>
                <c:pt idx="1293">
                  <c:v>104.83</c:v>
                </c:pt>
                <c:pt idx="1294">
                  <c:v>102.82</c:v>
                </c:pt>
                <c:pt idx="1295">
                  <c:v>103.48</c:v>
                </c:pt>
                <c:pt idx="1296">
                  <c:v>103.03</c:v>
                </c:pt>
                <c:pt idx="1297">
                  <c:v>106.48</c:v>
                </c:pt>
                <c:pt idx="1298">
                  <c:v>110.73</c:v>
                </c:pt>
                <c:pt idx="1299">
                  <c:v>111.88</c:v>
                </c:pt>
                <c:pt idx="1300">
                  <c:v>108.32</c:v>
                </c:pt>
                <c:pt idx="1301">
                  <c:v>107.3</c:v>
                </c:pt>
                <c:pt idx="1302">
                  <c:v>110.05</c:v>
                </c:pt>
                <c:pt idx="1303">
                  <c:v>108.81</c:v>
                </c:pt>
                <c:pt idx="1304">
                  <c:v>107.79</c:v>
                </c:pt>
                <c:pt idx="1305">
                  <c:v>111.77</c:v>
                </c:pt>
                <c:pt idx="1306">
                  <c:v>111.77</c:v>
                </c:pt>
                <c:pt idx="1307">
                  <c:v>114.92</c:v>
                </c:pt>
                <c:pt idx="1308">
                  <c:v>112.42</c:v>
                </c:pt>
                <c:pt idx="1309">
                  <c:v>109.46</c:v>
                </c:pt>
                <c:pt idx="1310">
                  <c:v>112.04</c:v>
                </c:pt>
                <c:pt idx="1311">
                  <c:v>110.9</c:v>
                </c:pt>
                <c:pt idx="1312">
                  <c:v>107.43</c:v>
                </c:pt>
                <c:pt idx="1313">
                  <c:v>108.43</c:v>
                </c:pt>
                <c:pt idx="1314">
                  <c:v>111.4</c:v>
                </c:pt>
                <c:pt idx="1315">
                  <c:v>114.94</c:v>
                </c:pt>
                <c:pt idx="1316">
                  <c:v>109.07</c:v>
                </c:pt>
                <c:pt idx="1317">
                  <c:v>111.13</c:v>
                </c:pt>
                <c:pt idx="1318">
                  <c:v>106.85</c:v>
                </c:pt>
                <c:pt idx="1319">
                  <c:v>117.17</c:v>
                </c:pt>
                <c:pt idx="1320">
                  <c:v>117.47</c:v>
                </c:pt>
                <c:pt idx="1321">
                  <c:v>120.47</c:v>
                </c:pt>
                <c:pt idx="1322">
                  <c:v>123.61</c:v>
                </c:pt>
                <c:pt idx="1323">
                  <c:v>122.41</c:v>
                </c:pt>
                <c:pt idx="1324">
                  <c:v>120.6</c:v>
                </c:pt>
                <c:pt idx="1325">
                  <c:v>119.37</c:v>
                </c:pt>
                <c:pt idx="1326">
                  <c:v>120.87</c:v>
                </c:pt>
                <c:pt idx="1327">
                  <c:v>124.37</c:v>
                </c:pt>
                <c:pt idx="1328">
                  <c:v>122.27</c:v>
                </c:pt>
                <c:pt idx="1329">
                  <c:v>126.4</c:v>
                </c:pt>
                <c:pt idx="1330">
                  <c:v>129.89</c:v>
                </c:pt>
                <c:pt idx="1331">
                  <c:v>129.89</c:v>
                </c:pt>
                <c:pt idx="1332">
                  <c:v>123.33</c:v>
                </c:pt>
                <c:pt idx="1333">
                  <c:v>117.26</c:v>
                </c:pt>
                <c:pt idx="1334">
                  <c:v>115.39</c:v>
                </c:pt>
                <c:pt idx="1335">
                  <c:v>117.99</c:v>
                </c:pt>
                <c:pt idx="1336">
                  <c:v>116.45</c:v>
                </c:pt>
                <c:pt idx="1337">
                  <c:v>124.38</c:v>
                </c:pt>
                <c:pt idx="1338">
                  <c:v>126.9</c:v>
                </c:pt>
                <c:pt idx="1339">
                  <c:v>124.15</c:v>
                </c:pt>
                <c:pt idx="1340">
                  <c:v>117.87</c:v>
                </c:pt>
                <c:pt idx="1341">
                  <c:v>119.39</c:v>
                </c:pt>
                <c:pt idx="1342">
                  <c:v>115.99</c:v>
                </c:pt>
                <c:pt idx="1343">
                  <c:v>104.51</c:v>
                </c:pt>
                <c:pt idx="1344">
                  <c:v>109.45</c:v>
                </c:pt>
                <c:pt idx="1345">
                  <c:v>105.91</c:v>
                </c:pt>
                <c:pt idx="1346">
                  <c:v>105.69</c:v>
                </c:pt>
                <c:pt idx="1347">
                  <c:v>110.34</c:v>
                </c:pt>
                <c:pt idx="1348">
                  <c:v>113.23</c:v>
                </c:pt>
                <c:pt idx="1349">
                  <c:v>111.04</c:v>
                </c:pt>
                <c:pt idx="1350">
                  <c:v>105.44</c:v>
                </c:pt>
                <c:pt idx="1351">
                  <c:v>104.9</c:v>
                </c:pt>
                <c:pt idx="1352">
                  <c:v>101.04</c:v>
                </c:pt>
                <c:pt idx="1353">
                  <c:v>103.86</c:v>
                </c:pt>
                <c:pt idx="1354">
                  <c:v>103.86</c:v>
                </c:pt>
                <c:pt idx="1355">
                  <c:v>104.29</c:v>
                </c:pt>
                <c:pt idx="1356">
                  <c:v>110.26</c:v>
                </c:pt>
                <c:pt idx="1357">
                  <c:v>111.65</c:v>
                </c:pt>
                <c:pt idx="1358">
                  <c:v>109.24</c:v>
                </c:pt>
                <c:pt idx="1359">
                  <c:v>108.56</c:v>
                </c:pt>
                <c:pt idx="1360">
                  <c:v>103.19</c:v>
                </c:pt>
                <c:pt idx="1361">
                  <c:v>103.52</c:v>
                </c:pt>
                <c:pt idx="1362">
                  <c:v>104.83</c:v>
                </c:pt>
                <c:pt idx="1363">
                  <c:v>99.61</c:v>
                </c:pt>
                <c:pt idx="1364">
                  <c:v>99.61</c:v>
                </c:pt>
                <c:pt idx="1365">
                  <c:v>97.52</c:v>
                </c:pt>
                <c:pt idx="1366">
                  <c:v>101.14</c:v>
                </c:pt>
                <c:pt idx="1367">
                  <c:v>98.95</c:v>
                </c:pt>
                <c:pt idx="1368">
                  <c:v>85.27</c:v>
                </c:pt>
                <c:pt idx="1369">
                  <c:v>82.44</c:v>
                </c:pt>
                <c:pt idx="1370">
                  <c:v>76.21</c:v>
                </c:pt>
                <c:pt idx="1371">
                  <c:v>79.2</c:v>
                </c:pt>
                <c:pt idx="1372">
                  <c:v>78.07</c:v>
                </c:pt>
                <c:pt idx="1373">
                  <c:v>83.89</c:v>
                </c:pt>
                <c:pt idx="1374">
                  <c:v>80.68</c:v>
                </c:pt>
                <c:pt idx="1375">
                  <c:v>82.51</c:v>
                </c:pt>
                <c:pt idx="1376">
                  <c:v>78.16</c:v>
                </c:pt>
                <c:pt idx="1377">
                  <c:v>78.55</c:v>
                </c:pt>
                <c:pt idx="1378">
                  <c:v>79.64</c:v>
                </c:pt>
                <c:pt idx="1379">
                  <c:v>80.86</c:v>
                </c:pt>
                <c:pt idx="1380">
                  <c:v>77.36</c:v>
                </c:pt>
                <c:pt idx="1381">
                  <c:v>79.4</c:v>
                </c:pt>
                <c:pt idx="1382">
                  <c:v>80.26</c:v>
                </c:pt>
                <c:pt idx="1383">
                  <c:v>78.42</c:v>
                </c:pt>
                <c:pt idx="1384">
                  <c:v>80.38</c:v>
                </c:pt>
                <c:pt idx="1385">
                  <c:v>80.38</c:v>
                </c:pt>
                <c:pt idx="1387">
                  <c:v>77.43</c:v>
                </c:pt>
                <c:pt idx="1388">
                  <c:v>73.2</c:v>
                </c:pt>
                <c:pt idx="1389">
                  <c:v>80.66</c:v>
                </c:pt>
                <c:pt idx="1390">
                  <c:v>77.98</c:v>
                </c:pt>
                <c:pt idx="1391">
                  <c:v>78.34</c:v>
                </c:pt>
                <c:pt idx="1393">
                  <c:v>85.77</c:v>
                </c:pt>
                <c:pt idx="1394">
                  <c:v>89.47</c:v>
                </c:pt>
                <c:pt idx="1395">
                  <c:v>86.46</c:v>
                </c:pt>
                <c:pt idx="1396">
                  <c:v>85.42</c:v>
                </c:pt>
                <c:pt idx="1397">
                  <c:v>90.13</c:v>
                </c:pt>
                <c:pt idx="1399">
                  <c:v>86.73</c:v>
                </c:pt>
                <c:pt idx="1400">
                  <c:v>85.54</c:v>
                </c:pt>
                <c:pt idx="1401">
                  <c:v>83.15</c:v>
                </c:pt>
                <c:pt idx="1402">
                  <c:v>80.85</c:v>
                </c:pt>
                <c:pt idx="1403">
                  <c:v>83.15</c:v>
                </c:pt>
                <c:pt idx="1404">
                  <c:v>83.15</c:v>
                </c:pt>
                <c:pt idx="1405">
                  <c:v>82.97</c:v>
                </c:pt>
                <c:pt idx="1406">
                  <c:v>81.42</c:v>
                </c:pt>
                <c:pt idx="1407">
                  <c:v>77.94</c:v>
                </c:pt>
                <c:pt idx="1408">
                  <c:v>74.69</c:v>
                </c:pt>
                <c:pt idx="1409">
                  <c:v>78.34</c:v>
                </c:pt>
                <c:pt idx="1410">
                  <c:v>75.97</c:v>
                </c:pt>
                <c:pt idx="1411">
                  <c:v>72.23</c:v>
                </c:pt>
                <c:pt idx="1412">
                  <c:v>61.31</c:v>
                </c:pt>
                <c:pt idx="1413">
                  <c:v>60.71</c:v>
                </c:pt>
                <c:pt idx="1414">
                  <c:v>60.07</c:v>
                </c:pt>
                <c:pt idx="1415">
                  <c:v>62.3</c:v>
                </c:pt>
                <c:pt idx="1416">
                  <c:v>62.53</c:v>
                </c:pt>
                <c:pt idx="1417">
                  <c:v>64.1</c:v>
                </c:pt>
                <c:pt idx="1418">
                  <c:v>59.71</c:v>
                </c:pt>
                <c:pt idx="1419">
                  <c:v>62.81</c:v>
                </c:pt>
                <c:pt idx="1420">
                  <c:v>61.87</c:v>
                </c:pt>
                <c:pt idx="1421">
                  <c:v>58.88</c:v>
                </c:pt>
                <c:pt idx="1422">
                  <c:v>44.59</c:v>
                </c:pt>
                <c:pt idx="1423">
                  <c:v>42.71</c:v>
                </c:pt>
                <c:pt idx="1424">
                  <c:v>40.58</c:v>
                </c:pt>
                <c:pt idx="1425">
                  <c:v>47.66</c:v>
                </c:pt>
                <c:pt idx="1426">
                  <c:v>51.88</c:v>
                </c:pt>
                <c:pt idx="1427">
                  <c:v>49.37</c:v>
                </c:pt>
                <c:pt idx="1428">
                  <c:v>45.81</c:v>
                </c:pt>
                <c:pt idx="1429">
                  <c:v>45.81</c:v>
                </c:pt>
                <c:pt idx="1430">
                  <c:v>38.27</c:v>
                </c:pt>
                <c:pt idx="1431">
                  <c:v>39.02</c:v>
                </c:pt>
                <c:pt idx="1432">
                  <c:v>38.39</c:v>
                </c:pt>
                <c:pt idx="1433">
                  <c:v>39.29</c:v>
                </c:pt>
                <c:pt idx="1434">
                  <c:v>39.53</c:v>
                </c:pt>
                <c:pt idx="1435">
                  <c:v>37.64</c:v>
                </c:pt>
                <c:pt idx="1436">
                  <c:v>36.16</c:v>
                </c:pt>
                <c:pt idx="1437">
                  <c:v>30.48</c:v>
                </c:pt>
                <c:pt idx="1438">
                  <c:v>24.45</c:v>
                </c:pt>
                <c:pt idx="1439">
                  <c:v>22.43</c:v>
                </c:pt>
                <c:pt idx="1440">
                  <c:v>24.34</c:v>
                </c:pt>
                <c:pt idx="1441">
                  <c:v>27.71</c:v>
                </c:pt>
                <c:pt idx="1442">
                  <c:v>29.18</c:v>
                </c:pt>
                <c:pt idx="1443">
                  <c:v>24.57</c:v>
                </c:pt>
                <c:pt idx="1444">
                  <c:v>27.68</c:v>
                </c:pt>
                <c:pt idx="1445">
                  <c:v>28.08</c:v>
                </c:pt>
                <c:pt idx="1446">
                  <c:v>24.13</c:v>
                </c:pt>
                <c:pt idx="1447">
                  <c:v>25.5</c:v>
                </c:pt>
                <c:pt idx="1448">
                  <c:v>20.87</c:v>
                </c:pt>
                <c:pt idx="1449">
                  <c:v>17.07</c:v>
                </c:pt>
                <c:pt idx="1450">
                  <c:v>21.09</c:v>
                </c:pt>
                <c:pt idx="1451">
                  <c:v>18.67</c:v>
                </c:pt>
                <c:pt idx="1452">
                  <c:v>24.01</c:v>
                </c:pt>
                <c:pt idx="1453">
                  <c:v>19.86</c:v>
                </c:pt>
                <c:pt idx="1454">
                  <c:v>12.48</c:v>
                </c:pt>
                <c:pt idx="1455">
                  <c:v>2.53999999999999</c:v>
                </c:pt>
                <c:pt idx="1456">
                  <c:v>4.41000000000003</c:v>
                </c:pt>
                <c:pt idx="1457">
                  <c:v>-0.360000000000005</c:v>
                </c:pt>
                <c:pt idx="1458">
                  <c:v>-7.94000000000001</c:v>
                </c:pt>
                <c:pt idx="1459">
                  <c:v>-2.78</c:v>
                </c:pt>
                <c:pt idx="1460">
                  <c:v>2.43000000000002</c:v>
                </c:pt>
                <c:pt idx="1461">
                  <c:v>11.29</c:v>
                </c:pt>
                <c:pt idx="1462">
                  <c:v>19.39</c:v>
                </c:pt>
                <c:pt idx="1463">
                  <c:v>18.58</c:v>
                </c:pt>
                <c:pt idx="1464">
                  <c:v>28.68</c:v>
                </c:pt>
                <c:pt idx="1465">
                  <c:v>31.64</c:v>
                </c:pt>
                <c:pt idx="1466">
                  <c:v>34.57</c:v>
                </c:pt>
                <c:pt idx="1467">
                  <c:v>37.87</c:v>
                </c:pt>
                <c:pt idx="1468">
                  <c:v>37.87</c:v>
                </c:pt>
                <c:pt idx="1469">
                  <c:v>39.28</c:v>
                </c:pt>
                <c:pt idx="1470">
                  <c:v>33.93</c:v>
                </c:pt>
                <c:pt idx="1471">
                  <c:v>27.08</c:v>
                </c:pt>
                <c:pt idx="1472">
                  <c:v>20.75</c:v>
                </c:pt>
                <c:pt idx="1473">
                  <c:v>22.45</c:v>
                </c:pt>
                <c:pt idx="1474">
                  <c:v>20.19</c:v>
                </c:pt>
                <c:pt idx="1475">
                  <c:v>22.99</c:v>
                </c:pt>
                <c:pt idx="1476">
                  <c:v>25.23</c:v>
                </c:pt>
                <c:pt idx="1477">
                  <c:v>20.54</c:v>
                </c:pt>
                <c:pt idx="1478">
                  <c:v>21.49</c:v>
                </c:pt>
                <c:pt idx="1479">
                  <c:v>25.36</c:v>
                </c:pt>
                <c:pt idx="1480">
                  <c:v>20.12</c:v>
                </c:pt>
                <c:pt idx="1481">
                  <c:v>28.3</c:v>
                </c:pt>
                <c:pt idx="1482">
                  <c:v>34.32</c:v>
                </c:pt>
                <c:pt idx="1483">
                  <c:v>42.71</c:v>
                </c:pt>
                <c:pt idx="1484">
                  <c:v>43.36</c:v>
                </c:pt>
                <c:pt idx="1485">
                  <c:v>37.53</c:v>
                </c:pt>
                <c:pt idx="1486">
                  <c:v>30.78</c:v>
                </c:pt>
                <c:pt idx="1487">
                  <c:v>28.28</c:v>
                </c:pt>
                <c:pt idx="1488">
                  <c:v>33.13</c:v>
                </c:pt>
                <c:pt idx="1489">
                  <c:v>28.43</c:v>
                </c:pt>
                <c:pt idx="1490">
                  <c:v>29.97</c:v>
                </c:pt>
                <c:pt idx="1491">
                  <c:v>20.67</c:v>
                </c:pt>
                <c:pt idx="1492">
                  <c:v>26.35</c:v>
                </c:pt>
                <c:pt idx="1493">
                  <c:v>21.44</c:v>
                </c:pt>
                <c:pt idx="1494">
                  <c:v>24.62</c:v>
                </c:pt>
                <c:pt idx="1495">
                  <c:v>25.46</c:v>
                </c:pt>
                <c:pt idx="1496">
                  <c:v>25.45</c:v>
                </c:pt>
                <c:pt idx="1497">
                  <c:v>26.73</c:v>
                </c:pt>
                <c:pt idx="1498">
                  <c:v>27.72</c:v>
                </c:pt>
                <c:pt idx="1499">
                  <c:v>27.72</c:v>
                </c:pt>
                <c:pt idx="1500">
                  <c:v>30.06</c:v>
                </c:pt>
                <c:pt idx="1501">
                  <c:v>25.21</c:v>
                </c:pt>
                <c:pt idx="1502">
                  <c:v>28.26</c:v>
                </c:pt>
                <c:pt idx="1503">
                  <c:v>25.66</c:v>
                </c:pt>
                <c:pt idx="1504">
                  <c:v>32.91</c:v>
                </c:pt>
                <c:pt idx="1505">
                  <c:v>24.2</c:v>
                </c:pt>
                <c:pt idx="1506">
                  <c:v>25.58</c:v>
                </c:pt>
                <c:pt idx="1507">
                  <c:v>24.34</c:v>
                </c:pt>
                <c:pt idx="1508">
                  <c:v>9.35999999999999</c:v>
                </c:pt>
                <c:pt idx="1509">
                  <c:v>0.540000000000029</c:v>
                </c:pt>
                <c:pt idx="1510">
                  <c:v>5.76000000000003</c:v>
                </c:pt>
                <c:pt idx="1511">
                  <c:v>6.64000000000002</c:v>
                </c:pt>
                <c:pt idx="1512">
                  <c:v>9.49</c:v>
                </c:pt>
                <c:pt idx="1513">
                  <c:v>4.36000000000001</c:v>
                </c:pt>
                <c:pt idx="1514">
                  <c:v>4.36000000000001</c:v>
                </c:pt>
                <c:pt idx="1515">
                  <c:v>7.24</c:v>
                </c:pt>
                <c:pt idx="1516">
                  <c:v>11.1</c:v>
                </c:pt>
                <c:pt idx="1517">
                  <c:v>5.83999999999998</c:v>
                </c:pt>
                <c:pt idx="1518">
                  <c:v>5.98000000000001</c:v>
                </c:pt>
                <c:pt idx="1519">
                  <c:v>8.67</c:v>
                </c:pt>
                <c:pt idx="1520">
                  <c:v>4.62000000000002</c:v>
                </c:pt>
                <c:pt idx="1521">
                  <c:v>4.29999999999997</c:v>
                </c:pt>
                <c:pt idx="1522">
                  <c:v>4.94000000000003</c:v>
                </c:pt>
                <c:pt idx="1523">
                  <c:v>5.71000000000002</c:v>
                </c:pt>
                <c:pt idx="1524">
                  <c:v>5.71000000000002</c:v>
                </c:pt>
                <c:pt idx="1525">
                  <c:v>-2.31999999999997</c:v>
                </c:pt>
                <c:pt idx="1526">
                  <c:v>-4.8</c:v>
                </c:pt>
                <c:pt idx="1527">
                  <c:v>-1.82000000000002</c:v>
                </c:pt>
                <c:pt idx="1528">
                  <c:v>-3.10000000000001</c:v>
                </c:pt>
                <c:pt idx="1529">
                  <c:v>-9.56999999999999</c:v>
                </c:pt>
                <c:pt idx="1530">
                  <c:v>-6.88999999999997</c:v>
                </c:pt>
                <c:pt idx="1531">
                  <c:v>-21.63</c:v>
                </c:pt>
                <c:pt idx="1532">
                  <c:v>-15.55</c:v>
                </c:pt>
                <c:pt idx="1533">
                  <c:v>-20.95</c:v>
                </c:pt>
                <c:pt idx="1534">
                  <c:v>-17.96</c:v>
                </c:pt>
                <c:pt idx="1535">
                  <c:v>-22.02</c:v>
                </c:pt>
                <c:pt idx="1536">
                  <c:v>-20.23</c:v>
                </c:pt>
                <c:pt idx="1537">
                  <c:v>-21.85</c:v>
                </c:pt>
                <c:pt idx="1538">
                  <c:v>-23.23</c:v>
                </c:pt>
                <c:pt idx="1539">
                  <c:v>-22.88</c:v>
                </c:pt>
                <c:pt idx="1540">
                  <c:v>-24.68</c:v>
                </c:pt>
                <c:pt idx="1541">
                  <c:v>-23.4</c:v>
                </c:pt>
                <c:pt idx="1542">
                  <c:v>-18.7</c:v>
                </c:pt>
                <c:pt idx="1543">
                  <c:v>-23.24</c:v>
                </c:pt>
                <c:pt idx="1544">
                  <c:v>-29.52</c:v>
                </c:pt>
                <c:pt idx="1545">
                  <c:v>-28.46</c:v>
                </c:pt>
                <c:pt idx="1546">
                  <c:v>-36.03</c:v>
                </c:pt>
                <c:pt idx="1547">
                  <c:v>-35.64</c:v>
                </c:pt>
                <c:pt idx="1548">
                  <c:v>-38.34</c:v>
                </c:pt>
                <c:pt idx="1549">
                  <c:v>-44.74</c:v>
                </c:pt>
                <c:pt idx="1550">
                  <c:v>-47.47</c:v>
                </c:pt>
                <c:pt idx="1551">
                  <c:v>-42.18</c:v>
                </c:pt>
                <c:pt idx="1552">
                  <c:v>-30.28</c:v>
                </c:pt>
                <c:pt idx="1553">
                  <c:v>-42.09</c:v>
                </c:pt>
                <c:pt idx="1554">
                  <c:v>-39.14</c:v>
                </c:pt>
                <c:pt idx="1555">
                  <c:v>-42.85</c:v>
                </c:pt>
                <c:pt idx="1556">
                  <c:v>-37.81</c:v>
                </c:pt>
                <c:pt idx="1557">
                  <c:v>-30.83</c:v>
                </c:pt>
                <c:pt idx="1558">
                  <c:v>-25.25</c:v>
                </c:pt>
                <c:pt idx="1559">
                  <c:v>-28.72</c:v>
                </c:pt>
                <c:pt idx="1560">
                  <c:v>-23.59</c:v>
                </c:pt>
                <c:pt idx="1561">
                  <c:v>-28.32</c:v>
                </c:pt>
                <c:pt idx="1562">
                  <c:v>-36.32</c:v>
                </c:pt>
                <c:pt idx="1563">
                  <c:v>-34.14</c:v>
                </c:pt>
                <c:pt idx="1564">
                  <c:v>-33.31</c:v>
                </c:pt>
                <c:pt idx="1565">
                  <c:v>-32.35</c:v>
                </c:pt>
                <c:pt idx="1566">
                  <c:v>-28.91</c:v>
                </c:pt>
                <c:pt idx="1567">
                  <c:v>-25.21</c:v>
                </c:pt>
                <c:pt idx="1568">
                  <c:v>-20.29</c:v>
                </c:pt>
                <c:pt idx="1569">
                  <c:v>-20.29</c:v>
                </c:pt>
                <c:pt idx="1570">
                  <c:v>-16.41</c:v>
                </c:pt>
                <c:pt idx="1571">
                  <c:v>-17.6</c:v>
                </c:pt>
                <c:pt idx="1572">
                  <c:v>-19.95</c:v>
                </c:pt>
                <c:pt idx="1573">
                  <c:v>-24.61</c:v>
                </c:pt>
                <c:pt idx="1574">
                  <c:v>-27</c:v>
                </c:pt>
                <c:pt idx="1575">
                  <c:v>-33.08</c:v>
                </c:pt>
                <c:pt idx="1576">
                  <c:v>-37.58</c:v>
                </c:pt>
                <c:pt idx="1577">
                  <c:v>-42.25</c:v>
                </c:pt>
                <c:pt idx="1578">
                  <c:v>-41.38</c:v>
                </c:pt>
                <c:pt idx="1579">
                  <c:v>-43.49</c:v>
                </c:pt>
                <c:pt idx="1580">
                  <c:v>-40.67</c:v>
                </c:pt>
                <c:pt idx="1581">
                  <c:v>-50.9</c:v>
                </c:pt>
                <c:pt idx="1582">
                  <c:v>-41.17</c:v>
                </c:pt>
                <c:pt idx="1583">
                  <c:v>-52.43</c:v>
                </c:pt>
                <c:pt idx="1584">
                  <c:v>-42.78</c:v>
                </c:pt>
                <c:pt idx="1585">
                  <c:v>-33.89</c:v>
                </c:pt>
                <c:pt idx="1586">
                  <c:v>-40.3</c:v>
                </c:pt>
                <c:pt idx="1587">
                  <c:v>-42.95</c:v>
                </c:pt>
                <c:pt idx="1588">
                  <c:v>-45.01</c:v>
                </c:pt>
                <c:pt idx="1589">
                  <c:v>-47.36</c:v>
                </c:pt>
                <c:pt idx="1590">
                  <c:v>-46.39</c:v>
                </c:pt>
                <c:pt idx="1591">
                  <c:v>-38.09</c:v>
                </c:pt>
                <c:pt idx="1592">
                  <c:v>-43.84</c:v>
                </c:pt>
                <c:pt idx="1593">
                  <c:v>-42.25</c:v>
                </c:pt>
                <c:pt idx="1594">
                  <c:v>-42.25</c:v>
                </c:pt>
                <c:pt idx="1595">
                  <c:v>-35.04</c:v>
                </c:pt>
                <c:pt idx="1596">
                  <c:v>-38.66</c:v>
                </c:pt>
                <c:pt idx="1597">
                  <c:v>-52.74</c:v>
                </c:pt>
                <c:pt idx="1598">
                  <c:v>-48.7299999999999</c:v>
                </c:pt>
                <c:pt idx="1599">
                  <c:v>-43.61</c:v>
                </c:pt>
                <c:pt idx="1600">
                  <c:v>-43.28</c:v>
                </c:pt>
                <c:pt idx="1601">
                  <c:v>-41.55</c:v>
                </c:pt>
                <c:pt idx="1602">
                  <c:v>-37.75</c:v>
                </c:pt>
                <c:pt idx="1603">
                  <c:v>-27.6</c:v>
                </c:pt>
                <c:pt idx="1604">
                  <c:v>-24.4199999999999</c:v>
                </c:pt>
                <c:pt idx="1605">
                  <c:v>-35.9</c:v>
                </c:pt>
                <c:pt idx="1606">
                  <c:v>-41.45</c:v>
                </c:pt>
                <c:pt idx="1607">
                  <c:v>-36.52</c:v>
                </c:pt>
                <c:pt idx="1608">
                  <c:v>-39.16</c:v>
                </c:pt>
                <c:pt idx="1609">
                  <c:v>-43.25</c:v>
                </c:pt>
                <c:pt idx="1610">
                  <c:v>-51.11</c:v>
                </c:pt>
                <c:pt idx="1611">
                  <c:v>-50.25</c:v>
                </c:pt>
                <c:pt idx="1612">
                  <c:v>-57.43</c:v>
                </c:pt>
                <c:pt idx="1613">
                  <c:v>-52.8300000000001</c:v>
                </c:pt>
                <c:pt idx="1614">
                  <c:v>-48.93</c:v>
                </c:pt>
                <c:pt idx="1615">
                  <c:v>-52.62</c:v>
                </c:pt>
                <c:pt idx="1616">
                  <c:v>-55.33</c:v>
                </c:pt>
                <c:pt idx="1617">
                  <c:v>-50.46</c:v>
                </c:pt>
                <c:pt idx="1618">
                  <c:v>-50.46</c:v>
                </c:pt>
                <c:pt idx="1619">
                  <c:v>-53.07</c:v>
                </c:pt>
                <c:pt idx="1620">
                  <c:v>-57.03</c:v>
                </c:pt>
                <c:pt idx="1621">
                  <c:v>-69.6699999999999</c:v>
                </c:pt>
                <c:pt idx="1622">
                  <c:v>-68.71</c:v>
                </c:pt>
                <c:pt idx="1623">
                  <c:v>-68.68</c:v>
                </c:pt>
                <c:pt idx="1624">
                  <c:v>-70.18</c:v>
                </c:pt>
                <c:pt idx="1625">
                  <c:v>-75.09</c:v>
                </c:pt>
                <c:pt idx="1626">
                  <c:v>-80.86</c:v>
                </c:pt>
                <c:pt idx="1627">
                  <c:v>-80.86</c:v>
                </c:pt>
                <c:pt idx="1628">
                  <c:v>-79.1799999999999</c:v>
                </c:pt>
                <c:pt idx="1629">
                  <c:v>-75.75</c:v>
                </c:pt>
                <c:pt idx="1630">
                  <c:v>-72.23</c:v>
                </c:pt>
                <c:pt idx="1631">
                  <c:v>-72.86</c:v>
                </c:pt>
                <c:pt idx="1632">
                  <c:v>-71.64</c:v>
                </c:pt>
                <c:pt idx="1633">
                  <c:v>-79.8</c:v>
                </c:pt>
                <c:pt idx="1634">
                  <c:v>-74.89</c:v>
                </c:pt>
                <c:pt idx="1635">
                  <c:v>-83.32</c:v>
                </c:pt>
                <c:pt idx="1636">
                  <c:v>-84.56</c:v>
                </c:pt>
                <c:pt idx="1637">
                  <c:v>-79.95</c:v>
                </c:pt>
                <c:pt idx="1638">
                  <c:v>-77.72</c:v>
                </c:pt>
                <c:pt idx="1639">
                  <c:v>-77.93</c:v>
                </c:pt>
                <c:pt idx="1640">
                  <c:v>-71.07</c:v>
                </c:pt>
                <c:pt idx="1641">
                  <c:v>-73.86</c:v>
                </c:pt>
                <c:pt idx="1642">
                  <c:v>-81.12</c:v>
                </c:pt>
                <c:pt idx="1643">
                  <c:v>-71.49</c:v>
                </c:pt>
                <c:pt idx="1644">
                  <c:v>-65.87</c:v>
                </c:pt>
                <c:pt idx="1645">
                  <c:v>-56.7499999999999</c:v>
                </c:pt>
                <c:pt idx="1646">
                  <c:v>-55.4300000000001</c:v>
                </c:pt>
                <c:pt idx="1647">
                  <c:v>-57.43</c:v>
                </c:pt>
                <c:pt idx="1648">
                  <c:v>-56.99</c:v>
                </c:pt>
                <c:pt idx="1649">
                  <c:v>-56.99</c:v>
                </c:pt>
                <c:pt idx="1650">
                  <c:v>-55.73</c:v>
                </c:pt>
                <c:pt idx="1651">
                  <c:v>-46.9</c:v>
                </c:pt>
                <c:pt idx="1652">
                  <c:v>-54.91</c:v>
                </c:pt>
                <c:pt idx="1653">
                  <c:v>-54.42</c:v>
                </c:pt>
                <c:pt idx="1654">
                  <c:v>-54.42</c:v>
                </c:pt>
                <c:pt idx="1655">
                  <c:v>-62.8600000000001</c:v>
                </c:pt>
                <c:pt idx="1656">
                  <c:v>-65.86</c:v>
                </c:pt>
                <c:pt idx="1657">
                  <c:v>-74.68</c:v>
                </c:pt>
                <c:pt idx="1658">
                  <c:v>-72.02</c:v>
                </c:pt>
                <c:pt idx="1659">
                  <c:v>-67.75</c:v>
                </c:pt>
                <c:pt idx="1660">
                  <c:v>-64.12</c:v>
                </c:pt>
                <c:pt idx="1661">
                  <c:v>-67.48</c:v>
                </c:pt>
                <c:pt idx="1662">
                  <c:v>-68.57</c:v>
                </c:pt>
                <c:pt idx="1663">
                  <c:v>-71.42</c:v>
                </c:pt>
                <c:pt idx="1664">
                  <c:v>-71.42</c:v>
                </c:pt>
                <c:pt idx="1665">
                  <c:v>-66.2</c:v>
                </c:pt>
                <c:pt idx="1666">
                  <c:v>-72.41</c:v>
                </c:pt>
                <c:pt idx="1667">
                  <c:v>-73.98</c:v>
                </c:pt>
                <c:pt idx="1668">
                  <c:v>-71.43</c:v>
                </c:pt>
                <c:pt idx="1669">
                  <c:v>-70.26</c:v>
                </c:pt>
                <c:pt idx="1670">
                  <c:v>-75.05</c:v>
                </c:pt>
                <c:pt idx="1671">
                  <c:v>-68.08</c:v>
                </c:pt>
                <c:pt idx="1672">
                  <c:v>-68.55</c:v>
                </c:pt>
                <c:pt idx="1673">
                  <c:v>-68.71</c:v>
                </c:pt>
                <c:pt idx="1674">
                  <c:v>-71.51</c:v>
                </c:pt>
                <c:pt idx="1675">
                  <c:v>-69.99</c:v>
                </c:pt>
                <c:pt idx="1676">
                  <c:v>-70.5</c:v>
                </c:pt>
                <c:pt idx="1677">
                  <c:v>-71.01</c:v>
                </c:pt>
                <c:pt idx="1678">
                  <c:v>-77.94</c:v>
                </c:pt>
                <c:pt idx="1679">
                  <c:v>-83.82</c:v>
                </c:pt>
                <c:pt idx="1680">
                  <c:v>-79.34</c:v>
                </c:pt>
                <c:pt idx="1681">
                  <c:v>-80.82</c:v>
                </c:pt>
                <c:pt idx="1682">
                  <c:v>-83</c:v>
                </c:pt>
                <c:pt idx="1683">
                  <c:v>-77.3</c:v>
                </c:pt>
                <c:pt idx="1684">
                  <c:v>-83.54</c:v>
                </c:pt>
                <c:pt idx="1685">
                  <c:v>-88.99</c:v>
                </c:pt>
                <c:pt idx="1686">
                  <c:v>-81.13</c:v>
                </c:pt>
                <c:pt idx="1687">
                  <c:v>-80.38</c:v>
                </c:pt>
                <c:pt idx="1688">
                  <c:v>-80.83</c:v>
                </c:pt>
                <c:pt idx="1689">
                  <c:v>-80.83</c:v>
                </c:pt>
                <c:pt idx="1690">
                  <c:v>-76.9200000000001</c:v>
                </c:pt>
                <c:pt idx="1691">
                  <c:v>-77.41</c:v>
                </c:pt>
                <c:pt idx="1692">
                  <c:v>-81.26</c:v>
                </c:pt>
                <c:pt idx="1693">
                  <c:v>-85</c:v>
                </c:pt>
                <c:pt idx="1694">
                  <c:v>-87.27</c:v>
                </c:pt>
                <c:pt idx="1695">
                  <c:v>-89.61</c:v>
                </c:pt>
                <c:pt idx="1696">
                  <c:v>-90.07</c:v>
                </c:pt>
                <c:pt idx="1697">
                  <c:v>-84.22</c:v>
                </c:pt>
                <c:pt idx="1698">
                  <c:v>-91.15</c:v>
                </c:pt>
                <c:pt idx="1699">
                  <c:v>-93.62</c:v>
                </c:pt>
                <c:pt idx="1700">
                  <c:v>-104.51</c:v>
                </c:pt>
                <c:pt idx="1701">
                  <c:v>-107.79</c:v>
                </c:pt>
                <c:pt idx="1702">
                  <c:v>-96.53</c:v>
                </c:pt>
                <c:pt idx="1703">
                  <c:v>-88.92</c:v>
                </c:pt>
                <c:pt idx="1704">
                  <c:v>-40.77</c:v>
                </c:pt>
                <c:pt idx="1705">
                  <c:v>-56.02</c:v>
                </c:pt>
                <c:pt idx="1706">
                  <c:v>-41.31</c:v>
                </c:pt>
                <c:pt idx="1707">
                  <c:v>-60.28</c:v>
                </c:pt>
                <c:pt idx="1708">
                  <c:v>-39.45</c:v>
                </c:pt>
                <c:pt idx="1709">
                  <c:v>-50.53</c:v>
                </c:pt>
                <c:pt idx="1710">
                  <c:v>-55.7</c:v>
                </c:pt>
                <c:pt idx="1711">
                  <c:v>-49.02</c:v>
                </c:pt>
                <c:pt idx="1712">
                  <c:v>-42.37</c:v>
                </c:pt>
                <c:pt idx="1713">
                  <c:v>-40.31</c:v>
                </c:pt>
                <c:pt idx="1714">
                  <c:v>-46.5</c:v>
                </c:pt>
                <c:pt idx="1715">
                  <c:v>-50.49</c:v>
                </c:pt>
                <c:pt idx="1716">
                  <c:v>-48.62</c:v>
                </c:pt>
                <c:pt idx="1717">
                  <c:v>-58.13</c:v>
                </c:pt>
                <c:pt idx="1718">
                  <c:v>-55.59</c:v>
                </c:pt>
                <c:pt idx="1719">
                  <c:v>-55.17</c:v>
                </c:pt>
                <c:pt idx="1720">
                  <c:v>-49.52</c:v>
                </c:pt>
                <c:pt idx="1721">
                  <c:v>-49.19</c:v>
                </c:pt>
                <c:pt idx="1722">
                  <c:v>-51.8</c:v>
                </c:pt>
                <c:pt idx="1723">
                  <c:v>-56.12</c:v>
                </c:pt>
                <c:pt idx="1724">
                  <c:v>-59.92</c:v>
                </c:pt>
                <c:pt idx="1725">
                  <c:v>-59.64</c:v>
                </c:pt>
                <c:pt idx="1726">
                  <c:v>-56.95</c:v>
                </c:pt>
                <c:pt idx="1727">
                  <c:v>-53.7</c:v>
                </c:pt>
                <c:pt idx="1728">
                  <c:v>-59</c:v>
                </c:pt>
                <c:pt idx="1729">
                  <c:v>-59.66</c:v>
                </c:pt>
                <c:pt idx="1730">
                  <c:v>-62.98</c:v>
                </c:pt>
                <c:pt idx="1731">
                  <c:v>-65.22</c:v>
                </c:pt>
                <c:pt idx="1732">
                  <c:v>-60.27</c:v>
                </c:pt>
                <c:pt idx="1733">
                  <c:v>-59.86</c:v>
                </c:pt>
                <c:pt idx="1734">
                  <c:v>-59.46</c:v>
                </c:pt>
                <c:pt idx="1735">
                  <c:v>-57.33</c:v>
                </c:pt>
                <c:pt idx="1736">
                  <c:v>-49.43</c:v>
                </c:pt>
                <c:pt idx="1737">
                  <c:v>-54.66</c:v>
                </c:pt>
                <c:pt idx="1738">
                  <c:v>-58.45</c:v>
                </c:pt>
                <c:pt idx="1739">
                  <c:v>-57.1</c:v>
                </c:pt>
                <c:pt idx="1740">
                  <c:v>-55.34</c:v>
                </c:pt>
                <c:pt idx="1741">
                  <c:v>-49.47</c:v>
                </c:pt>
                <c:pt idx="1742">
                  <c:v>-41.96</c:v>
                </c:pt>
                <c:pt idx="1743">
                  <c:v>-46.8</c:v>
                </c:pt>
                <c:pt idx="1744">
                  <c:v>-48.21</c:v>
                </c:pt>
                <c:pt idx="1745">
                  <c:v>-50.8</c:v>
                </c:pt>
                <c:pt idx="1746">
                  <c:v>-47.16</c:v>
                </c:pt>
                <c:pt idx="1747">
                  <c:v>-52.72</c:v>
                </c:pt>
                <c:pt idx="1748">
                  <c:v>-52.76</c:v>
                </c:pt>
                <c:pt idx="1749">
                  <c:v>-49.76</c:v>
                </c:pt>
                <c:pt idx="1750">
                  <c:v>-53.77</c:v>
                </c:pt>
                <c:pt idx="1751">
                  <c:v>-60.01</c:v>
                </c:pt>
                <c:pt idx="1752">
                  <c:v>-61.62</c:v>
                </c:pt>
                <c:pt idx="1753">
                  <c:v>-58.5</c:v>
                </c:pt>
                <c:pt idx="1754">
                  <c:v>-62.63</c:v>
                </c:pt>
                <c:pt idx="1755">
                  <c:v>-61.98</c:v>
                </c:pt>
                <c:pt idx="1756">
                  <c:v>-63.18</c:v>
                </c:pt>
                <c:pt idx="1757">
                  <c:v>-71.96</c:v>
                </c:pt>
                <c:pt idx="1758">
                  <c:v>-75.77</c:v>
                </c:pt>
                <c:pt idx="1759">
                  <c:v>-75.77</c:v>
                </c:pt>
                <c:pt idx="1760">
                  <c:v>-75.59</c:v>
                </c:pt>
                <c:pt idx="1761">
                  <c:v>-76.37</c:v>
                </c:pt>
                <c:pt idx="1762">
                  <c:v>-73.7</c:v>
                </c:pt>
                <c:pt idx="1763">
                  <c:v>-81.22</c:v>
                </c:pt>
                <c:pt idx="1764">
                  <c:v>-76.98</c:v>
                </c:pt>
                <c:pt idx="1765">
                  <c:v>-82.52</c:v>
                </c:pt>
                <c:pt idx="1766">
                  <c:v>-76.97</c:v>
                </c:pt>
                <c:pt idx="1767">
                  <c:v>-81.8</c:v>
                </c:pt>
                <c:pt idx="1768">
                  <c:v>-86.4</c:v>
                </c:pt>
                <c:pt idx="1769">
                  <c:v>-84.19</c:v>
                </c:pt>
                <c:pt idx="1770">
                  <c:v>-85.54</c:v>
                </c:pt>
                <c:pt idx="1771">
                  <c:v>-89.18</c:v>
                </c:pt>
                <c:pt idx="1772">
                  <c:v>-92.71</c:v>
                </c:pt>
                <c:pt idx="1773">
                  <c:v>-95.1</c:v>
                </c:pt>
                <c:pt idx="1774">
                  <c:v>-95.1</c:v>
                </c:pt>
                <c:pt idx="1775">
                  <c:v>-97.71</c:v>
                </c:pt>
                <c:pt idx="1776">
                  <c:v>-98.85</c:v>
                </c:pt>
                <c:pt idx="1777">
                  <c:v>-100.3</c:v>
                </c:pt>
                <c:pt idx="1778">
                  <c:v>-101.28</c:v>
                </c:pt>
                <c:pt idx="1779">
                  <c:v>-102.22</c:v>
                </c:pt>
                <c:pt idx="1780">
                  <c:v>-111.98</c:v>
                </c:pt>
                <c:pt idx="1781">
                  <c:v>-100.43</c:v>
                </c:pt>
                <c:pt idx="1782">
                  <c:v>-101.94</c:v>
                </c:pt>
                <c:pt idx="1783">
                  <c:v>-105.19</c:v>
                </c:pt>
                <c:pt idx="1784">
                  <c:v>-106.69</c:v>
                </c:pt>
                <c:pt idx="1785">
                  <c:v>-106.69</c:v>
                </c:pt>
                <c:pt idx="1786">
                  <c:v>-101.75</c:v>
                </c:pt>
                <c:pt idx="1787">
                  <c:v>-96.36</c:v>
                </c:pt>
                <c:pt idx="1788">
                  <c:v>-88.88</c:v>
                </c:pt>
                <c:pt idx="1789">
                  <c:v>-85.15</c:v>
                </c:pt>
                <c:pt idx="1790">
                  <c:v>-90.29</c:v>
                </c:pt>
                <c:pt idx="1791">
                  <c:v>-88.81</c:v>
                </c:pt>
                <c:pt idx="1792">
                  <c:v>-88.11</c:v>
                </c:pt>
                <c:pt idx="1793">
                  <c:v>-91.44</c:v>
                </c:pt>
                <c:pt idx="1794">
                  <c:v>-93.07</c:v>
                </c:pt>
                <c:pt idx="1795">
                  <c:v>-97.36</c:v>
                </c:pt>
                <c:pt idx="1796">
                  <c:v>-102.68</c:v>
                </c:pt>
                <c:pt idx="1797">
                  <c:v>-101.31</c:v>
                </c:pt>
                <c:pt idx="1798">
                  <c:v>-101.79</c:v>
                </c:pt>
                <c:pt idx="1799">
                  <c:v>-107.01</c:v>
                </c:pt>
                <c:pt idx="1800">
                  <c:v>-98.68</c:v>
                </c:pt>
                <c:pt idx="1801">
                  <c:v>-99.28</c:v>
                </c:pt>
                <c:pt idx="1802">
                  <c:v>-92.79</c:v>
                </c:pt>
                <c:pt idx="1803">
                  <c:v>-92.5</c:v>
                </c:pt>
                <c:pt idx="1804">
                  <c:v>-89.91</c:v>
                </c:pt>
                <c:pt idx="1805">
                  <c:v>-88.42</c:v>
                </c:pt>
                <c:pt idx="1806">
                  <c:v>-80.79</c:v>
                </c:pt>
                <c:pt idx="1807">
                  <c:v>-70.81</c:v>
                </c:pt>
                <c:pt idx="1808">
                  <c:v>-73.7</c:v>
                </c:pt>
                <c:pt idx="1809">
                  <c:v>-67.88</c:v>
                </c:pt>
                <c:pt idx="1810">
                  <c:v>-72.46</c:v>
                </c:pt>
                <c:pt idx="1811">
                  <c:v>-78.97</c:v>
                </c:pt>
                <c:pt idx="1812">
                  <c:v>-72.7300000000001</c:v>
                </c:pt>
                <c:pt idx="1813">
                  <c:v>-73.85</c:v>
                </c:pt>
                <c:pt idx="1814">
                  <c:v>-77.3800000000001</c:v>
                </c:pt>
                <c:pt idx="1815">
                  <c:v>-74.28</c:v>
                </c:pt>
                <c:pt idx="1816">
                  <c:v>-70.89</c:v>
                </c:pt>
                <c:pt idx="1817">
                  <c:v>-64.7300000000001</c:v>
                </c:pt>
                <c:pt idx="1818">
                  <c:v>-69.63</c:v>
                </c:pt>
                <c:pt idx="1819">
                  <c:v>-68.18</c:v>
                </c:pt>
                <c:pt idx="1820">
                  <c:v>-72.76</c:v>
                </c:pt>
                <c:pt idx="1821">
                  <c:v>-75.58</c:v>
                </c:pt>
                <c:pt idx="1822">
                  <c:v>-77.32</c:v>
                </c:pt>
                <c:pt idx="1823">
                  <c:v>-85</c:v>
                </c:pt>
                <c:pt idx="1824">
                  <c:v>-86.79</c:v>
                </c:pt>
                <c:pt idx="1825">
                  <c:v>-80.09</c:v>
                </c:pt>
                <c:pt idx="1826">
                  <c:v>-76.26</c:v>
                </c:pt>
                <c:pt idx="1827">
                  <c:v>-76.01</c:v>
                </c:pt>
                <c:pt idx="1828">
                  <c:v>-68.45</c:v>
                </c:pt>
                <c:pt idx="1829">
                  <c:v>-68.45</c:v>
                </c:pt>
                <c:pt idx="1830">
                  <c:v>-68.46</c:v>
                </c:pt>
                <c:pt idx="1831">
                  <c:v>-74.51</c:v>
                </c:pt>
                <c:pt idx="1832">
                  <c:v>-70.52</c:v>
                </c:pt>
                <c:pt idx="1833">
                  <c:v>-70.28</c:v>
                </c:pt>
                <c:pt idx="1834">
                  <c:v>-70.48</c:v>
                </c:pt>
                <c:pt idx="1835">
                  <c:v>-75.51</c:v>
                </c:pt>
                <c:pt idx="1836">
                  <c:v>-73.1</c:v>
                </c:pt>
                <c:pt idx="1837">
                  <c:v>-71.1</c:v>
                </c:pt>
                <c:pt idx="1838">
                  <c:v>-70.54</c:v>
                </c:pt>
                <c:pt idx="1839">
                  <c:v>-73.25</c:v>
                </c:pt>
                <c:pt idx="1840">
                  <c:v>-74.14</c:v>
                </c:pt>
                <c:pt idx="1841">
                  <c:v>-77.67</c:v>
                </c:pt>
                <c:pt idx="1842">
                  <c:v>-65.39</c:v>
                </c:pt>
                <c:pt idx="1843">
                  <c:v>-65.7</c:v>
                </c:pt>
                <c:pt idx="1844">
                  <c:v>-61.21</c:v>
                </c:pt>
                <c:pt idx="1845">
                  <c:v>-59.61</c:v>
                </c:pt>
                <c:pt idx="1846">
                  <c:v>-52.59</c:v>
                </c:pt>
                <c:pt idx="1847">
                  <c:v>-48.4900000000001</c:v>
                </c:pt>
                <c:pt idx="1848">
                  <c:v>-47.5</c:v>
                </c:pt>
                <c:pt idx="1849">
                  <c:v>-43.6</c:v>
                </c:pt>
                <c:pt idx="1850">
                  <c:v>-38</c:v>
                </c:pt>
                <c:pt idx="1851">
                  <c:v>-33.4899999999999</c:v>
                </c:pt>
                <c:pt idx="1852">
                  <c:v>-30.85</c:v>
                </c:pt>
                <c:pt idx="1853">
                  <c:v>-27.55</c:v>
                </c:pt>
                <c:pt idx="1854">
                  <c:v>-27.55</c:v>
                </c:pt>
                <c:pt idx="1855">
                  <c:v>-30.97</c:v>
                </c:pt>
                <c:pt idx="1856">
                  <c:v>-43.91</c:v>
                </c:pt>
                <c:pt idx="1857">
                  <c:v>-37.3200000000001</c:v>
                </c:pt>
                <c:pt idx="1858">
                  <c:v>-42.3</c:v>
                </c:pt>
                <c:pt idx="1859">
                  <c:v>-39.73</c:v>
                </c:pt>
                <c:pt idx="1860">
                  <c:v>-37.36</c:v>
                </c:pt>
                <c:pt idx="1861">
                  <c:v>-31.44</c:v>
                </c:pt>
                <c:pt idx="1862">
                  <c:v>-17.55</c:v>
                </c:pt>
                <c:pt idx="1863">
                  <c:v>-18.2399999999999</c:v>
                </c:pt>
                <c:pt idx="1864">
                  <c:v>-20.92</c:v>
                </c:pt>
                <c:pt idx="1865">
                  <c:v>-29.2599999999999</c:v>
                </c:pt>
                <c:pt idx="1866">
                  <c:v>-18.39</c:v>
                </c:pt>
                <c:pt idx="1867">
                  <c:v>-19.71</c:v>
                </c:pt>
                <c:pt idx="1868">
                  <c:v>-18.8199999999999</c:v>
                </c:pt>
                <c:pt idx="1869">
                  <c:v>-16.7</c:v>
                </c:pt>
                <c:pt idx="1870">
                  <c:v>-16.59</c:v>
                </c:pt>
                <c:pt idx="1871">
                  <c:v>-22.41</c:v>
                </c:pt>
                <c:pt idx="1872">
                  <c:v>-31.1500000000001</c:v>
                </c:pt>
                <c:pt idx="1873">
                  <c:v>-35.1100000000001</c:v>
                </c:pt>
                <c:pt idx="1874">
                  <c:v>-27.47</c:v>
                </c:pt>
                <c:pt idx="1875">
                  <c:v>-36.47</c:v>
                </c:pt>
                <c:pt idx="1876">
                  <c:v>-43.1200000000001</c:v>
                </c:pt>
                <c:pt idx="1877">
                  <c:v>-41.08</c:v>
                </c:pt>
                <c:pt idx="1878">
                  <c:v>-41.32</c:v>
                </c:pt>
                <c:pt idx="1879">
                  <c:v>-40.95</c:v>
                </c:pt>
                <c:pt idx="1880">
                  <c:v>-39.7</c:v>
                </c:pt>
                <c:pt idx="1881">
                  <c:v>-40.25</c:v>
                </c:pt>
                <c:pt idx="1882">
                  <c:v>-40.53</c:v>
                </c:pt>
                <c:pt idx="1883">
                  <c:v>-46.44</c:v>
                </c:pt>
                <c:pt idx="1884">
                  <c:v>-47.84</c:v>
                </c:pt>
                <c:pt idx="1885">
                  <c:v>-48.51</c:v>
                </c:pt>
                <c:pt idx="1886">
                  <c:v>-48.33</c:v>
                </c:pt>
                <c:pt idx="1888">
                  <c:v>-48.77</c:v>
                </c:pt>
                <c:pt idx="1889">
                  <c:v>-48.59</c:v>
                </c:pt>
                <c:pt idx="1890">
                  <c:v>-41</c:v>
                </c:pt>
                <c:pt idx="1891">
                  <c:v>-41.16</c:v>
                </c:pt>
                <c:pt idx="1892">
                  <c:v>-37.19</c:v>
                </c:pt>
                <c:pt idx="1893">
                  <c:v>-34.6299999999999</c:v>
                </c:pt>
                <c:pt idx="1894">
                  <c:v>-39.11</c:v>
                </c:pt>
                <c:pt idx="1895">
                  <c:v>-38.27</c:v>
                </c:pt>
                <c:pt idx="1896">
                  <c:v>-49.04</c:v>
                </c:pt>
                <c:pt idx="1897">
                  <c:v>-43.01</c:v>
                </c:pt>
                <c:pt idx="1898">
                  <c:v>-49.67</c:v>
                </c:pt>
                <c:pt idx="1899">
                  <c:v>-46.9799999999999</c:v>
                </c:pt>
                <c:pt idx="1900">
                  <c:v>-52.8700000000001</c:v>
                </c:pt>
                <c:pt idx="1901">
                  <c:v>-40.7900000000001</c:v>
                </c:pt>
                <c:pt idx="1902">
                  <c:v>-47.7</c:v>
                </c:pt>
                <c:pt idx="1903">
                  <c:v>-52.06</c:v>
                </c:pt>
                <c:pt idx="1904">
                  <c:v>-52.85</c:v>
                </c:pt>
                <c:pt idx="1905">
                  <c:v>-50.93</c:v>
                </c:pt>
                <c:pt idx="1906">
                  <c:v>-48.72</c:v>
                </c:pt>
                <c:pt idx="1907">
                  <c:v>-45.17</c:v>
                </c:pt>
                <c:pt idx="1908">
                  <c:v>-43.9</c:v>
                </c:pt>
                <c:pt idx="1911">
                  <c:v>-46.43</c:v>
                </c:pt>
                <c:pt idx="1912">
                  <c:v>-44.1</c:v>
                </c:pt>
                <c:pt idx="1913">
                  <c:v>-43.3</c:v>
                </c:pt>
                <c:pt idx="1914">
                  <c:v>-37.34</c:v>
                </c:pt>
                <c:pt idx="1917">
                  <c:v>-39.68</c:v>
                </c:pt>
                <c:pt idx="1918">
                  <c:v>-42.12</c:v>
                </c:pt>
                <c:pt idx="1919">
                  <c:v>-38.39</c:v>
                </c:pt>
                <c:pt idx="1920">
                  <c:v>-35.82</c:v>
                </c:pt>
                <c:pt idx="1922">
                  <c:v>-35.1800000000001</c:v>
                </c:pt>
                <c:pt idx="1923">
                  <c:v>-35.14</c:v>
                </c:pt>
                <c:pt idx="1924">
                  <c:v>-32.85</c:v>
                </c:pt>
                <c:pt idx="1925">
                  <c:v>-28.64</c:v>
                </c:pt>
                <c:pt idx="1926">
                  <c:v>-19.22</c:v>
                </c:pt>
                <c:pt idx="1929">
                  <c:v>-15.73</c:v>
                </c:pt>
                <c:pt idx="1930">
                  <c:v>-25.45</c:v>
                </c:pt>
                <c:pt idx="1931">
                  <c:v>-20.89</c:v>
                </c:pt>
                <c:pt idx="1932">
                  <c:v>-24.51</c:v>
                </c:pt>
                <c:pt idx="1933">
                  <c:v>-27.44</c:v>
                </c:pt>
                <c:pt idx="1934">
                  <c:v>-23.02</c:v>
                </c:pt>
                <c:pt idx="1935">
                  <c:v>-21.67</c:v>
                </c:pt>
                <c:pt idx="1936">
                  <c:v>-18.22</c:v>
                </c:pt>
                <c:pt idx="1937">
                  <c:v>-19.3300000000001</c:v>
                </c:pt>
                <c:pt idx="1938">
                  <c:v>-24.9499999999999</c:v>
                </c:pt>
                <c:pt idx="1939">
                  <c:v>-29.86</c:v>
                </c:pt>
                <c:pt idx="1940">
                  <c:v>-28.97</c:v>
                </c:pt>
                <c:pt idx="1941">
                  <c:v>-33.43</c:v>
                </c:pt>
                <c:pt idx="1942">
                  <c:v>-34.31</c:v>
                </c:pt>
                <c:pt idx="1943">
                  <c:v>-31.25</c:v>
                </c:pt>
                <c:pt idx="1944">
                  <c:v>-30.9</c:v>
                </c:pt>
                <c:pt idx="1945">
                  <c:v>-32.24</c:v>
                </c:pt>
                <c:pt idx="1946">
                  <c:v>-29.3</c:v>
                </c:pt>
                <c:pt idx="1947">
                  <c:v>-31.6599999999999</c:v>
                </c:pt>
                <c:pt idx="1948">
                  <c:v>-30.68</c:v>
                </c:pt>
                <c:pt idx="1949">
                  <c:v>-34.48</c:v>
                </c:pt>
                <c:pt idx="1950">
                  <c:v>-33.3799999999999</c:v>
                </c:pt>
                <c:pt idx="1951">
                  <c:v>-35.11</c:v>
                </c:pt>
                <c:pt idx="1952">
                  <c:v>-35.5300000000001</c:v>
                </c:pt>
                <c:pt idx="1954">
                  <c:v>-33.83</c:v>
                </c:pt>
                <c:pt idx="1955">
                  <c:v>-34.97</c:v>
                </c:pt>
                <c:pt idx="1956">
                  <c:v>-37.52</c:v>
                </c:pt>
                <c:pt idx="1957">
                  <c:v>-42.1399999999999</c:v>
                </c:pt>
                <c:pt idx="1958">
                  <c:v>-44.65</c:v>
                </c:pt>
                <c:pt idx="1959">
                  <c:v>-38.09</c:v>
                </c:pt>
                <c:pt idx="1960">
                  <c:v>-37.9</c:v>
                </c:pt>
                <c:pt idx="1961">
                  <c:v>-37.2</c:v>
                </c:pt>
                <c:pt idx="1962">
                  <c:v>-34.3999999999999</c:v>
                </c:pt>
                <c:pt idx="1963">
                  <c:v>-39.1</c:v>
                </c:pt>
                <c:pt idx="1964">
                  <c:v>-40.8</c:v>
                </c:pt>
                <c:pt idx="1965">
                  <c:v>-45.2</c:v>
                </c:pt>
                <c:pt idx="1966">
                  <c:v>-44.1</c:v>
                </c:pt>
                <c:pt idx="1967">
                  <c:v>-40.2</c:v>
                </c:pt>
                <c:pt idx="1968">
                  <c:v>-45.9</c:v>
                </c:pt>
                <c:pt idx="1969">
                  <c:v>-42.4</c:v>
                </c:pt>
                <c:pt idx="1970">
                  <c:v>-44.7</c:v>
                </c:pt>
                <c:pt idx="1971">
                  <c:v>-41.5</c:v>
                </c:pt>
                <c:pt idx="1972">
                  <c:v>-41.8</c:v>
                </c:pt>
                <c:pt idx="1973">
                  <c:v>-41.3</c:v>
                </c:pt>
                <c:pt idx="1974">
                  <c:v>-39.8</c:v>
                </c:pt>
                <c:pt idx="1975">
                  <c:v>-33.5</c:v>
                </c:pt>
                <c:pt idx="1976">
                  <c:v>-37.9</c:v>
                </c:pt>
                <c:pt idx="1977">
                  <c:v>-39.6</c:v>
                </c:pt>
                <c:pt idx="1978">
                  <c:v>-38.8</c:v>
                </c:pt>
                <c:pt idx="1979">
                  <c:v>-36.3</c:v>
                </c:pt>
                <c:pt idx="1980">
                  <c:v>-38.9</c:v>
                </c:pt>
                <c:pt idx="1981">
                  <c:v>-42.7</c:v>
                </c:pt>
                <c:pt idx="1982">
                  <c:v>-42.7</c:v>
                </c:pt>
                <c:pt idx="1983">
                  <c:v>-39.1</c:v>
                </c:pt>
                <c:pt idx="1984">
                  <c:v>-34</c:v>
                </c:pt>
                <c:pt idx="1985">
                  <c:v>-32.6</c:v>
                </c:pt>
                <c:pt idx="1986">
                  <c:v>-34.1</c:v>
                </c:pt>
                <c:pt idx="1987">
                  <c:v>-35.3000000000001</c:v>
                </c:pt>
                <c:pt idx="1988">
                  <c:v>-36.9000000000001</c:v>
                </c:pt>
                <c:pt idx="1989">
                  <c:v>-38.4</c:v>
                </c:pt>
                <c:pt idx="1990">
                  <c:v>-42.8</c:v>
                </c:pt>
                <c:pt idx="1991">
                  <c:v>-37.9000000000001</c:v>
                </c:pt>
                <c:pt idx="1992">
                  <c:v>-38.2</c:v>
                </c:pt>
                <c:pt idx="1993">
                  <c:v>-32.1000000000001</c:v>
                </c:pt>
                <c:pt idx="1994">
                  <c:v>-32.5</c:v>
                </c:pt>
                <c:pt idx="1995">
                  <c:v>-35.2</c:v>
                </c:pt>
                <c:pt idx="1996">
                  <c:v>-36.7999999999999</c:v>
                </c:pt>
                <c:pt idx="1997">
                  <c:v>-37.2999999999999</c:v>
                </c:pt>
                <c:pt idx="1998">
                  <c:v>-36.2</c:v>
                </c:pt>
                <c:pt idx="1999">
                  <c:v>-32.7</c:v>
                </c:pt>
                <c:pt idx="2000">
                  <c:v>-29.5</c:v>
                </c:pt>
                <c:pt idx="2001">
                  <c:v>-29.8</c:v>
                </c:pt>
                <c:pt idx="2002">
                  <c:v>-33.5</c:v>
                </c:pt>
                <c:pt idx="2003">
                  <c:v>-36.9</c:v>
                </c:pt>
                <c:pt idx="2004">
                  <c:v>-36.3</c:v>
                </c:pt>
                <c:pt idx="2005">
                  <c:v>-32.9</c:v>
                </c:pt>
                <c:pt idx="2006">
                  <c:v>-29.9</c:v>
                </c:pt>
                <c:pt idx="2007">
                  <c:v>-31.1</c:v>
                </c:pt>
                <c:pt idx="2008">
                  <c:v>-34.7</c:v>
                </c:pt>
                <c:pt idx="2009">
                  <c:v>-37.9000000000001</c:v>
                </c:pt>
                <c:pt idx="2010">
                  <c:v>-34.3999999999999</c:v>
                </c:pt>
                <c:pt idx="2011">
                  <c:v>-36.6</c:v>
                </c:pt>
                <c:pt idx="2012">
                  <c:v>-37.2</c:v>
                </c:pt>
                <c:pt idx="2013">
                  <c:v>-38.3</c:v>
                </c:pt>
                <c:pt idx="2014">
                  <c:v>-37.5</c:v>
                </c:pt>
                <c:pt idx="2015">
                  <c:v>-39.4</c:v>
                </c:pt>
                <c:pt idx="2016">
                  <c:v>-42.5</c:v>
                </c:pt>
                <c:pt idx="2017">
                  <c:v>-41.1</c:v>
                </c:pt>
                <c:pt idx="2018">
                  <c:v>-41.1</c:v>
                </c:pt>
                <c:pt idx="2019">
                  <c:v>-41.6</c:v>
                </c:pt>
                <c:pt idx="2020">
                  <c:v>-45.2</c:v>
                </c:pt>
                <c:pt idx="2021">
                  <c:v>-46.8</c:v>
                </c:pt>
                <c:pt idx="2022">
                  <c:v>-48.7</c:v>
                </c:pt>
                <c:pt idx="2024">
                  <c:v>-43.1999999999999</c:v>
                </c:pt>
                <c:pt idx="2025">
                  <c:v>-36.2</c:v>
                </c:pt>
                <c:pt idx="2026">
                  <c:v>-37.7</c:v>
                </c:pt>
                <c:pt idx="2027">
                  <c:v>-37.9000000000001</c:v>
                </c:pt>
                <c:pt idx="2028">
                  <c:v>-42.1</c:v>
                </c:pt>
                <c:pt idx="2029">
                  <c:v>-45.6</c:v>
                </c:pt>
                <c:pt idx="2030">
                  <c:v>-44.8</c:v>
                </c:pt>
                <c:pt idx="2031">
                  <c:v>-44.5</c:v>
                </c:pt>
                <c:pt idx="2032">
                  <c:v>-45.8</c:v>
                </c:pt>
                <c:pt idx="2033">
                  <c:v>-42.3</c:v>
                </c:pt>
                <c:pt idx="2034">
                  <c:v>-43.3</c:v>
                </c:pt>
                <c:pt idx="2035">
                  <c:v>-43.6999999999999</c:v>
                </c:pt>
                <c:pt idx="2036">
                  <c:v>-45.6</c:v>
                </c:pt>
                <c:pt idx="2037">
                  <c:v>-48.7</c:v>
                </c:pt>
                <c:pt idx="2038">
                  <c:v>-48.8</c:v>
                </c:pt>
                <c:pt idx="2039">
                  <c:v>-49.7999999999999</c:v>
                </c:pt>
                <c:pt idx="2041">
                  <c:v>-48.6</c:v>
                </c:pt>
                <c:pt idx="2042">
                  <c:v>-48.6000000000001</c:v>
                </c:pt>
                <c:pt idx="2043">
                  <c:v>-49.1</c:v>
                </c:pt>
                <c:pt idx="2044">
                  <c:v>-50.1</c:v>
                </c:pt>
                <c:pt idx="2045">
                  <c:v>-42.6</c:v>
                </c:pt>
                <c:pt idx="2046">
                  <c:v>-42.7</c:v>
                </c:pt>
                <c:pt idx="2047">
                  <c:v>-36.6</c:v>
                </c:pt>
                <c:pt idx="2048">
                  <c:v>-28.9000000000001</c:v>
                </c:pt>
                <c:pt idx="2049">
                  <c:v>-31.1999999999999</c:v>
                </c:pt>
                <c:pt idx="2050">
                  <c:v>-36.3</c:v>
                </c:pt>
                <c:pt idx="2051">
                  <c:v>-36.3</c:v>
                </c:pt>
                <c:pt idx="2052">
                  <c:v>-32.6000000000001</c:v>
                </c:pt>
                <c:pt idx="2053">
                  <c:v>-35.7</c:v>
                </c:pt>
                <c:pt idx="2054">
                  <c:v>-33.5999999999999</c:v>
                </c:pt>
                <c:pt idx="2055">
                  <c:v>-34.7</c:v>
                </c:pt>
                <c:pt idx="2056">
                  <c:v>-30.6</c:v>
                </c:pt>
                <c:pt idx="2057">
                  <c:v>-27.7</c:v>
                </c:pt>
                <c:pt idx="2058">
                  <c:v>-23.1</c:v>
                </c:pt>
                <c:pt idx="2059">
                  <c:v>-26.3</c:v>
                </c:pt>
                <c:pt idx="2060">
                  <c:v>-28.5</c:v>
                </c:pt>
                <c:pt idx="2061">
                  <c:v>-27.9</c:v>
                </c:pt>
                <c:pt idx="2062">
                  <c:v>-27.9</c:v>
                </c:pt>
                <c:pt idx="2063">
                  <c:v>-27</c:v>
                </c:pt>
                <c:pt idx="2064">
                  <c:v>-24.5</c:v>
                </c:pt>
                <c:pt idx="2065">
                  <c:v>-14.9999999999999</c:v>
                </c:pt>
                <c:pt idx="2066">
                  <c:v>-19.2</c:v>
                </c:pt>
                <c:pt idx="2067">
                  <c:v>-18.5</c:v>
                </c:pt>
                <c:pt idx="2068">
                  <c:v>-23.1</c:v>
                </c:pt>
                <c:pt idx="2069">
                  <c:v>-23</c:v>
                </c:pt>
                <c:pt idx="2070">
                  <c:v>-23.1</c:v>
                </c:pt>
                <c:pt idx="2071">
                  <c:v>-17.6</c:v>
                </c:pt>
                <c:pt idx="2072">
                  <c:v>-9.7</c:v>
                </c:pt>
                <c:pt idx="2073">
                  <c:v>-13.9</c:v>
                </c:pt>
                <c:pt idx="2074">
                  <c:v>-9.00000000000003</c:v>
                </c:pt>
                <c:pt idx="2075">
                  <c:v>-1.39999999999998</c:v>
                </c:pt>
                <c:pt idx="2076">
                  <c:v>-5.29999999999999</c:v>
                </c:pt>
                <c:pt idx="2077">
                  <c:v>-11.7</c:v>
                </c:pt>
                <c:pt idx="2078">
                  <c:v>-12</c:v>
                </c:pt>
                <c:pt idx="2079">
                  <c:v>-9.39999999999999</c:v>
                </c:pt>
                <c:pt idx="2080">
                  <c:v>-12.6</c:v>
                </c:pt>
                <c:pt idx="2081">
                  <c:v>-18.6</c:v>
                </c:pt>
                <c:pt idx="2082">
                  <c:v>-17.5</c:v>
                </c:pt>
                <c:pt idx="2083">
                  <c:v>-19.4</c:v>
                </c:pt>
                <c:pt idx="2084">
                  <c:v>-18.2</c:v>
                </c:pt>
                <c:pt idx="2085">
                  <c:v>-13.8</c:v>
                </c:pt>
                <c:pt idx="2086">
                  <c:v>-15.9</c:v>
                </c:pt>
                <c:pt idx="2087">
                  <c:v>-11.6</c:v>
                </c:pt>
                <c:pt idx="2088">
                  <c:v>-12.6</c:v>
                </c:pt>
                <c:pt idx="2089">
                  <c:v>-8.1</c:v>
                </c:pt>
                <c:pt idx="2090">
                  <c:v>-3.30000000000004</c:v>
                </c:pt>
                <c:pt idx="2091">
                  <c:v>-3.69999999999999</c:v>
                </c:pt>
                <c:pt idx="2092">
                  <c:v>-1.50000000000001</c:v>
                </c:pt>
                <c:pt idx="2093">
                  <c:v>-3.70000000000004</c:v>
                </c:pt>
                <c:pt idx="2094">
                  <c:v>-1.50000000000001</c:v>
                </c:pt>
                <c:pt idx="2095">
                  <c:v>-1.89999999999997</c:v>
                </c:pt>
                <c:pt idx="2096">
                  <c:v>5.90000000000002</c:v>
                </c:pt>
                <c:pt idx="2097">
                  <c:v>2.70000000000001</c:v>
                </c:pt>
                <c:pt idx="2098">
                  <c:v>4.29999999999997</c:v>
                </c:pt>
                <c:pt idx="2099">
                  <c:v>0.999999999999979</c:v>
                </c:pt>
                <c:pt idx="2100">
                  <c:v>2.8</c:v>
                </c:pt>
                <c:pt idx="2101">
                  <c:v>6.19999999999998</c:v>
                </c:pt>
                <c:pt idx="2102">
                  <c:v>6.20000000000003</c:v>
                </c:pt>
                <c:pt idx="2103">
                  <c:v>4.39999999999996</c:v>
                </c:pt>
                <c:pt idx="2104">
                  <c:v>11.5</c:v>
                </c:pt>
                <c:pt idx="2105">
                  <c:v>12.5</c:v>
                </c:pt>
                <c:pt idx="2106">
                  <c:v>13</c:v>
                </c:pt>
                <c:pt idx="2107">
                  <c:v>15.6</c:v>
                </c:pt>
                <c:pt idx="2108">
                  <c:v>18.5</c:v>
                </c:pt>
                <c:pt idx="2109">
                  <c:v>23.1</c:v>
                </c:pt>
                <c:pt idx="2110">
                  <c:v>16.3</c:v>
                </c:pt>
                <c:pt idx="2111">
                  <c:v>18.7</c:v>
                </c:pt>
                <c:pt idx="2112">
                  <c:v>14</c:v>
                </c:pt>
                <c:pt idx="2113">
                  <c:v>12.2</c:v>
                </c:pt>
                <c:pt idx="2114">
                  <c:v>13.4</c:v>
                </c:pt>
                <c:pt idx="2115">
                  <c:v>13.6</c:v>
                </c:pt>
                <c:pt idx="2116">
                  <c:v>3.40000000000003</c:v>
                </c:pt>
                <c:pt idx="2117">
                  <c:v>2.90000000000008</c:v>
                </c:pt>
                <c:pt idx="2118">
                  <c:v>5.00000000000003</c:v>
                </c:pt>
                <c:pt idx="2119">
                  <c:v>3.89999999999997</c:v>
                </c:pt>
                <c:pt idx="2120">
                  <c:v>10.4000000000001</c:v>
                </c:pt>
                <c:pt idx="2121">
                  <c:v>13.9</c:v>
                </c:pt>
                <c:pt idx="2122">
                  <c:v>13.9</c:v>
                </c:pt>
                <c:pt idx="2123">
                  <c:v>8.1</c:v>
                </c:pt>
                <c:pt idx="2124">
                  <c:v>6.79999999999996</c:v>
                </c:pt>
                <c:pt idx="2125">
                  <c:v>11.4</c:v>
                </c:pt>
                <c:pt idx="2126">
                  <c:v>11.7</c:v>
                </c:pt>
                <c:pt idx="2127">
                  <c:v>16.4000000000001</c:v>
                </c:pt>
                <c:pt idx="2128">
                  <c:v>17.1</c:v>
                </c:pt>
                <c:pt idx="2129">
                  <c:v>14.8000000000001</c:v>
                </c:pt>
                <c:pt idx="2130">
                  <c:v>12.5</c:v>
                </c:pt>
                <c:pt idx="2131">
                  <c:v>12.4000000000001</c:v>
                </c:pt>
                <c:pt idx="2132">
                  <c:v>13.3</c:v>
                </c:pt>
                <c:pt idx="2133">
                  <c:v>15.5</c:v>
                </c:pt>
                <c:pt idx="2134">
                  <c:v>11.4</c:v>
                </c:pt>
                <c:pt idx="2135">
                  <c:v>10.1</c:v>
                </c:pt>
                <c:pt idx="2136">
                  <c:v>17.3</c:v>
                </c:pt>
                <c:pt idx="2137">
                  <c:v>11.9</c:v>
                </c:pt>
                <c:pt idx="2138">
                  <c:v>9.09999999999993</c:v>
                </c:pt>
                <c:pt idx="2139">
                  <c:v>15.7</c:v>
                </c:pt>
                <c:pt idx="2140">
                  <c:v>14.3</c:v>
                </c:pt>
                <c:pt idx="2141">
                  <c:v>4.59999999999994</c:v>
                </c:pt>
                <c:pt idx="2142">
                  <c:v>4.59999999999994</c:v>
                </c:pt>
                <c:pt idx="2143">
                  <c:v>7.7</c:v>
                </c:pt>
                <c:pt idx="2144">
                  <c:v>17.4</c:v>
                </c:pt>
                <c:pt idx="2145">
                  <c:v>8.29999999999993</c:v>
                </c:pt>
                <c:pt idx="2146">
                  <c:v>11.3</c:v>
                </c:pt>
                <c:pt idx="2147">
                  <c:v>13.2000000000001</c:v>
                </c:pt>
                <c:pt idx="2148">
                  <c:v>11.1</c:v>
                </c:pt>
                <c:pt idx="2149">
                  <c:v>7.79999999999994</c:v>
                </c:pt>
                <c:pt idx="2150">
                  <c:v>6.79999999999996</c:v>
                </c:pt>
                <c:pt idx="2151">
                  <c:v>2.69999999999992</c:v>
                </c:pt>
                <c:pt idx="2152">
                  <c:v>-1.10000000000001</c:v>
                </c:pt>
                <c:pt idx="2153">
                  <c:v>5.19999999999996</c:v>
                </c:pt>
                <c:pt idx="2154">
                  <c:v>2.70000000000001</c:v>
                </c:pt>
                <c:pt idx="2155">
                  <c:v>2.70000000000001</c:v>
                </c:pt>
                <c:pt idx="2156">
                  <c:v>1.6</c:v>
                </c:pt>
                <c:pt idx="2157">
                  <c:v>0.600000000000023</c:v>
                </c:pt>
                <c:pt idx="2158">
                  <c:v>4</c:v>
                </c:pt>
                <c:pt idx="2159">
                  <c:v>4.30000000000002</c:v>
                </c:pt>
                <c:pt idx="2160">
                  <c:v>2.49999999999995</c:v>
                </c:pt>
                <c:pt idx="2161">
                  <c:v>5.79999999999998</c:v>
                </c:pt>
                <c:pt idx="2162">
                  <c:v>7.20000000000001</c:v>
                </c:pt>
                <c:pt idx="2163">
                  <c:v>7.79999999999994</c:v>
                </c:pt>
                <c:pt idx="2164">
                  <c:v>11.8</c:v>
                </c:pt>
                <c:pt idx="2165">
                  <c:v>13.3</c:v>
                </c:pt>
                <c:pt idx="2166">
                  <c:v>14.9</c:v>
                </c:pt>
                <c:pt idx="2167">
                  <c:v>14.1</c:v>
                </c:pt>
                <c:pt idx="2168">
                  <c:v>13.9</c:v>
                </c:pt>
                <c:pt idx="2169">
                  <c:v>15.6</c:v>
                </c:pt>
                <c:pt idx="2170">
                  <c:v>24.4</c:v>
                </c:pt>
                <c:pt idx="2171">
                  <c:v>20.2</c:v>
                </c:pt>
                <c:pt idx="2172">
                  <c:v>25.1</c:v>
                </c:pt>
                <c:pt idx="2173">
                  <c:v>24</c:v>
                </c:pt>
                <c:pt idx="2174">
                  <c:v>24</c:v>
                </c:pt>
                <c:pt idx="2175">
                  <c:v>25</c:v>
                </c:pt>
                <c:pt idx="2176">
                  <c:v>29.6</c:v>
                </c:pt>
                <c:pt idx="2177">
                  <c:v>28.3</c:v>
                </c:pt>
                <c:pt idx="2178">
                  <c:v>32.4</c:v>
                </c:pt>
                <c:pt idx="2179">
                  <c:v>30.6</c:v>
                </c:pt>
                <c:pt idx="2180">
                  <c:v>31.5</c:v>
                </c:pt>
                <c:pt idx="2181">
                  <c:v>35.1</c:v>
                </c:pt>
                <c:pt idx="2182">
                  <c:v>38.5000000000001</c:v>
                </c:pt>
                <c:pt idx="2183">
                  <c:v>40.9000000000001</c:v>
                </c:pt>
                <c:pt idx="2184">
                  <c:v>41.6</c:v>
                </c:pt>
                <c:pt idx="2185">
                  <c:v>38.1</c:v>
                </c:pt>
                <c:pt idx="2186">
                  <c:v>39.3</c:v>
                </c:pt>
                <c:pt idx="2187">
                  <c:v>40.9</c:v>
                </c:pt>
                <c:pt idx="2188">
                  <c:v>39.1</c:v>
                </c:pt>
                <c:pt idx="2189">
                  <c:v>38.3</c:v>
                </c:pt>
                <c:pt idx="2190">
                  <c:v>33.9</c:v>
                </c:pt>
                <c:pt idx="2191">
                  <c:v>33.9</c:v>
                </c:pt>
                <c:pt idx="2192">
                  <c:v>29.9</c:v>
                </c:pt>
                <c:pt idx="2193">
                  <c:v>31.4</c:v>
                </c:pt>
                <c:pt idx="2194">
                  <c:v>34.6</c:v>
                </c:pt>
                <c:pt idx="2195">
                  <c:v>35.4</c:v>
                </c:pt>
                <c:pt idx="2196">
                  <c:v>33.3</c:v>
                </c:pt>
                <c:pt idx="2197">
                  <c:v>32.7</c:v>
                </c:pt>
                <c:pt idx="2198">
                  <c:v>32.1999999999999</c:v>
                </c:pt>
                <c:pt idx="2199">
                  <c:v>30.3</c:v>
                </c:pt>
                <c:pt idx="2200">
                  <c:v>32.5</c:v>
                </c:pt>
                <c:pt idx="2201">
                  <c:v>29.9</c:v>
                </c:pt>
                <c:pt idx="2202">
                  <c:v>29.4</c:v>
                </c:pt>
                <c:pt idx="2203">
                  <c:v>23.5</c:v>
                </c:pt>
                <c:pt idx="2204">
                  <c:v>22.3</c:v>
                </c:pt>
                <c:pt idx="2205">
                  <c:v>19.4000000000001</c:v>
                </c:pt>
                <c:pt idx="2206">
                  <c:v>5.60000000000001</c:v>
                </c:pt>
                <c:pt idx="2207">
                  <c:v>7.39999999999998</c:v>
                </c:pt>
                <c:pt idx="2208">
                  <c:v>11.5</c:v>
                </c:pt>
                <c:pt idx="2209">
                  <c:v>7.7</c:v>
                </c:pt>
                <c:pt idx="2210">
                  <c:v>6.49999999999995</c:v>
                </c:pt>
                <c:pt idx="2211">
                  <c:v>6.49999999999995</c:v>
                </c:pt>
                <c:pt idx="2212">
                  <c:v>9.49999999999998</c:v>
                </c:pt>
                <c:pt idx="2213">
                  <c:v>10.1</c:v>
                </c:pt>
                <c:pt idx="2214">
                  <c:v>6.70000000000002</c:v>
                </c:pt>
                <c:pt idx="2215">
                  <c:v>7.30000000000004</c:v>
                </c:pt>
                <c:pt idx="2216">
                  <c:v>22.5000000000001</c:v>
                </c:pt>
                <c:pt idx="2217">
                  <c:v>20.5</c:v>
                </c:pt>
                <c:pt idx="2218">
                  <c:v>18.1</c:v>
                </c:pt>
                <c:pt idx="2219">
                  <c:v>20.8</c:v>
                </c:pt>
                <c:pt idx="2220">
                  <c:v>21.3</c:v>
                </c:pt>
                <c:pt idx="2221">
                  <c:v>20.1</c:v>
                </c:pt>
                <c:pt idx="2222">
                  <c:v>24.3</c:v>
                </c:pt>
                <c:pt idx="2223">
                  <c:v>26.8</c:v>
                </c:pt>
                <c:pt idx="2224">
                  <c:v>30.5</c:v>
                </c:pt>
                <c:pt idx="2225">
                  <c:v>29.9</c:v>
                </c:pt>
                <c:pt idx="2226">
                  <c:v>32.2</c:v>
                </c:pt>
                <c:pt idx="2227">
                  <c:v>33.4</c:v>
                </c:pt>
                <c:pt idx="2228">
                  <c:v>32.4</c:v>
                </c:pt>
                <c:pt idx="2229">
                  <c:v>29.3</c:v>
                </c:pt>
                <c:pt idx="2230">
                  <c:v>28.7</c:v>
                </c:pt>
                <c:pt idx="2231">
                  <c:v>24.9</c:v>
                </c:pt>
                <c:pt idx="2232">
                  <c:v>24.2</c:v>
                </c:pt>
                <c:pt idx="2233">
                  <c:v>24.4</c:v>
                </c:pt>
                <c:pt idx="2234">
                  <c:v>26.1</c:v>
                </c:pt>
                <c:pt idx="2235">
                  <c:v>29.1</c:v>
                </c:pt>
                <c:pt idx="2236">
                  <c:v>30.3</c:v>
                </c:pt>
                <c:pt idx="2237">
                  <c:v>28.6</c:v>
                </c:pt>
                <c:pt idx="2238">
                  <c:v>32.6000000000001</c:v>
                </c:pt>
                <c:pt idx="2239">
                  <c:v>36.4</c:v>
                </c:pt>
                <c:pt idx="2240">
                  <c:v>31.7</c:v>
                </c:pt>
                <c:pt idx="2241">
                  <c:v>31.5</c:v>
                </c:pt>
                <c:pt idx="2242">
                  <c:v>29</c:v>
                </c:pt>
                <c:pt idx="2243">
                  <c:v>26.4</c:v>
                </c:pt>
                <c:pt idx="2244">
                  <c:v>33.3</c:v>
                </c:pt>
                <c:pt idx="2245">
                  <c:v>34.7</c:v>
                </c:pt>
                <c:pt idx="2246">
                  <c:v>40.8</c:v>
                </c:pt>
                <c:pt idx="2247">
                  <c:v>56.6</c:v>
                </c:pt>
                <c:pt idx="2248">
                  <c:v>42.5</c:v>
                </c:pt>
                <c:pt idx="2249">
                  <c:v>55.3</c:v>
                </c:pt>
                <c:pt idx="2250">
                  <c:v>51.7</c:v>
                </c:pt>
                <c:pt idx="2251">
                  <c:v>52</c:v>
                </c:pt>
                <c:pt idx="2252">
                  <c:v>47.5000000000001</c:v>
                </c:pt>
                <c:pt idx="2253">
                  <c:v>49.8</c:v>
                </c:pt>
                <c:pt idx="2254">
                  <c:v>52.1</c:v>
                </c:pt>
                <c:pt idx="2255">
                  <c:v>52.1</c:v>
                </c:pt>
                <c:pt idx="2256">
                  <c:v>63.9</c:v>
                </c:pt>
                <c:pt idx="2257">
                  <c:v>57.5</c:v>
                </c:pt>
                <c:pt idx="2258">
                  <c:v>50.8</c:v>
                </c:pt>
                <c:pt idx="2259">
                  <c:v>52</c:v>
                </c:pt>
                <c:pt idx="2260">
                  <c:v>49.6</c:v>
                </c:pt>
                <c:pt idx="2261">
                  <c:v>51</c:v>
                </c:pt>
                <c:pt idx="2262">
                  <c:v>52.5</c:v>
                </c:pt>
                <c:pt idx="2263">
                  <c:v>54.9</c:v>
                </c:pt>
                <c:pt idx="2264">
                  <c:v>51.2</c:v>
                </c:pt>
                <c:pt idx="2265">
                  <c:v>48.2</c:v>
                </c:pt>
                <c:pt idx="2266">
                  <c:v>50.6</c:v>
                </c:pt>
                <c:pt idx="2267">
                  <c:v>51.1</c:v>
                </c:pt>
                <c:pt idx="2268">
                  <c:v>48.5</c:v>
                </c:pt>
                <c:pt idx="2269">
                  <c:v>49.9</c:v>
                </c:pt>
                <c:pt idx="2270">
                  <c:v>47.9</c:v>
                </c:pt>
                <c:pt idx="2271">
                  <c:v>43.9</c:v>
                </c:pt>
                <c:pt idx="2272">
                  <c:v>45.8</c:v>
                </c:pt>
                <c:pt idx="2273">
                  <c:v>48.1</c:v>
                </c:pt>
                <c:pt idx="2274">
                  <c:v>45.2999999999999</c:v>
                </c:pt>
                <c:pt idx="2275">
                  <c:v>47</c:v>
                </c:pt>
                <c:pt idx="2276">
                  <c:v>47.5</c:v>
                </c:pt>
                <c:pt idx="2277">
                  <c:v>51.4</c:v>
                </c:pt>
                <c:pt idx="2278">
                  <c:v>57.5</c:v>
                </c:pt>
                <c:pt idx="2279">
                  <c:v>53.9</c:v>
                </c:pt>
                <c:pt idx="2280">
                  <c:v>51.4</c:v>
                </c:pt>
                <c:pt idx="2281">
                  <c:v>51.4</c:v>
                </c:pt>
                <c:pt idx="2282">
                  <c:v>46.2</c:v>
                </c:pt>
                <c:pt idx="2283">
                  <c:v>48.3</c:v>
                </c:pt>
                <c:pt idx="2284">
                  <c:v>47.7</c:v>
                </c:pt>
                <c:pt idx="2285">
                  <c:v>50</c:v>
                </c:pt>
                <c:pt idx="2286">
                  <c:v>50.1</c:v>
                </c:pt>
                <c:pt idx="2287">
                  <c:v>50.7</c:v>
                </c:pt>
                <c:pt idx="2288">
                  <c:v>47.6</c:v>
                </c:pt>
                <c:pt idx="2289">
                  <c:v>46.3</c:v>
                </c:pt>
                <c:pt idx="2290">
                  <c:v>46.7</c:v>
                </c:pt>
                <c:pt idx="2291">
                  <c:v>46.6</c:v>
                </c:pt>
                <c:pt idx="2292">
                  <c:v>44.7</c:v>
                </c:pt>
                <c:pt idx="2293">
                  <c:v>47.1</c:v>
                </c:pt>
                <c:pt idx="2294">
                  <c:v>45</c:v>
                </c:pt>
                <c:pt idx="2295">
                  <c:v>44.8</c:v>
                </c:pt>
                <c:pt idx="2296">
                  <c:v>47.3</c:v>
                </c:pt>
                <c:pt idx="2297">
                  <c:v>42.6</c:v>
                </c:pt>
                <c:pt idx="2298">
                  <c:v>44.2</c:v>
                </c:pt>
                <c:pt idx="2299">
                  <c:v>44.2</c:v>
                </c:pt>
                <c:pt idx="2300">
                  <c:v>46.7</c:v>
                </c:pt>
                <c:pt idx="2301">
                  <c:v>47.9</c:v>
                </c:pt>
                <c:pt idx="2302">
                  <c:v>46.5</c:v>
                </c:pt>
                <c:pt idx="2303">
                  <c:v>49.9</c:v>
                </c:pt>
                <c:pt idx="2304">
                  <c:v>51.1</c:v>
                </c:pt>
                <c:pt idx="2305">
                  <c:v>53.7</c:v>
                </c:pt>
                <c:pt idx="2306">
                  <c:v>50.5</c:v>
                </c:pt>
                <c:pt idx="2307">
                  <c:v>45.8</c:v>
                </c:pt>
                <c:pt idx="2308">
                  <c:v>48.7</c:v>
                </c:pt>
                <c:pt idx="2309">
                  <c:v>45.9</c:v>
                </c:pt>
                <c:pt idx="2310">
                  <c:v>45.9</c:v>
                </c:pt>
                <c:pt idx="2311">
                  <c:v>47.8</c:v>
                </c:pt>
                <c:pt idx="2312">
                  <c:v>50.7</c:v>
                </c:pt>
                <c:pt idx="2313">
                  <c:v>49.1</c:v>
                </c:pt>
                <c:pt idx="2314">
                  <c:v>46.6</c:v>
                </c:pt>
                <c:pt idx="2315">
                  <c:v>50.2</c:v>
                </c:pt>
                <c:pt idx="2316">
                  <c:v>52</c:v>
                </c:pt>
                <c:pt idx="2317">
                  <c:v>52.9</c:v>
                </c:pt>
                <c:pt idx="2318">
                  <c:v>56.5</c:v>
                </c:pt>
                <c:pt idx="2319">
                  <c:v>54.4</c:v>
                </c:pt>
                <c:pt idx="2320">
                  <c:v>54.3</c:v>
                </c:pt>
                <c:pt idx="2321">
                  <c:v>50.8000000000001</c:v>
                </c:pt>
                <c:pt idx="2322">
                  <c:v>49.8</c:v>
                </c:pt>
                <c:pt idx="2323">
                  <c:v>50.2</c:v>
                </c:pt>
                <c:pt idx="2324">
                  <c:v>47.1</c:v>
                </c:pt>
                <c:pt idx="2325">
                  <c:v>45.2</c:v>
                </c:pt>
                <c:pt idx="2326">
                  <c:v>48.7</c:v>
                </c:pt>
                <c:pt idx="2327">
                  <c:v>45.1</c:v>
                </c:pt>
                <c:pt idx="2328">
                  <c:v>42.8</c:v>
                </c:pt>
                <c:pt idx="2329">
                  <c:v>41.2</c:v>
                </c:pt>
                <c:pt idx="2330">
                  <c:v>52.7</c:v>
                </c:pt>
              </c:numCache>
            </c:numRef>
          </c:val>
        </c:ser>
        <c:axId val="22154118"/>
        <c:axId val="61331807"/>
      </c:areaChart>
      <c:lineChart>
        <c:grouping val="standard"/>
        <c:varyColors val="0"/>
        <c:ser>
          <c:idx val="1"/>
          <c:order val="1"/>
          <c:tx>
            <c:strRef>
              <c:f>label 2</c:f>
              <c:strCache>
                <c:ptCount val="1"/>
                <c:pt idx="0">
                  <c:v>미 기준금리</c:v>
                </c:pt>
              </c:strCache>
            </c:strRef>
          </c:tx>
          <c:spPr>
            <a:noFill/>
            <a:ln cap="rnd" w="12600">
              <a:solidFill>
                <a:srgbClr val="c00000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126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942"/>
                <c:pt idx="0">
                  <c:v>42614</c:v>
                </c:pt>
                <c:pt idx="1">
                  <c:v>42615</c:v>
                </c:pt>
                <c:pt idx="2">
                  <c:v>42618</c:v>
                </c:pt>
                <c:pt idx="3">
                  <c:v>42619</c:v>
                </c:pt>
                <c:pt idx="4">
                  <c:v>42620</c:v>
                </c:pt>
                <c:pt idx="5">
                  <c:v>42621</c:v>
                </c:pt>
                <c:pt idx="6">
                  <c:v>42622</c:v>
                </c:pt>
                <c:pt idx="7">
                  <c:v>42625</c:v>
                </c:pt>
                <c:pt idx="8">
                  <c:v>42626</c:v>
                </c:pt>
                <c:pt idx="9">
                  <c:v>42627</c:v>
                </c:pt>
                <c:pt idx="10">
                  <c:v>42628</c:v>
                </c:pt>
                <c:pt idx="11">
                  <c:v>42629</c:v>
                </c:pt>
                <c:pt idx="12">
                  <c:v>42632</c:v>
                </c:pt>
                <c:pt idx="13">
                  <c:v>42633</c:v>
                </c:pt>
                <c:pt idx="14">
                  <c:v>42634</c:v>
                </c:pt>
                <c:pt idx="15">
                  <c:v>42635</c:v>
                </c:pt>
                <c:pt idx="16">
                  <c:v>42636</c:v>
                </c:pt>
                <c:pt idx="17">
                  <c:v>42639</c:v>
                </c:pt>
                <c:pt idx="18">
                  <c:v>42640</c:v>
                </c:pt>
                <c:pt idx="19">
                  <c:v>42641</c:v>
                </c:pt>
                <c:pt idx="20">
                  <c:v>42642</c:v>
                </c:pt>
                <c:pt idx="21">
                  <c:v>42643</c:v>
                </c:pt>
                <c:pt idx="22">
                  <c:v>42646</c:v>
                </c:pt>
                <c:pt idx="23">
                  <c:v>42647</c:v>
                </c:pt>
                <c:pt idx="24">
                  <c:v>42648</c:v>
                </c:pt>
                <c:pt idx="25">
                  <c:v>42649</c:v>
                </c:pt>
                <c:pt idx="26">
                  <c:v>42650</c:v>
                </c:pt>
                <c:pt idx="27">
                  <c:v>42653</c:v>
                </c:pt>
                <c:pt idx="28">
                  <c:v>42654</c:v>
                </c:pt>
                <c:pt idx="29">
                  <c:v>42655</c:v>
                </c:pt>
                <c:pt idx="30">
                  <c:v>42656</c:v>
                </c:pt>
                <c:pt idx="31">
                  <c:v>42657</c:v>
                </c:pt>
                <c:pt idx="32">
                  <c:v>42660</c:v>
                </c:pt>
                <c:pt idx="33">
                  <c:v>42661</c:v>
                </c:pt>
                <c:pt idx="34">
                  <c:v>42662</c:v>
                </c:pt>
                <c:pt idx="35">
                  <c:v>42663</c:v>
                </c:pt>
                <c:pt idx="36">
                  <c:v>42664</c:v>
                </c:pt>
                <c:pt idx="37">
                  <c:v>42667</c:v>
                </c:pt>
                <c:pt idx="38">
                  <c:v>42668</c:v>
                </c:pt>
                <c:pt idx="39">
                  <c:v>42669</c:v>
                </c:pt>
                <c:pt idx="40">
                  <c:v>42670</c:v>
                </c:pt>
                <c:pt idx="41">
                  <c:v>42671</c:v>
                </c:pt>
                <c:pt idx="42">
                  <c:v>42674</c:v>
                </c:pt>
                <c:pt idx="43">
                  <c:v>42675</c:v>
                </c:pt>
                <c:pt idx="44">
                  <c:v>42676</c:v>
                </c:pt>
                <c:pt idx="45">
                  <c:v>42677</c:v>
                </c:pt>
                <c:pt idx="46">
                  <c:v>42678</c:v>
                </c:pt>
                <c:pt idx="47">
                  <c:v>42681</c:v>
                </c:pt>
                <c:pt idx="48">
                  <c:v>42682</c:v>
                </c:pt>
                <c:pt idx="49">
                  <c:v>42683</c:v>
                </c:pt>
                <c:pt idx="50">
                  <c:v>42684</c:v>
                </c:pt>
                <c:pt idx="51">
                  <c:v>42685</c:v>
                </c:pt>
                <c:pt idx="52">
                  <c:v>42688</c:v>
                </c:pt>
                <c:pt idx="53">
                  <c:v>42689</c:v>
                </c:pt>
                <c:pt idx="54">
                  <c:v>42690</c:v>
                </c:pt>
                <c:pt idx="55">
                  <c:v>42691</c:v>
                </c:pt>
                <c:pt idx="56">
                  <c:v>42692</c:v>
                </c:pt>
                <c:pt idx="57">
                  <c:v>42695</c:v>
                </c:pt>
                <c:pt idx="58">
                  <c:v>42696</c:v>
                </c:pt>
                <c:pt idx="59">
                  <c:v>42697</c:v>
                </c:pt>
                <c:pt idx="60">
                  <c:v>42698</c:v>
                </c:pt>
                <c:pt idx="61">
                  <c:v>42699</c:v>
                </c:pt>
                <c:pt idx="62">
                  <c:v>42702</c:v>
                </c:pt>
                <c:pt idx="63">
                  <c:v>42703</c:v>
                </c:pt>
                <c:pt idx="64">
                  <c:v>42704</c:v>
                </c:pt>
                <c:pt idx="65">
                  <c:v>42705</c:v>
                </c:pt>
                <c:pt idx="66">
                  <c:v>42706</c:v>
                </c:pt>
                <c:pt idx="67">
                  <c:v>42709</c:v>
                </c:pt>
                <c:pt idx="68">
                  <c:v>42710</c:v>
                </c:pt>
                <c:pt idx="69">
                  <c:v>42711</c:v>
                </c:pt>
                <c:pt idx="70">
                  <c:v>42712</c:v>
                </c:pt>
                <c:pt idx="71">
                  <c:v>42713</c:v>
                </c:pt>
                <c:pt idx="72">
                  <c:v>42716</c:v>
                </c:pt>
                <c:pt idx="73">
                  <c:v>42717</c:v>
                </c:pt>
                <c:pt idx="74">
                  <c:v>42718</c:v>
                </c:pt>
                <c:pt idx="75">
                  <c:v>42719</c:v>
                </c:pt>
                <c:pt idx="76">
                  <c:v>42720</c:v>
                </c:pt>
                <c:pt idx="77">
                  <c:v>42723</c:v>
                </c:pt>
                <c:pt idx="78">
                  <c:v>42724</c:v>
                </c:pt>
                <c:pt idx="79">
                  <c:v>42725</c:v>
                </c:pt>
                <c:pt idx="80">
                  <c:v>42726</c:v>
                </c:pt>
                <c:pt idx="81">
                  <c:v>42727</c:v>
                </c:pt>
                <c:pt idx="82">
                  <c:v>42730</c:v>
                </c:pt>
                <c:pt idx="83">
                  <c:v>42731</c:v>
                </c:pt>
                <c:pt idx="84">
                  <c:v>42732</c:v>
                </c:pt>
                <c:pt idx="85">
                  <c:v>42733</c:v>
                </c:pt>
                <c:pt idx="86">
                  <c:v>42734</c:v>
                </c:pt>
                <c:pt idx="87">
                  <c:v>42737</c:v>
                </c:pt>
                <c:pt idx="88">
                  <c:v>42738</c:v>
                </c:pt>
                <c:pt idx="89">
                  <c:v>42739</c:v>
                </c:pt>
                <c:pt idx="90">
                  <c:v>42740</c:v>
                </c:pt>
                <c:pt idx="91">
                  <c:v>42741</c:v>
                </c:pt>
                <c:pt idx="92">
                  <c:v>42744</c:v>
                </c:pt>
                <c:pt idx="93">
                  <c:v>42745</c:v>
                </c:pt>
                <c:pt idx="94">
                  <c:v>42746</c:v>
                </c:pt>
                <c:pt idx="95">
                  <c:v>42747</c:v>
                </c:pt>
                <c:pt idx="96">
                  <c:v>42748</c:v>
                </c:pt>
                <c:pt idx="97">
                  <c:v>42751</c:v>
                </c:pt>
                <c:pt idx="98">
                  <c:v>42752</c:v>
                </c:pt>
                <c:pt idx="99">
                  <c:v>42753</c:v>
                </c:pt>
                <c:pt idx="100">
                  <c:v>42754</c:v>
                </c:pt>
                <c:pt idx="101">
                  <c:v>42755</c:v>
                </c:pt>
                <c:pt idx="102">
                  <c:v>42758</c:v>
                </c:pt>
                <c:pt idx="103">
                  <c:v>42759</c:v>
                </c:pt>
                <c:pt idx="104">
                  <c:v>42760</c:v>
                </c:pt>
                <c:pt idx="105">
                  <c:v>42761</c:v>
                </c:pt>
                <c:pt idx="106">
                  <c:v>42762</c:v>
                </c:pt>
                <c:pt idx="107">
                  <c:v>42765</c:v>
                </c:pt>
                <c:pt idx="108">
                  <c:v>42766</c:v>
                </c:pt>
                <c:pt idx="109">
                  <c:v>42767</c:v>
                </c:pt>
                <c:pt idx="110">
                  <c:v>42768</c:v>
                </c:pt>
                <c:pt idx="111">
                  <c:v>42769</c:v>
                </c:pt>
                <c:pt idx="112">
                  <c:v>42772</c:v>
                </c:pt>
                <c:pt idx="113">
                  <c:v>42773</c:v>
                </c:pt>
                <c:pt idx="114">
                  <c:v>42774</c:v>
                </c:pt>
                <c:pt idx="115">
                  <c:v>42775</c:v>
                </c:pt>
                <c:pt idx="116">
                  <c:v>42776</c:v>
                </c:pt>
                <c:pt idx="117">
                  <c:v>42779</c:v>
                </c:pt>
                <c:pt idx="118">
                  <c:v>42780</c:v>
                </c:pt>
                <c:pt idx="119">
                  <c:v>42781</c:v>
                </c:pt>
                <c:pt idx="120">
                  <c:v>42782</c:v>
                </c:pt>
                <c:pt idx="121">
                  <c:v>42783</c:v>
                </c:pt>
                <c:pt idx="122">
                  <c:v>42786</c:v>
                </c:pt>
                <c:pt idx="123">
                  <c:v>42787</c:v>
                </c:pt>
                <c:pt idx="124">
                  <c:v>42788</c:v>
                </c:pt>
                <c:pt idx="125">
                  <c:v>42789</c:v>
                </c:pt>
                <c:pt idx="126">
                  <c:v>42790</c:v>
                </c:pt>
                <c:pt idx="127">
                  <c:v>42793</c:v>
                </c:pt>
                <c:pt idx="128">
                  <c:v>42794</c:v>
                </c:pt>
                <c:pt idx="129">
                  <c:v>42795</c:v>
                </c:pt>
                <c:pt idx="130">
                  <c:v>42796</c:v>
                </c:pt>
                <c:pt idx="131">
                  <c:v>42797</c:v>
                </c:pt>
                <c:pt idx="132">
                  <c:v>42800</c:v>
                </c:pt>
                <c:pt idx="133">
                  <c:v>42801</c:v>
                </c:pt>
                <c:pt idx="134">
                  <c:v>42802</c:v>
                </c:pt>
                <c:pt idx="135">
                  <c:v>42803</c:v>
                </c:pt>
                <c:pt idx="136">
                  <c:v>42804</c:v>
                </c:pt>
                <c:pt idx="137">
                  <c:v>42807</c:v>
                </c:pt>
                <c:pt idx="138">
                  <c:v>42808</c:v>
                </c:pt>
                <c:pt idx="139">
                  <c:v>42809</c:v>
                </c:pt>
                <c:pt idx="140">
                  <c:v>42810</c:v>
                </c:pt>
                <c:pt idx="141">
                  <c:v>42811</c:v>
                </c:pt>
                <c:pt idx="142">
                  <c:v>42814</c:v>
                </c:pt>
                <c:pt idx="143">
                  <c:v>42815</c:v>
                </c:pt>
                <c:pt idx="144">
                  <c:v>42816</c:v>
                </c:pt>
                <c:pt idx="145">
                  <c:v>42817</c:v>
                </c:pt>
                <c:pt idx="146">
                  <c:v>42818</c:v>
                </c:pt>
                <c:pt idx="147">
                  <c:v>42821</c:v>
                </c:pt>
                <c:pt idx="148">
                  <c:v>42822</c:v>
                </c:pt>
                <c:pt idx="149">
                  <c:v>42823</c:v>
                </c:pt>
                <c:pt idx="150">
                  <c:v>42824</c:v>
                </c:pt>
                <c:pt idx="151">
                  <c:v>42825</c:v>
                </c:pt>
                <c:pt idx="152">
                  <c:v>42828</c:v>
                </c:pt>
                <c:pt idx="153">
                  <c:v>42829</c:v>
                </c:pt>
                <c:pt idx="154">
                  <c:v>42830</c:v>
                </c:pt>
                <c:pt idx="155">
                  <c:v>42831</c:v>
                </c:pt>
                <c:pt idx="156">
                  <c:v>42832</c:v>
                </c:pt>
                <c:pt idx="157">
                  <c:v>42835</c:v>
                </c:pt>
                <c:pt idx="158">
                  <c:v>42836</c:v>
                </c:pt>
                <c:pt idx="159">
                  <c:v>42837</c:v>
                </c:pt>
                <c:pt idx="160">
                  <c:v>42838</c:v>
                </c:pt>
                <c:pt idx="161">
                  <c:v>42839</c:v>
                </c:pt>
                <c:pt idx="162">
                  <c:v>42842</c:v>
                </c:pt>
                <c:pt idx="163">
                  <c:v>42843</c:v>
                </c:pt>
                <c:pt idx="164">
                  <c:v>42844</c:v>
                </c:pt>
                <c:pt idx="165">
                  <c:v>42845</c:v>
                </c:pt>
                <c:pt idx="166">
                  <c:v>42846</c:v>
                </c:pt>
                <c:pt idx="167">
                  <c:v>42849</c:v>
                </c:pt>
                <c:pt idx="168">
                  <c:v>42850</c:v>
                </c:pt>
                <c:pt idx="169">
                  <c:v>42851</c:v>
                </c:pt>
                <c:pt idx="170">
                  <c:v>42852</c:v>
                </c:pt>
                <c:pt idx="171">
                  <c:v>42853</c:v>
                </c:pt>
                <c:pt idx="172">
                  <c:v>42856</c:v>
                </c:pt>
                <c:pt idx="173">
                  <c:v>42857</c:v>
                </c:pt>
                <c:pt idx="174">
                  <c:v>42858</c:v>
                </c:pt>
                <c:pt idx="175">
                  <c:v>42859</c:v>
                </c:pt>
                <c:pt idx="176">
                  <c:v>42860</c:v>
                </c:pt>
                <c:pt idx="177">
                  <c:v>42863</c:v>
                </c:pt>
                <c:pt idx="178">
                  <c:v>42864</c:v>
                </c:pt>
                <c:pt idx="179">
                  <c:v>42865</c:v>
                </c:pt>
                <c:pt idx="180">
                  <c:v>42866</c:v>
                </c:pt>
                <c:pt idx="181">
                  <c:v>42867</c:v>
                </c:pt>
                <c:pt idx="182">
                  <c:v>42870</c:v>
                </c:pt>
                <c:pt idx="183">
                  <c:v>42871</c:v>
                </c:pt>
                <c:pt idx="184">
                  <c:v>42872</c:v>
                </c:pt>
                <c:pt idx="185">
                  <c:v>42873</c:v>
                </c:pt>
                <c:pt idx="186">
                  <c:v>42874</c:v>
                </c:pt>
                <c:pt idx="187">
                  <c:v>42877</c:v>
                </c:pt>
                <c:pt idx="188">
                  <c:v>42878</c:v>
                </c:pt>
                <c:pt idx="189">
                  <c:v>42879</c:v>
                </c:pt>
                <c:pt idx="190">
                  <c:v>42880</c:v>
                </c:pt>
                <c:pt idx="191">
                  <c:v>42881</c:v>
                </c:pt>
                <c:pt idx="192">
                  <c:v>42884</c:v>
                </c:pt>
                <c:pt idx="193">
                  <c:v>42885</c:v>
                </c:pt>
                <c:pt idx="194">
                  <c:v>42886</c:v>
                </c:pt>
                <c:pt idx="195">
                  <c:v>42887</c:v>
                </c:pt>
                <c:pt idx="196">
                  <c:v>42888</c:v>
                </c:pt>
                <c:pt idx="197">
                  <c:v>42891</c:v>
                </c:pt>
                <c:pt idx="198">
                  <c:v>42892</c:v>
                </c:pt>
                <c:pt idx="199">
                  <c:v>42893</c:v>
                </c:pt>
                <c:pt idx="200">
                  <c:v>42894</c:v>
                </c:pt>
                <c:pt idx="201">
                  <c:v>42895</c:v>
                </c:pt>
                <c:pt idx="202">
                  <c:v>42898</c:v>
                </c:pt>
                <c:pt idx="203">
                  <c:v>42899</c:v>
                </c:pt>
                <c:pt idx="204">
                  <c:v>42900</c:v>
                </c:pt>
                <c:pt idx="205">
                  <c:v>42901</c:v>
                </c:pt>
                <c:pt idx="206">
                  <c:v>42902</c:v>
                </c:pt>
                <c:pt idx="207">
                  <c:v>42905</c:v>
                </c:pt>
                <c:pt idx="208">
                  <c:v>42906</c:v>
                </c:pt>
                <c:pt idx="209">
                  <c:v>42907</c:v>
                </c:pt>
                <c:pt idx="210">
                  <c:v>42908</c:v>
                </c:pt>
                <c:pt idx="211">
                  <c:v>42909</c:v>
                </c:pt>
                <c:pt idx="212">
                  <c:v>42912</c:v>
                </c:pt>
                <c:pt idx="213">
                  <c:v>42913</c:v>
                </c:pt>
                <c:pt idx="214">
                  <c:v>42914</c:v>
                </c:pt>
                <c:pt idx="215">
                  <c:v>42915</c:v>
                </c:pt>
                <c:pt idx="216">
                  <c:v>42916</c:v>
                </c:pt>
                <c:pt idx="217">
                  <c:v>42919</c:v>
                </c:pt>
                <c:pt idx="218">
                  <c:v>42920</c:v>
                </c:pt>
                <c:pt idx="219">
                  <c:v>42921</c:v>
                </c:pt>
                <c:pt idx="220">
                  <c:v>42922</c:v>
                </c:pt>
                <c:pt idx="221">
                  <c:v>42923</c:v>
                </c:pt>
                <c:pt idx="222">
                  <c:v>42926</c:v>
                </c:pt>
                <c:pt idx="223">
                  <c:v>42927</c:v>
                </c:pt>
                <c:pt idx="224">
                  <c:v>42928</c:v>
                </c:pt>
                <c:pt idx="225">
                  <c:v>42929</c:v>
                </c:pt>
                <c:pt idx="226">
                  <c:v>42930</c:v>
                </c:pt>
                <c:pt idx="227">
                  <c:v>42933</c:v>
                </c:pt>
                <c:pt idx="228">
                  <c:v>42934</c:v>
                </c:pt>
                <c:pt idx="229">
                  <c:v>42935</c:v>
                </c:pt>
                <c:pt idx="230">
                  <c:v>42936</c:v>
                </c:pt>
                <c:pt idx="231">
                  <c:v>42937</c:v>
                </c:pt>
                <c:pt idx="232">
                  <c:v>42940</c:v>
                </c:pt>
                <c:pt idx="233">
                  <c:v>42941</c:v>
                </c:pt>
                <c:pt idx="234">
                  <c:v>42942</c:v>
                </c:pt>
                <c:pt idx="235">
                  <c:v>42943</c:v>
                </c:pt>
                <c:pt idx="236">
                  <c:v>42944</c:v>
                </c:pt>
                <c:pt idx="237">
                  <c:v>42947</c:v>
                </c:pt>
                <c:pt idx="238">
                  <c:v>42948</c:v>
                </c:pt>
                <c:pt idx="239">
                  <c:v>42949</c:v>
                </c:pt>
                <c:pt idx="240">
                  <c:v>42950</c:v>
                </c:pt>
                <c:pt idx="241">
                  <c:v>42951</c:v>
                </c:pt>
                <c:pt idx="242">
                  <c:v>42954</c:v>
                </c:pt>
                <c:pt idx="243">
                  <c:v>42955</c:v>
                </c:pt>
                <c:pt idx="244">
                  <c:v>42956</c:v>
                </c:pt>
                <c:pt idx="245">
                  <c:v>42957</c:v>
                </c:pt>
                <c:pt idx="246">
                  <c:v>42958</c:v>
                </c:pt>
                <c:pt idx="247">
                  <c:v>42961</c:v>
                </c:pt>
                <c:pt idx="248">
                  <c:v>42962</c:v>
                </c:pt>
                <c:pt idx="249">
                  <c:v>42963</c:v>
                </c:pt>
                <c:pt idx="250">
                  <c:v>42964</c:v>
                </c:pt>
                <c:pt idx="251">
                  <c:v>42965</c:v>
                </c:pt>
                <c:pt idx="252">
                  <c:v>42968</c:v>
                </c:pt>
                <c:pt idx="253">
                  <c:v>42969</c:v>
                </c:pt>
                <c:pt idx="254">
                  <c:v>42970</c:v>
                </c:pt>
                <c:pt idx="255">
                  <c:v>42971</c:v>
                </c:pt>
                <c:pt idx="256">
                  <c:v>42972</c:v>
                </c:pt>
                <c:pt idx="257">
                  <c:v>42975</c:v>
                </c:pt>
                <c:pt idx="258">
                  <c:v>42976</c:v>
                </c:pt>
                <c:pt idx="259">
                  <c:v>42977</c:v>
                </c:pt>
                <c:pt idx="260">
                  <c:v>42978</c:v>
                </c:pt>
                <c:pt idx="261">
                  <c:v>42979</c:v>
                </c:pt>
                <c:pt idx="262">
                  <c:v>42982</c:v>
                </c:pt>
                <c:pt idx="263">
                  <c:v>42983</c:v>
                </c:pt>
                <c:pt idx="264">
                  <c:v>42984</c:v>
                </c:pt>
                <c:pt idx="265">
                  <c:v>42985</c:v>
                </c:pt>
                <c:pt idx="266">
                  <c:v>42986</c:v>
                </c:pt>
                <c:pt idx="267">
                  <c:v>42989</c:v>
                </c:pt>
                <c:pt idx="268">
                  <c:v>42990</c:v>
                </c:pt>
                <c:pt idx="269">
                  <c:v>42991</c:v>
                </c:pt>
                <c:pt idx="270">
                  <c:v>42992</c:v>
                </c:pt>
                <c:pt idx="271">
                  <c:v>42993</c:v>
                </c:pt>
                <c:pt idx="272">
                  <c:v>42996</c:v>
                </c:pt>
                <c:pt idx="273">
                  <c:v>42997</c:v>
                </c:pt>
                <c:pt idx="274">
                  <c:v>42998</c:v>
                </c:pt>
                <c:pt idx="275">
                  <c:v>42999</c:v>
                </c:pt>
                <c:pt idx="276">
                  <c:v>43000</c:v>
                </c:pt>
                <c:pt idx="277">
                  <c:v>43003</c:v>
                </c:pt>
                <c:pt idx="278">
                  <c:v>43004</c:v>
                </c:pt>
                <c:pt idx="279">
                  <c:v>43005</c:v>
                </c:pt>
                <c:pt idx="280">
                  <c:v>43006</c:v>
                </c:pt>
                <c:pt idx="281">
                  <c:v>43007</c:v>
                </c:pt>
                <c:pt idx="282">
                  <c:v>43010</c:v>
                </c:pt>
                <c:pt idx="283">
                  <c:v>43011</c:v>
                </c:pt>
                <c:pt idx="284">
                  <c:v>43012</c:v>
                </c:pt>
                <c:pt idx="285">
                  <c:v>43013</c:v>
                </c:pt>
                <c:pt idx="286">
                  <c:v>43014</c:v>
                </c:pt>
                <c:pt idx="287">
                  <c:v>43017</c:v>
                </c:pt>
                <c:pt idx="288">
                  <c:v>43018</c:v>
                </c:pt>
                <c:pt idx="289">
                  <c:v>43019</c:v>
                </c:pt>
                <c:pt idx="290">
                  <c:v>43020</c:v>
                </c:pt>
                <c:pt idx="291">
                  <c:v>43021</c:v>
                </c:pt>
                <c:pt idx="292">
                  <c:v>43024</c:v>
                </c:pt>
                <c:pt idx="293">
                  <c:v>43025</c:v>
                </c:pt>
                <c:pt idx="294">
                  <c:v>43026</c:v>
                </c:pt>
                <c:pt idx="295">
                  <c:v>43027</c:v>
                </c:pt>
                <c:pt idx="296">
                  <c:v>43028</c:v>
                </c:pt>
                <c:pt idx="297">
                  <c:v>43031</c:v>
                </c:pt>
                <c:pt idx="298">
                  <c:v>43032</c:v>
                </c:pt>
                <c:pt idx="299">
                  <c:v>43033</c:v>
                </c:pt>
                <c:pt idx="300">
                  <c:v>43034</c:v>
                </c:pt>
                <c:pt idx="301">
                  <c:v>43035</c:v>
                </c:pt>
                <c:pt idx="302">
                  <c:v>43038</c:v>
                </c:pt>
                <c:pt idx="303">
                  <c:v>43039</c:v>
                </c:pt>
                <c:pt idx="304">
                  <c:v>43040</c:v>
                </c:pt>
                <c:pt idx="305">
                  <c:v>43041</c:v>
                </c:pt>
                <c:pt idx="306">
                  <c:v>43042</c:v>
                </c:pt>
                <c:pt idx="307">
                  <c:v>43045</c:v>
                </c:pt>
                <c:pt idx="308">
                  <c:v>43046</c:v>
                </c:pt>
                <c:pt idx="309">
                  <c:v>43047</c:v>
                </c:pt>
                <c:pt idx="310">
                  <c:v>43048</c:v>
                </c:pt>
                <c:pt idx="311">
                  <c:v>43049</c:v>
                </c:pt>
                <c:pt idx="312">
                  <c:v>43052</c:v>
                </c:pt>
                <c:pt idx="313">
                  <c:v>43053</c:v>
                </c:pt>
                <c:pt idx="314">
                  <c:v>43054</c:v>
                </c:pt>
                <c:pt idx="315">
                  <c:v>43055</c:v>
                </c:pt>
                <c:pt idx="316">
                  <c:v>43056</c:v>
                </c:pt>
                <c:pt idx="317">
                  <c:v>43059</c:v>
                </c:pt>
                <c:pt idx="318">
                  <c:v>43060</c:v>
                </c:pt>
                <c:pt idx="319">
                  <c:v>43061</c:v>
                </c:pt>
                <c:pt idx="320">
                  <c:v>43062</c:v>
                </c:pt>
                <c:pt idx="321">
                  <c:v>43063</c:v>
                </c:pt>
                <c:pt idx="322">
                  <c:v>43066</c:v>
                </c:pt>
                <c:pt idx="323">
                  <c:v>43067</c:v>
                </c:pt>
                <c:pt idx="324">
                  <c:v>43068</c:v>
                </c:pt>
                <c:pt idx="325">
                  <c:v>43069</c:v>
                </c:pt>
                <c:pt idx="326">
                  <c:v>43070</c:v>
                </c:pt>
                <c:pt idx="327">
                  <c:v>43073</c:v>
                </c:pt>
                <c:pt idx="328">
                  <c:v>43074</c:v>
                </c:pt>
                <c:pt idx="329">
                  <c:v>43075</c:v>
                </c:pt>
                <c:pt idx="330">
                  <c:v>43076</c:v>
                </c:pt>
                <c:pt idx="331">
                  <c:v>43077</c:v>
                </c:pt>
                <c:pt idx="332">
                  <c:v>43080</c:v>
                </c:pt>
                <c:pt idx="333">
                  <c:v>43081</c:v>
                </c:pt>
                <c:pt idx="334">
                  <c:v>43082</c:v>
                </c:pt>
                <c:pt idx="335">
                  <c:v>43083</c:v>
                </c:pt>
                <c:pt idx="336">
                  <c:v>43084</c:v>
                </c:pt>
                <c:pt idx="337">
                  <c:v>43087</c:v>
                </c:pt>
                <c:pt idx="338">
                  <c:v>43088</c:v>
                </c:pt>
                <c:pt idx="339">
                  <c:v>43089</c:v>
                </c:pt>
                <c:pt idx="340">
                  <c:v>43090</c:v>
                </c:pt>
                <c:pt idx="341">
                  <c:v>43091</c:v>
                </c:pt>
                <c:pt idx="342">
                  <c:v>43094</c:v>
                </c:pt>
                <c:pt idx="343">
                  <c:v>43095</c:v>
                </c:pt>
                <c:pt idx="344">
                  <c:v>43096</c:v>
                </c:pt>
                <c:pt idx="345">
                  <c:v>43097</c:v>
                </c:pt>
                <c:pt idx="346">
                  <c:v>43098</c:v>
                </c:pt>
                <c:pt idx="347">
                  <c:v>43102</c:v>
                </c:pt>
                <c:pt idx="348">
                  <c:v>43103</c:v>
                </c:pt>
                <c:pt idx="349">
                  <c:v>43104</c:v>
                </c:pt>
                <c:pt idx="350">
                  <c:v>43105</c:v>
                </c:pt>
                <c:pt idx="351">
                  <c:v>43108</c:v>
                </c:pt>
                <c:pt idx="352">
                  <c:v>43109</c:v>
                </c:pt>
                <c:pt idx="353">
                  <c:v>43110</c:v>
                </c:pt>
                <c:pt idx="354">
                  <c:v>43111</c:v>
                </c:pt>
                <c:pt idx="355">
                  <c:v>43112</c:v>
                </c:pt>
                <c:pt idx="356">
                  <c:v>43115</c:v>
                </c:pt>
                <c:pt idx="357">
                  <c:v>43116</c:v>
                </c:pt>
                <c:pt idx="358">
                  <c:v>43117</c:v>
                </c:pt>
                <c:pt idx="359">
                  <c:v>43118</c:v>
                </c:pt>
                <c:pt idx="360">
                  <c:v>43119</c:v>
                </c:pt>
                <c:pt idx="361">
                  <c:v>43122</c:v>
                </c:pt>
                <c:pt idx="362">
                  <c:v>43123</c:v>
                </c:pt>
                <c:pt idx="363">
                  <c:v>43124</c:v>
                </c:pt>
                <c:pt idx="364">
                  <c:v>43125</c:v>
                </c:pt>
                <c:pt idx="365">
                  <c:v>43126</c:v>
                </c:pt>
                <c:pt idx="366">
                  <c:v>43129</c:v>
                </c:pt>
                <c:pt idx="367">
                  <c:v>43130</c:v>
                </c:pt>
                <c:pt idx="368">
                  <c:v>43131</c:v>
                </c:pt>
                <c:pt idx="369">
                  <c:v>43132</c:v>
                </c:pt>
                <c:pt idx="370">
                  <c:v>43133</c:v>
                </c:pt>
                <c:pt idx="371">
                  <c:v>43136</c:v>
                </c:pt>
                <c:pt idx="372">
                  <c:v>43137</c:v>
                </c:pt>
                <c:pt idx="373">
                  <c:v>43138</c:v>
                </c:pt>
                <c:pt idx="374">
                  <c:v>43139</c:v>
                </c:pt>
                <c:pt idx="375">
                  <c:v>43140</c:v>
                </c:pt>
                <c:pt idx="376">
                  <c:v>43143</c:v>
                </c:pt>
                <c:pt idx="377">
                  <c:v>43144</c:v>
                </c:pt>
                <c:pt idx="378">
                  <c:v>43145</c:v>
                </c:pt>
                <c:pt idx="379">
                  <c:v>43146</c:v>
                </c:pt>
                <c:pt idx="380">
                  <c:v>43147</c:v>
                </c:pt>
                <c:pt idx="381">
                  <c:v>43150</c:v>
                </c:pt>
                <c:pt idx="382">
                  <c:v>43151</c:v>
                </c:pt>
                <c:pt idx="383">
                  <c:v>43152</c:v>
                </c:pt>
                <c:pt idx="384">
                  <c:v>43153</c:v>
                </c:pt>
                <c:pt idx="385">
                  <c:v>43154</c:v>
                </c:pt>
                <c:pt idx="386">
                  <c:v>43157</c:v>
                </c:pt>
                <c:pt idx="387">
                  <c:v>43158</c:v>
                </c:pt>
                <c:pt idx="388">
                  <c:v>43159</c:v>
                </c:pt>
                <c:pt idx="389">
                  <c:v>43160</c:v>
                </c:pt>
                <c:pt idx="390">
                  <c:v>43161</c:v>
                </c:pt>
                <c:pt idx="391">
                  <c:v>43164</c:v>
                </c:pt>
                <c:pt idx="392">
                  <c:v>43165</c:v>
                </c:pt>
                <c:pt idx="393">
                  <c:v>43166</c:v>
                </c:pt>
                <c:pt idx="394">
                  <c:v>43167</c:v>
                </c:pt>
                <c:pt idx="395">
                  <c:v>43168</c:v>
                </c:pt>
                <c:pt idx="396">
                  <c:v>43171</c:v>
                </c:pt>
                <c:pt idx="397">
                  <c:v>43172</c:v>
                </c:pt>
                <c:pt idx="398">
                  <c:v>43173</c:v>
                </c:pt>
                <c:pt idx="399">
                  <c:v>43174</c:v>
                </c:pt>
                <c:pt idx="400">
                  <c:v>43175</c:v>
                </c:pt>
                <c:pt idx="401">
                  <c:v>43178</c:v>
                </c:pt>
                <c:pt idx="402">
                  <c:v>43179</c:v>
                </c:pt>
                <c:pt idx="403">
                  <c:v>43180</c:v>
                </c:pt>
                <c:pt idx="404">
                  <c:v>43181</c:v>
                </c:pt>
                <c:pt idx="405">
                  <c:v>43182</c:v>
                </c:pt>
                <c:pt idx="406">
                  <c:v>43185</c:v>
                </c:pt>
                <c:pt idx="407">
                  <c:v>43186</c:v>
                </c:pt>
                <c:pt idx="408">
                  <c:v>43187</c:v>
                </c:pt>
                <c:pt idx="409">
                  <c:v>43188</c:v>
                </c:pt>
                <c:pt idx="410">
                  <c:v>43189</c:v>
                </c:pt>
                <c:pt idx="411">
                  <c:v>43192</c:v>
                </c:pt>
                <c:pt idx="412">
                  <c:v>43193</c:v>
                </c:pt>
                <c:pt idx="413">
                  <c:v>43194</c:v>
                </c:pt>
                <c:pt idx="414">
                  <c:v>43195</c:v>
                </c:pt>
                <c:pt idx="415">
                  <c:v>43196</c:v>
                </c:pt>
                <c:pt idx="416">
                  <c:v>43199</c:v>
                </c:pt>
                <c:pt idx="417">
                  <c:v>43200</c:v>
                </c:pt>
                <c:pt idx="418">
                  <c:v>43201</c:v>
                </c:pt>
                <c:pt idx="419">
                  <c:v>43202</c:v>
                </c:pt>
                <c:pt idx="420">
                  <c:v>43203</c:v>
                </c:pt>
                <c:pt idx="421">
                  <c:v>43206</c:v>
                </c:pt>
                <c:pt idx="422">
                  <c:v>43207</c:v>
                </c:pt>
                <c:pt idx="423">
                  <c:v>43208</c:v>
                </c:pt>
                <c:pt idx="424">
                  <c:v>43209</c:v>
                </c:pt>
                <c:pt idx="425">
                  <c:v>43210</c:v>
                </c:pt>
                <c:pt idx="426">
                  <c:v>43213</c:v>
                </c:pt>
                <c:pt idx="427">
                  <c:v>43214</c:v>
                </c:pt>
                <c:pt idx="428">
                  <c:v>43215</c:v>
                </c:pt>
                <c:pt idx="429">
                  <c:v>43216</c:v>
                </c:pt>
                <c:pt idx="430">
                  <c:v>43217</c:v>
                </c:pt>
                <c:pt idx="431">
                  <c:v>43220</c:v>
                </c:pt>
                <c:pt idx="432">
                  <c:v>43221</c:v>
                </c:pt>
                <c:pt idx="433">
                  <c:v>43222</c:v>
                </c:pt>
                <c:pt idx="434">
                  <c:v>43223</c:v>
                </c:pt>
                <c:pt idx="435">
                  <c:v>43224</c:v>
                </c:pt>
                <c:pt idx="436">
                  <c:v>43227</c:v>
                </c:pt>
                <c:pt idx="437">
                  <c:v>43228</c:v>
                </c:pt>
                <c:pt idx="438">
                  <c:v>43229</c:v>
                </c:pt>
                <c:pt idx="439">
                  <c:v>43230</c:v>
                </c:pt>
                <c:pt idx="440">
                  <c:v>43231</c:v>
                </c:pt>
                <c:pt idx="441">
                  <c:v>43234</c:v>
                </c:pt>
                <c:pt idx="442">
                  <c:v>43235</c:v>
                </c:pt>
                <c:pt idx="443">
                  <c:v>43236</c:v>
                </c:pt>
                <c:pt idx="444">
                  <c:v>43237</c:v>
                </c:pt>
                <c:pt idx="445">
                  <c:v>43238</c:v>
                </c:pt>
                <c:pt idx="446">
                  <c:v>43241</c:v>
                </c:pt>
                <c:pt idx="447">
                  <c:v>43242</c:v>
                </c:pt>
                <c:pt idx="448">
                  <c:v>43243</c:v>
                </c:pt>
                <c:pt idx="449">
                  <c:v>43244</c:v>
                </c:pt>
                <c:pt idx="450">
                  <c:v>43245</c:v>
                </c:pt>
                <c:pt idx="451">
                  <c:v>43248</c:v>
                </c:pt>
                <c:pt idx="452">
                  <c:v>43249</c:v>
                </c:pt>
                <c:pt idx="453">
                  <c:v>43250</c:v>
                </c:pt>
                <c:pt idx="454">
                  <c:v>43251</c:v>
                </c:pt>
                <c:pt idx="455">
                  <c:v>43252</c:v>
                </c:pt>
                <c:pt idx="456">
                  <c:v>43255</c:v>
                </c:pt>
                <c:pt idx="457">
                  <c:v>43256</c:v>
                </c:pt>
                <c:pt idx="458">
                  <c:v>43257</c:v>
                </c:pt>
                <c:pt idx="459">
                  <c:v>43258</c:v>
                </c:pt>
                <c:pt idx="460">
                  <c:v>43259</c:v>
                </c:pt>
                <c:pt idx="461">
                  <c:v>43262</c:v>
                </c:pt>
                <c:pt idx="462">
                  <c:v>43263</c:v>
                </c:pt>
                <c:pt idx="463">
                  <c:v>43264</c:v>
                </c:pt>
                <c:pt idx="464">
                  <c:v>43265</c:v>
                </c:pt>
                <c:pt idx="465">
                  <c:v>43266</c:v>
                </c:pt>
                <c:pt idx="466">
                  <c:v>43269</c:v>
                </c:pt>
                <c:pt idx="467">
                  <c:v>43270</c:v>
                </c:pt>
                <c:pt idx="468">
                  <c:v>43271</c:v>
                </c:pt>
                <c:pt idx="469">
                  <c:v>43272</c:v>
                </c:pt>
                <c:pt idx="470">
                  <c:v>43273</c:v>
                </c:pt>
                <c:pt idx="471">
                  <c:v>43276</c:v>
                </c:pt>
                <c:pt idx="472">
                  <c:v>43277</c:v>
                </c:pt>
                <c:pt idx="473">
                  <c:v>43278</c:v>
                </c:pt>
                <c:pt idx="474">
                  <c:v>43279</c:v>
                </c:pt>
                <c:pt idx="475">
                  <c:v>43280</c:v>
                </c:pt>
                <c:pt idx="476">
                  <c:v>43283</c:v>
                </c:pt>
                <c:pt idx="477">
                  <c:v>43284</c:v>
                </c:pt>
                <c:pt idx="478">
                  <c:v>43285</c:v>
                </c:pt>
                <c:pt idx="479">
                  <c:v>43286</c:v>
                </c:pt>
                <c:pt idx="480">
                  <c:v>43287</c:v>
                </c:pt>
                <c:pt idx="481">
                  <c:v>43290</c:v>
                </c:pt>
                <c:pt idx="482">
                  <c:v>43291</c:v>
                </c:pt>
                <c:pt idx="483">
                  <c:v>43292</c:v>
                </c:pt>
                <c:pt idx="484">
                  <c:v>43293</c:v>
                </c:pt>
                <c:pt idx="485">
                  <c:v>43294</c:v>
                </c:pt>
                <c:pt idx="486">
                  <c:v>43297</c:v>
                </c:pt>
                <c:pt idx="487">
                  <c:v>43298</c:v>
                </c:pt>
                <c:pt idx="488">
                  <c:v>43299</c:v>
                </c:pt>
                <c:pt idx="489">
                  <c:v>43300</c:v>
                </c:pt>
                <c:pt idx="490">
                  <c:v>43301</c:v>
                </c:pt>
                <c:pt idx="491">
                  <c:v>43304</c:v>
                </c:pt>
                <c:pt idx="492">
                  <c:v>43305</c:v>
                </c:pt>
                <c:pt idx="493">
                  <c:v>43306</c:v>
                </c:pt>
                <c:pt idx="494">
                  <c:v>43307</c:v>
                </c:pt>
                <c:pt idx="495">
                  <c:v>43308</c:v>
                </c:pt>
                <c:pt idx="496">
                  <c:v>43311</c:v>
                </c:pt>
                <c:pt idx="497">
                  <c:v>43312</c:v>
                </c:pt>
                <c:pt idx="498">
                  <c:v>43313</c:v>
                </c:pt>
                <c:pt idx="499">
                  <c:v>43314</c:v>
                </c:pt>
                <c:pt idx="500">
                  <c:v>43315</c:v>
                </c:pt>
                <c:pt idx="501">
                  <c:v>43318</c:v>
                </c:pt>
                <c:pt idx="502">
                  <c:v>43319</c:v>
                </c:pt>
                <c:pt idx="503">
                  <c:v>43320</c:v>
                </c:pt>
                <c:pt idx="504">
                  <c:v>43321</c:v>
                </c:pt>
                <c:pt idx="505">
                  <c:v>43322</c:v>
                </c:pt>
                <c:pt idx="506">
                  <c:v>43325</c:v>
                </c:pt>
                <c:pt idx="507">
                  <c:v>43326</c:v>
                </c:pt>
                <c:pt idx="508">
                  <c:v>43327</c:v>
                </c:pt>
                <c:pt idx="509">
                  <c:v>43328</c:v>
                </c:pt>
                <c:pt idx="510">
                  <c:v>43329</c:v>
                </c:pt>
                <c:pt idx="511">
                  <c:v>43332</c:v>
                </c:pt>
                <c:pt idx="512">
                  <c:v>43333</c:v>
                </c:pt>
                <c:pt idx="513">
                  <c:v>43334</c:v>
                </c:pt>
                <c:pt idx="514">
                  <c:v>43335</c:v>
                </c:pt>
                <c:pt idx="515">
                  <c:v>43336</c:v>
                </c:pt>
                <c:pt idx="516">
                  <c:v>43339</c:v>
                </c:pt>
                <c:pt idx="517">
                  <c:v>43340</c:v>
                </c:pt>
                <c:pt idx="518">
                  <c:v>43341</c:v>
                </c:pt>
                <c:pt idx="519">
                  <c:v>43342</c:v>
                </c:pt>
                <c:pt idx="520">
                  <c:v>43343</c:v>
                </c:pt>
                <c:pt idx="521">
                  <c:v>43346</c:v>
                </c:pt>
                <c:pt idx="522">
                  <c:v>43347</c:v>
                </c:pt>
                <c:pt idx="523">
                  <c:v>43348</c:v>
                </c:pt>
                <c:pt idx="524">
                  <c:v>43349</c:v>
                </c:pt>
                <c:pt idx="525">
                  <c:v>43350</c:v>
                </c:pt>
                <c:pt idx="526">
                  <c:v>43353</c:v>
                </c:pt>
                <c:pt idx="527">
                  <c:v>43354</c:v>
                </c:pt>
                <c:pt idx="528">
                  <c:v>43355</c:v>
                </c:pt>
                <c:pt idx="529">
                  <c:v>43356</c:v>
                </c:pt>
                <c:pt idx="530">
                  <c:v>43357</c:v>
                </c:pt>
                <c:pt idx="531">
                  <c:v>43360</c:v>
                </c:pt>
                <c:pt idx="532">
                  <c:v>43361</c:v>
                </c:pt>
                <c:pt idx="533">
                  <c:v>43362</c:v>
                </c:pt>
                <c:pt idx="534">
                  <c:v>43363</c:v>
                </c:pt>
                <c:pt idx="535">
                  <c:v>43364</c:v>
                </c:pt>
                <c:pt idx="536">
                  <c:v>43367</c:v>
                </c:pt>
                <c:pt idx="537">
                  <c:v>43368</c:v>
                </c:pt>
                <c:pt idx="538">
                  <c:v>43369</c:v>
                </c:pt>
                <c:pt idx="539">
                  <c:v>43370</c:v>
                </c:pt>
                <c:pt idx="540">
                  <c:v>43371</c:v>
                </c:pt>
                <c:pt idx="541">
                  <c:v>43374</c:v>
                </c:pt>
                <c:pt idx="542">
                  <c:v>43375</c:v>
                </c:pt>
                <c:pt idx="543">
                  <c:v>43376</c:v>
                </c:pt>
                <c:pt idx="544">
                  <c:v>43377</c:v>
                </c:pt>
                <c:pt idx="545">
                  <c:v>43378</c:v>
                </c:pt>
                <c:pt idx="546">
                  <c:v>43381</c:v>
                </c:pt>
                <c:pt idx="547">
                  <c:v>43382</c:v>
                </c:pt>
                <c:pt idx="548">
                  <c:v>43383</c:v>
                </c:pt>
                <c:pt idx="549">
                  <c:v>43384</c:v>
                </c:pt>
                <c:pt idx="550">
                  <c:v>43385</c:v>
                </c:pt>
                <c:pt idx="551">
                  <c:v>43388</c:v>
                </c:pt>
                <c:pt idx="552">
                  <c:v>43389</c:v>
                </c:pt>
                <c:pt idx="553">
                  <c:v>43390</c:v>
                </c:pt>
                <c:pt idx="554">
                  <c:v>43391</c:v>
                </c:pt>
                <c:pt idx="555">
                  <c:v>43392</c:v>
                </c:pt>
                <c:pt idx="556">
                  <c:v>43395</c:v>
                </c:pt>
                <c:pt idx="557">
                  <c:v>43396</c:v>
                </c:pt>
                <c:pt idx="558">
                  <c:v>43397</c:v>
                </c:pt>
                <c:pt idx="559">
                  <c:v>43398</c:v>
                </c:pt>
                <c:pt idx="560">
                  <c:v>43399</c:v>
                </c:pt>
                <c:pt idx="561">
                  <c:v>43402</c:v>
                </c:pt>
                <c:pt idx="562">
                  <c:v>43403</c:v>
                </c:pt>
                <c:pt idx="563">
                  <c:v>43404</c:v>
                </c:pt>
                <c:pt idx="564">
                  <c:v>43405</c:v>
                </c:pt>
                <c:pt idx="565">
                  <c:v>43406</c:v>
                </c:pt>
                <c:pt idx="566">
                  <c:v>43409</c:v>
                </c:pt>
                <c:pt idx="567">
                  <c:v>43410</c:v>
                </c:pt>
                <c:pt idx="568">
                  <c:v>43411</c:v>
                </c:pt>
                <c:pt idx="569">
                  <c:v>43412</c:v>
                </c:pt>
                <c:pt idx="570">
                  <c:v>43413</c:v>
                </c:pt>
                <c:pt idx="571">
                  <c:v>43416</c:v>
                </c:pt>
                <c:pt idx="572">
                  <c:v>43417</c:v>
                </c:pt>
                <c:pt idx="573">
                  <c:v>43418</c:v>
                </c:pt>
                <c:pt idx="574">
                  <c:v>43419</c:v>
                </c:pt>
                <c:pt idx="575">
                  <c:v>43420</c:v>
                </c:pt>
                <c:pt idx="576">
                  <c:v>43423</c:v>
                </c:pt>
                <c:pt idx="577">
                  <c:v>43424</c:v>
                </c:pt>
                <c:pt idx="578">
                  <c:v>43425</c:v>
                </c:pt>
                <c:pt idx="579">
                  <c:v>43426</c:v>
                </c:pt>
                <c:pt idx="580">
                  <c:v>43427</c:v>
                </c:pt>
                <c:pt idx="581">
                  <c:v>43430</c:v>
                </c:pt>
                <c:pt idx="582">
                  <c:v>43431</c:v>
                </c:pt>
                <c:pt idx="583">
                  <c:v>43432</c:v>
                </c:pt>
                <c:pt idx="584">
                  <c:v>43433</c:v>
                </c:pt>
                <c:pt idx="585">
                  <c:v>43434</c:v>
                </c:pt>
                <c:pt idx="586">
                  <c:v>43437</c:v>
                </c:pt>
                <c:pt idx="587">
                  <c:v>43438</c:v>
                </c:pt>
                <c:pt idx="588">
                  <c:v>43439</c:v>
                </c:pt>
                <c:pt idx="589">
                  <c:v>43440</c:v>
                </c:pt>
                <c:pt idx="590">
                  <c:v>43441</c:v>
                </c:pt>
                <c:pt idx="591">
                  <c:v>43444</c:v>
                </c:pt>
                <c:pt idx="592">
                  <c:v>43445</c:v>
                </c:pt>
                <c:pt idx="593">
                  <c:v>43446</c:v>
                </c:pt>
                <c:pt idx="594">
                  <c:v>43447</c:v>
                </c:pt>
                <c:pt idx="595">
                  <c:v>43448</c:v>
                </c:pt>
                <c:pt idx="596">
                  <c:v>43451</c:v>
                </c:pt>
                <c:pt idx="597">
                  <c:v>43452</c:v>
                </c:pt>
                <c:pt idx="598">
                  <c:v>43453</c:v>
                </c:pt>
                <c:pt idx="599">
                  <c:v>43454</c:v>
                </c:pt>
                <c:pt idx="600">
                  <c:v>43455</c:v>
                </c:pt>
                <c:pt idx="601">
                  <c:v>43458</c:v>
                </c:pt>
                <c:pt idx="602">
                  <c:v>43460</c:v>
                </c:pt>
                <c:pt idx="603">
                  <c:v>43461</c:v>
                </c:pt>
                <c:pt idx="604">
                  <c:v>43462</c:v>
                </c:pt>
                <c:pt idx="605">
                  <c:v>43465</c:v>
                </c:pt>
                <c:pt idx="606">
                  <c:v>43467</c:v>
                </c:pt>
                <c:pt idx="607">
                  <c:v>43468</c:v>
                </c:pt>
                <c:pt idx="608">
                  <c:v>43469</c:v>
                </c:pt>
                <c:pt idx="609">
                  <c:v>43472</c:v>
                </c:pt>
                <c:pt idx="610">
                  <c:v>43473</c:v>
                </c:pt>
                <c:pt idx="611">
                  <c:v>43474</c:v>
                </c:pt>
                <c:pt idx="612">
                  <c:v>43475</c:v>
                </c:pt>
                <c:pt idx="613">
                  <c:v>43476</c:v>
                </c:pt>
                <c:pt idx="614">
                  <c:v>43479</c:v>
                </c:pt>
                <c:pt idx="615">
                  <c:v>43480</c:v>
                </c:pt>
                <c:pt idx="616">
                  <c:v>43481</c:v>
                </c:pt>
                <c:pt idx="617">
                  <c:v>43482</c:v>
                </c:pt>
                <c:pt idx="618">
                  <c:v>43483</c:v>
                </c:pt>
                <c:pt idx="619">
                  <c:v>43486</c:v>
                </c:pt>
                <c:pt idx="620">
                  <c:v>43487</c:v>
                </c:pt>
                <c:pt idx="621">
                  <c:v>43488</c:v>
                </c:pt>
                <c:pt idx="622">
                  <c:v>43489</c:v>
                </c:pt>
                <c:pt idx="623">
                  <c:v>43490</c:v>
                </c:pt>
                <c:pt idx="624">
                  <c:v>43493</c:v>
                </c:pt>
                <c:pt idx="625">
                  <c:v>43494</c:v>
                </c:pt>
                <c:pt idx="626">
                  <c:v>43495</c:v>
                </c:pt>
                <c:pt idx="627">
                  <c:v>43496</c:v>
                </c:pt>
                <c:pt idx="628">
                  <c:v>43497</c:v>
                </c:pt>
                <c:pt idx="629">
                  <c:v>43500</c:v>
                </c:pt>
                <c:pt idx="630">
                  <c:v>43501</c:v>
                </c:pt>
                <c:pt idx="631">
                  <c:v>43502</c:v>
                </c:pt>
                <c:pt idx="632">
                  <c:v>43503</c:v>
                </c:pt>
                <c:pt idx="633">
                  <c:v>43504</c:v>
                </c:pt>
                <c:pt idx="634">
                  <c:v>43507</c:v>
                </c:pt>
                <c:pt idx="635">
                  <c:v>43508</c:v>
                </c:pt>
                <c:pt idx="636">
                  <c:v>43509</c:v>
                </c:pt>
                <c:pt idx="637">
                  <c:v>43510</c:v>
                </c:pt>
                <c:pt idx="638">
                  <c:v>43511</c:v>
                </c:pt>
                <c:pt idx="639">
                  <c:v>43514</c:v>
                </c:pt>
                <c:pt idx="640">
                  <c:v>43515</c:v>
                </c:pt>
                <c:pt idx="641">
                  <c:v>43516</c:v>
                </c:pt>
                <c:pt idx="642">
                  <c:v>43517</c:v>
                </c:pt>
                <c:pt idx="643">
                  <c:v>43518</c:v>
                </c:pt>
                <c:pt idx="644">
                  <c:v>43521</c:v>
                </c:pt>
                <c:pt idx="645">
                  <c:v>43522</c:v>
                </c:pt>
                <c:pt idx="646">
                  <c:v>43523</c:v>
                </c:pt>
                <c:pt idx="647">
                  <c:v>43524</c:v>
                </c:pt>
                <c:pt idx="648">
                  <c:v>43525</c:v>
                </c:pt>
                <c:pt idx="649">
                  <c:v>43528</c:v>
                </c:pt>
                <c:pt idx="650">
                  <c:v>43529</c:v>
                </c:pt>
                <c:pt idx="651">
                  <c:v>43530</c:v>
                </c:pt>
                <c:pt idx="652">
                  <c:v>43531</c:v>
                </c:pt>
                <c:pt idx="653">
                  <c:v>43532</c:v>
                </c:pt>
                <c:pt idx="654">
                  <c:v>43535</c:v>
                </c:pt>
                <c:pt idx="655">
                  <c:v>43536</c:v>
                </c:pt>
                <c:pt idx="656">
                  <c:v>43537</c:v>
                </c:pt>
                <c:pt idx="657">
                  <c:v>43538</c:v>
                </c:pt>
                <c:pt idx="658">
                  <c:v>43539</c:v>
                </c:pt>
                <c:pt idx="659">
                  <c:v>43542</c:v>
                </c:pt>
                <c:pt idx="660">
                  <c:v>43543</c:v>
                </c:pt>
                <c:pt idx="661">
                  <c:v>43544</c:v>
                </c:pt>
                <c:pt idx="662">
                  <c:v>43545</c:v>
                </c:pt>
                <c:pt idx="663">
                  <c:v>43546</c:v>
                </c:pt>
                <c:pt idx="664">
                  <c:v>43549</c:v>
                </c:pt>
                <c:pt idx="665">
                  <c:v>43550</c:v>
                </c:pt>
                <c:pt idx="666">
                  <c:v>43551</c:v>
                </c:pt>
                <c:pt idx="667">
                  <c:v>43552</c:v>
                </c:pt>
                <c:pt idx="668">
                  <c:v>43553</c:v>
                </c:pt>
                <c:pt idx="669">
                  <c:v>43556</c:v>
                </c:pt>
                <c:pt idx="670">
                  <c:v>43557</c:v>
                </c:pt>
                <c:pt idx="671">
                  <c:v>43558</c:v>
                </c:pt>
                <c:pt idx="672">
                  <c:v>43559</c:v>
                </c:pt>
                <c:pt idx="673">
                  <c:v>43560</c:v>
                </c:pt>
                <c:pt idx="674">
                  <c:v>43563</c:v>
                </c:pt>
                <c:pt idx="675">
                  <c:v>43564</c:v>
                </c:pt>
                <c:pt idx="676">
                  <c:v>43565</c:v>
                </c:pt>
                <c:pt idx="677">
                  <c:v>43566</c:v>
                </c:pt>
                <c:pt idx="678">
                  <c:v>43567</c:v>
                </c:pt>
                <c:pt idx="679">
                  <c:v>43570</c:v>
                </c:pt>
                <c:pt idx="680">
                  <c:v>43571</c:v>
                </c:pt>
                <c:pt idx="681">
                  <c:v>43572</c:v>
                </c:pt>
                <c:pt idx="682">
                  <c:v>43573</c:v>
                </c:pt>
                <c:pt idx="683">
                  <c:v>43574</c:v>
                </c:pt>
                <c:pt idx="684">
                  <c:v>43577</c:v>
                </c:pt>
                <c:pt idx="685">
                  <c:v>43578</c:v>
                </c:pt>
                <c:pt idx="686">
                  <c:v>43579</c:v>
                </c:pt>
                <c:pt idx="687">
                  <c:v>43580</c:v>
                </c:pt>
                <c:pt idx="688">
                  <c:v>43581</c:v>
                </c:pt>
                <c:pt idx="689">
                  <c:v>43584</c:v>
                </c:pt>
                <c:pt idx="690">
                  <c:v>43585</c:v>
                </c:pt>
                <c:pt idx="691">
                  <c:v>43586</c:v>
                </c:pt>
                <c:pt idx="692">
                  <c:v>43587</c:v>
                </c:pt>
                <c:pt idx="693">
                  <c:v>43588</c:v>
                </c:pt>
                <c:pt idx="694">
                  <c:v>43591</c:v>
                </c:pt>
                <c:pt idx="695">
                  <c:v>43592</c:v>
                </c:pt>
                <c:pt idx="696">
                  <c:v>43593</c:v>
                </c:pt>
                <c:pt idx="697">
                  <c:v>43594</c:v>
                </c:pt>
                <c:pt idx="698">
                  <c:v>43595</c:v>
                </c:pt>
                <c:pt idx="699">
                  <c:v>43598</c:v>
                </c:pt>
                <c:pt idx="700">
                  <c:v>43599</c:v>
                </c:pt>
                <c:pt idx="701">
                  <c:v>43600</c:v>
                </c:pt>
                <c:pt idx="702">
                  <c:v>43601</c:v>
                </c:pt>
                <c:pt idx="703">
                  <c:v>43602</c:v>
                </c:pt>
                <c:pt idx="704">
                  <c:v>43605</c:v>
                </c:pt>
                <c:pt idx="705">
                  <c:v>43606</c:v>
                </c:pt>
                <c:pt idx="706">
                  <c:v>43607</c:v>
                </c:pt>
                <c:pt idx="707">
                  <c:v>43608</c:v>
                </c:pt>
                <c:pt idx="708">
                  <c:v>43609</c:v>
                </c:pt>
                <c:pt idx="709">
                  <c:v>43612</c:v>
                </c:pt>
                <c:pt idx="710">
                  <c:v>43613</c:v>
                </c:pt>
                <c:pt idx="711">
                  <c:v>43614</c:v>
                </c:pt>
                <c:pt idx="712">
                  <c:v>43615</c:v>
                </c:pt>
                <c:pt idx="713">
                  <c:v>43616</c:v>
                </c:pt>
                <c:pt idx="714">
                  <c:v>43619</c:v>
                </c:pt>
                <c:pt idx="715">
                  <c:v>43620</c:v>
                </c:pt>
                <c:pt idx="716">
                  <c:v>43621</c:v>
                </c:pt>
                <c:pt idx="717">
                  <c:v>43622</c:v>
                </c:pt>
                <c:pt idx="718">
                  <c:v>43623</c:v>
                </c:pt>
                <c:pt idx="719">
                  <c:v>43626</c:v>
                </c:pt>
                <c:pt idx="720">
                  <c:v>43627</c:v>
                </c:pt>
                <c:pt idx="721">
                  <c:v>43628</c:v>
                </c:pt>
                <c:pt idx="722">
                  <c:v>43629</c:v>
                </c:pt>
                <c:pt idx="723">
                  <c:v>43630</c:v>
                </c:pt>
                <c:pt idx="724">
                  <c:v>43633</c:v>
                </c:pt>
                <c:pt idx="725">
                  <c:v>43634</c:v>
                </c:pt>
                <c:pt idx="726">
                  <c:v>43635</c:v>
                </c:pt>
                <c:pt idx="727">
                  <c:v>43636</c:v>
                </c:pt>
                <c:pt idx="728">
                  <c:v>43637</c:v>
                </c:pt>
                <c:pt idx="729">
                  <c:v>43640</c:v>
                </c:pt>
                <c:pt idx="730">
                  <c:v>43641</c:v>
                </c:pt>
                <c:pt idx="731">
                  <c:v>43642</c:v>
                </c:pt>
                <c:pt idx="732">
                  <c:v>43643</c:v>
                </c:pt>
                <c:pt idx="733">
                  <c:v>43644</c:v>
                </c:pt>
                <c:pt idx="734">
                  <c:v>43647</c:v>
                </c:pt>
                <c:pt idx="735">
                  <c:v>43648</c:v>
                </c:pt>
                <c:pt idx="736">
                  <c:v>43649</c:v>
                </c:pt>
                <c:pt idx="737">
                  <c:v>43650</c:v>
                </c:pt>
                <c:pt idx="738">
                  <c:v>43651</c:v>
                </c:pt>
                <c:pt idx="739">
                  <c:v>43654</c:v>
                </c:pt>
                <c:pt idx="740">
                  <c:v>43655</c:v>
                </c:pt>
                <c:pt idx="741">
                  <c:v>43656</c:v>
                </c:pt>
                <c:pt idx="742">
                  <c:v>43657</c:v>
                </c:pt>
                <c:pt idx="743">
                  <c:v>43658</c:v>
                </c:pt>
                <c:pt idx="744">
                  <c:v>43661</c:v>
                </c:pt>
                <c:pt idx="745">
                  <c:v>43662</c:v>
                </c:pt>
                <c:pt idx="746">
                  <c:v>43663</c:v>
                </c:pt>
                <c:pt idx="747">
                  <c:v>43664</c:v>
                </c:pt>
                <c:pt idx="748">
                  <c:v>43665</c:v>
                </c:pt>
                <c:pt idx="749">
                  <c:v>43668</c:v>
                </c:pt>
                <c:pt idx="750">
                  <c:v>43669</c:v>
                </c:pt>
                <c:pt idx="751">
                  <c:v>43670</c:v>
                </c:pt>
                <c:pt idx="752">
                  <c:v>43671</c:v>
                </c:pt>
                <c:pt idx="753">
                  <c:v>43672</c:v>
                </c:pt>
                <c:pt idx="754">
                  <c:v>43675</c:v>
                </c:pt>
                <c:pt idx="755">
                  <c:v>43676</c:v>
                </c:pt>
                <c:pt idx="756">
                  <c:v>43677</c:v>
                </c:pt>
                <c:pt idx="757">
                  <c:v>43678</c:v>
                </c:pt>
                <c:pt idx="758">
                  <c:v>43679</c:v>
                </c:pt>
                <c:pt idx="759">
                  <c:v>43682</c:v>
                </c:pt>
                <c:pt idx="760">
                  <c:v>43683</c:v>
                </c:pt>
                <c:pt idx="761">
                  <c:v>43684</c:v>
                </c:pt>
                <c:pt idx="762">
                  <c:v>43685</c:v>
                </c:pt>
                <c:pt idx="763">
                  <c:v>43686</c:v>
                </c:pt>
                <c:pt idx="764">
                  <c:v>43689</c:v>
                </c:pt>
                <c:pt idx="765">
                  <c:v>43690</c:v>
                </c:pt>
                <c:pt idx="766">
                  <c:v>43691</c:v>
                </c:pt>
                <c:pt idx="767">
                  <c:v>43692</c:v>
                </c:pt>
                <c:pt idx="768">
                  <c:v>43693</c:v>
                </c:pt>
                <c:pt idx="769">
                  <c:v>43696</c:v>
                </c:pt>
                <c:pt idx="770">
                  <c:v>43697</c:v>
                </c:pt>
                <c:pt idx="771">
                  <c:v>43698</c:v>
                </c:pt>
                <c:pt idx="772">
                  <c:v>43699</c:v>
                </c:pt>
                <c:pt idx="773">
                  <c:v>43700</c:v>
                </c:pt>
                <c:pt idx="774">
                  <c:v>43703</c:v>
                </c:pt>
                <c:pt idx="775">
                  <c:v>43704</c:v>
                </c:pt>
                <c:pt idx="776">
                  <c:v>43705</c:v>
                </c:pt>
                <c:pt idx="777">
                  <c:v>43706</c:v>
                </c:pt>
                <c:pt idx="778">
                  <c:v>43707</c:v>
                </c:pt>
                <c:pt idx="779">
                  <c:v>43710</c:v>
                </c:pt>
                <c:pt idx="780">
                  <c:v>43711</c:v>
                </c:pt>
                <c:pt idx="781">
                  <c:v>43712</c:v>
                </c:pt>
                <c:pt idx="782">
                  <c:v>43713</c:v>
                </c:pt>
                <c:pt idx="783">
                  <c:v>43714</c:v>
                </c:pt>
                <c:pt idx="784">
                  <c:v>43717</c:v>
                </c:pt>
                <c:pt idx="785">
                  <c:v>43718</c:v>
                </c:pt>
                <c:pt idx="786">
                  <c:v>43719</c:v>
                </c:pt>
                <c:pt idx="787">
                  <c:v>43720</c:v>
                </c:pt>
                <c:pt idx="788">
                  <c:v>43721</c:v>
                </c:pt>
                <c:pt idx="789">
                  <c:v>43724</c:v>
                </c:pt>
                <c:pt idx="790">
                  <c:v>43725</c:v>
                </c:pt>
                <c:pt idx="791">
                  <c:v>43726</c:v>
                </c:pt>
                <c:pt idx="792">
                  <c:v>43727</c:v>
                </c:pt>
                <c:pt idx="793">
                  <c:v>43728</c:v>
                </c:pt>
                <c:pt idx="794">
                  <c:v>43731</c:v>
                </c:pt>
                <c:pt idx="795">
                  <c:v>43732</c:v>
                </c:pt>
                <c:pt idx="796">
                  <c:v>43733</c:v>
                </c:pt>
                <c:pt idx="797">
                  <c:v>43734</c:v>
                </c:pt>
                <c:pt idx="798">
                  <c:v>43735</c:v>
                </c:pt>
                <c:pt idx="799">
                  <c:v>43738</c:v>
                </c:pt>
                <c:pt idx="800">
                  <c:v>43739</c:v>
                </c:pt>
                <c:pt idx="801">
                  <c:v>43740</c:v>
                </c:pt>
                <c:pt idx="802">
                  <c:v>43741</c:v>
                </c:pt>
                <c:pt idx="803">
                  <c:v>43742</c:v>
                </c:pt>
                <c:pt idx="804">
                  <c:v>43745</c:v>
                </c:pt>
                <c:pt idx="805">
                  <c:v>43746</c:v>
                </c:pt>
                <c:pt idx="806">
                  <c:v>43747</c:v>
                </c:pt>
                <c:pt idx="807">
                  <c:v>43748</c:v>
                </c:pt>
                <c:pt idx="808">
                  <c:v>43749</c:v>
                </c:pt>
                <c:pt idx="809">
                  <c:v>43752</c:v>
                </c:pt>
                <c:pt idx="810">
                  <c:v>43753</c:v>
                </c:pt>
                <c:pt idx="811">
                  <c:v>43754</c:v>
                </c:pt>
                <c:pt idx="812">
                  <c:v>43755</c:v>
                </c:pt>
                <c:pt idx="813">
                  <c:v>43756</c:v>
                </c:pt>
                <c:pt idx="814">
                  <c:v>43759</c:v>
                </c:pt>
                <c:pt idx="815">
                  <c:v>43760</c:v>
                </c:pt>
                <c:pt idx="816">
                  <c:v>43761</c:v>
                </c:pt>
                <c:pt idx="817">
                  <c:v>43762</c:v>
                </c:pt>
                <c:pt idx="818">
                  <c:v>43763</c:v>
                </c:pt>
                <c:pt idx="819">
                  <c:v>43766</c:v>
                </c:pt>
                <c:pt idx="820">
                  <c:v>43767</c:v>
                </c:pt>
                <c:pt idx="821">
                  <c:v>43768</c:v>
                </c:pt>
                <c:pt idx="822">
                  <c:v>43769</c:v>
                </c:pt>
                <c:pt idx="823">
                  <c:v>43770</c:v>
                </c:pt>
                <c:pt idx="824">
                  <c:v>43773</c:v>
                </c:pt>
                <c:pt idx="825">
                  <c:v>43774</c:v>
                </c:pt>
                <c:pt idx="826">
                  <c:v>43775</c:v>
                </c:pt>
                <c:pt idx="827">
                  <c:v>43776</c:v>
                </c:pt>
                <c:pt idx="828">
                  <c:v>43777</c:v>
                </c:pt>
                <c:pt idx="829">
                  <c:v>43780</c:v>
                </c:pt>
                <c:pt idx="830">
                  <c:v>43781</c:v>
                </c:pt>
                <c:pt idx="831">
                  <c:v>43782</c:v>
                </c:pt>
                <c:pt idx="832">
                  <c:v>43783</c:v>
                </c:pt>
                <c:pt idx="833">
                  <c:v>43784</c:v>
                </c:pt>
                <c:pt idx="834">
                  <c:v>43787</c:v>
                </c:pt>
                <c:pt idx="835">
                  <c:v>43788</c:v>
                </c:pt>
                <c:pt idx="836">
                  <c:v>43789</c:v>
                </c:pt>
                <c:pt idx="837">
                  <c:v>43790</c:v>
                </c:pt>
                <c:pt idx="838">
                  <c:v>43791</c:v>
                </c:pt>
                <c:pt idx="839">
                  <c:v>43794</c:v>
                </c:pt>
                <c:pt idx="840">
                  <c:v>43795</c:v>
                </c:pt>
                <c:pt idx="841">
                  <c:v>43796</c:v>
                </c:pt>
                <c:pt idx="842">
                  <c:v>43797</c:v>
                </c:pt>
                <c:pt idx="843">
                  <c:v>43798</c:v>
                </c:pt>
                <c:pt idx="844">
                  <c:v>43801</c:v>
                </c:pt>
                <c:pt idx="845">
                  <c:v>43802</c:v>
                </c:pt>
                <c:pt idx="846">
                  <c:v>43803</c:v>
                </c:pt>
                <c:pt idx="847">
                  <c:v>43804</c:v>
                </c:pt>
                <c:pt idx="848">
                  <c:v>43805</c:v>
                </c:pt>
                <c:pt idx="849">
                  <c:v>43808</c:v>
                </c:pt>
                <c:pt idx="850">
                  <c:v>43809</c:v>
                </c:pt>
                <c:pt idx="851">
                  <c:v>43810</c:v>
                </c:pt>
                <c:pt idx="852">
                  <c:v>43811</c:v>
                </c:pt>
                <c:pt idx="853">
                  <c:v>43812</c:v>
                </c:pt>
                <c:pt idx="854">
                  <c:v>43815</c:v>
                </c:pt>
                <c:pt idx="855">
                  <c:v>43816</c:v>
                </c:pt>
                <c:pt idx="856">
                  <c:v>43817</c:v>
                </c:pt>
                <c:pt idx="857">
                  <c:v>43818</c:v>
                </c:pt>
                <c:pt idx="858">
                  <c:v>43819</c:v>
                </c:pt>
                <c:pt idx="859">
                  <c:v>43822</c:v>
                </c:pt>
                <c:pt idx="860">
                  <c:v>43823</c:v>
                </c:pt>
                <c:pt idx="861">
                  <c:v>43824</c:v>
                </c:pt>
                <c:pt idx="862">
                  <c:v>43825</c:v>
                </c:pt>
                <c:pt idx="863">
                  <c:v>43826</c:v>
                </c:pt>
                <c:pt idx="864">
                  <c:v>43829</c:v>
                </c:pt>
                <c:pt idx="865">
                  <c:v>43830</c:v>
                </c:pt>
                <c:pt idx="866">
                  <c:v>43831</c:v>
                </c:pt>
                <c:pt idx="867">
                  <c:v>43832</c:v>
                </c:pt>
                <c:pt idx="868">
                  <c:v>43833</c:v>
                </c:pt>
                <c:pt idx="869">
                  <c:v>43836</c:v>
                </c:pt>
                <c:pt idx="870">
                  <c:v>43837</c:v>
                </c:pt>
                <c:pt idx="871">
                  <c:v>43838</c:v>
                </c:pt>
                <c:pt idx="872">
                  <c:v>43839</c:v>
                </c:pt>
                <c:pt idx="873">
                  <c:v>43840</c:v>
                </c:pt>
                <c:pt idx="874">
                  <c:v>43843</c:v>
                </c:pt>
                <c:pt idx="875">
                  <c:v>43844</c:v>
                </c:pt>
                <c:pt idx="876">
                  <c:v>43845</c:v>
                </c:pt>
                <c:pt idx="877">
                  <c:v>43846</c:v>
                </c:pt>
                <c:pt idx="878">
                  <c:v>43847</c:v>
                </c:pt>
                <c:pt idx="879">
                  <c:v>43850</c:v>
                </c:pt>
                <c:pt idx="880">
                  <c:v>43851</c:v>
                </c:pt>
                <c:pt idx="881">
                  <c:v>43852</c:v>
                </c:pt>
                <c:pt idx="882">
                  <c:v>43853</c:v>
                </c:pt>
                <c:pt idx="883">
                  <c:v>43854</c:v>
                </c:pt>
                <c:pt idx="884">
                  <c:v>43857</c:v>
                </c:pt>
                <c:pt idx="885">
                  <c:v>43858</c:v>
                </c:pt>
                <c:pt idx="886">
                  <c:v>43859</c:v>
                </c:pt>
                <c:pt idx="887">
                  <c:v>43860</c:v>
                </c:pt>
                <c:pt idx="888">
                  <c:v>43861</c:v>
                </c:pt>
                <c:pt idx="889">
                  <c:v>43864</c:v>
                </c:pt>
                <c:pt idx="890">
                  <c:v>43865</c:v>
                </c:pt>
                <c:pt idx="891">
                  <c:v>43866</c:v>
                </c:pt>
                <c:pt idx="892">
                  <c:v>43867</c:v>
                </c:pt>
                <c:pt idx="893">
                  <c:v>43868</c:v>
                </c:pt>
                <c:pt idx="894">
                  <c:v>43871</c:v>
                </c:pt>
                <c:pt idx="895">
                  <c:v>43872</c:v>
                </c:pt>
                <c:pt idx="896">
                  <c:v>43873</c:v>
                </c:pt>
                <c:pt idx="897">
                  <c:v>43874</c:v>
                </c:pt>
                <c:pt idx="898">
                  <c:v>43875</c:v>
                </c:pt>
                <c:pt idx="899">
                  <c:v>43878</c:v>
                </c:pt>
                <c:pt idx="900">
                  <c:v>43879</c:v>
                </c:pt>
                <c:pt idx="901">
                  <c:v>43880</c:v>
                </c:pt>
                <c:pt idx="902">
                  <c:v>43881</c:v>
                </c:pt>
                <c:pt idx="903">
                  <c:v>43882</c:v>
                </c:pt>
                <c:pt idx="904">
                  <c:v>43885</c:v>
                </c:pt>
                <c:pt idx="905">
                  <c:v>43886</c:v>
                </c:pt>
                <c:pt idx="906">
                  <c:v>43887</c:v>
                </c:pt>
                <c:pt idx="907">
                  <c:v>43888</c:v>
                </c:pt>
                <c:pt idx="908">
                  <c:v>43889</c:v>
                </c:pt>
                <c:pt idx="909">
                  <c:v>43892</c:v>
                </c:pt>
                <c:pt idx="910">
                  <c:v>43893</c:v>
                </c:pt>
                <c:pt idx="911">
                  <c:v>43894</c:v>
                </c:pt>
                <c:pt idx="912">
                  <c:v>43895</c:v>
                </c:pt>
                <c:pt idx="913">
                  <c:v>43896</c:v>
                </c:pt>
                <c:pt idx="914">
                  <c:v>43899</c:v>
                </c:pt>
                <c:pt idx="915">
                  <c:v>43900</c:v>
                </c:pt>
                <c:pt idx="916">
                  <c:v>43901</c:v>
                </c:pt>
                <c:pt idx="917">
                  <c:v>43902</c:v>
                </c:pt>
                <c:pt idx="918">
                  <c:v>43903</c:v>
                </c:pt>
                <c:pt idx="919">
                  <c:v>43906</c:v>
                </c:pt>
                <c:pt idx="920">
                  <c:v>43907</c:v>
                </c:pt>
                <c:pt idx="921">
                  <c:v>43908</c:v>
                </c:pt>
                <c:pt idx="922">
                  <c:v>43909</c:v>
                </c:pt>
                <c:pt idx="923">
                  <c:v>43910</c:v>
                </c:pt>
                <c:pt idx="924">
                  <c:v>43913</c:v>
                </c:pt>
                <c:pt idx="925">
                  <c:v>43914</c:v>
                </c:pt>
                <c:pt idx="926">
                  <c:v>43915</c:v>
                </c:pt>
                <c:pt idx="927">
                  <c:v>43916</c:v>
                </c:pt>
                <c:pt idx="928">
                  <c:v>43917</c:v>
                </c:pt>
                <c:pt idx="929">
                  <c:v>43920</c:v>
                </c:pt>
                <c:pt idx="930">
                  <c:v>43921</c:v>
                </c:pt>
                <c:pt idx="931">
                  <c:v>43922</c:v>
                </c:pt>
                <c:pt idx="932">
                  <c:v>43923</c:v>
                </c:pt>
                <c:pt idx="933">
                  <c:v>43924</c:v>
                </c:pt>
                <c:pt idx="934">
                  <c:v>43927</c:v>
                </c:pt>
                <c:pt idx="935">
                  <c:v>43928</c:v>
                </c:pt>
                <c:pt idx="936">
                  <c:v>43929</c:v>
                </c:pt>
                <c:pt idx="937">
                  <c:v>43930</c:v>
                </c:pt>
                <c:pt idx="938">
                  <c:v>43931</c:v>
                </c:pt>
                <c:pt idx="939">
                  <c:v>43934</c:v>
                </c:pt>
                <c:pt idx="940">
                  <c:v>43935</c:v>
                </c:pt>
                <c:pt idx="941">
                  <c:v>43936</c:v>
                </c:pt>
                <c:pt idx="942">
                  <c:v>43937</c:v>
                </c:pt>
                <c:pt idx="943">
                  <c:v>43938</c:v>
                </c:pt>
                <c:pt idx="944">
                  <c:v>43941</c:v>
                </c:pt>
                <c:pt idx="945">
                  <c:v>43942</c:v>
                </c:pt>
                <c:pt idx="946">
                  <c:v>43943</c:v>
                </c:pt>
                <c:pt idx="947">
                  <c:v>43944</c:v>
                </c:pt>
                <c:pt idx="948">
                  <c:v>43945</c:v>
                </c:pt>
                <c:pt idx="949">
                  <c:v>43948</c:v>
                </c:pt>
                <c:pt idx="950">
                  <c:v>43949</c:v>
                </c:pt>
                <c:pt idx="951">
                  <c:v>43950</c:v>
                </c:pt>
                <c:pt idx="952">
                  <c:v>43951</c:v>
                </c:pt>
                <c:pt idx="953">
                  <c:v>43952</c:v>
                </c:pt>
                <c:pt idx="954">
                  <c:v>43955</c:v>
                </c:pt>
                <c:pt idx="955">
                  <c:v>43956</c:v>
                </c:pt>
                <c:pt idx="956">
                  <c:v>43957</c:v>
                </c:pt>
                <c:pt idx="957">
                  <c:v>43958</c:v>
                </c:pt>
                <c:pt idx="958">
                  <c:v>43959</c:v>
                </c:pt>
                <c:pt idx="959">
                  <c:v>43962</c:v>
                </c:pt>
                <c:pt idx="960">
                  <c:v>43963</c:v>
                </c:pt>
                <c:pt idx="961">
                  <c:v>43964</c:v>
                </c:pt>
                <c:pt idx="962">
                  <c:v>43965</c:v>
                </c:pt>
                <c:pt idx="963">
                  <c:v>43966</c:v>
                </c:pt>
                <c:pt idx="964">
                  <c:v>43969</c:v>
                </c:pt>
                <c:pt idx="965">
                  <c:v>43970</c:v>
                </c:pt>
                <c:pt idx="966">
                  <c:v>43971</c:v>
                </c:pt>
                <c:pt idx="967">
                  <c:v>43972</c:v>
                </c:pt>
                <c:pt idx="968">
                  <c:v>43973</c:v>
                </c:pt>
                <c:pt idx="969">
                  <c:v>43976</c:v>
                </c:pt>
                <c:pt idx="970">
                  <c:v>43977</c:v>
                </c:pt>
                <c:pt idx="971">
                  <c:v>43978</c:v>
                </c:pt>
                <c:pt idx="972">
                  <c:v>43979</c:v>
                </c:pt>
                <c:pt idx="973">
                  <c:v>43980</c:v>
                </c:pt>
                <c:pt idx="974">
                  <c:v>43983</c:v>
                </c:pt>
                <c:pt idx="975">
                  <c:v>43984</c:v>
                </c:pt>
                <c:pt idx="976">
                  <c:v>43985</c:v>
                </c:pt>
                <c:pt idx="977">
                  <c:v>43986</c:v>
                </c:pt>
                <c:pt idx="978">
                  <c:v>43987</c:v>
                </c:pt>
                <c:pt idx="979">
                  <c:v>43990</c:v>
                </c:pt>
                <c:pt idx="980">
                  <c:v>43991</c:v>
                </c:pt>
                <c:pt idx="981">
                  <c:v>43992</c:v>
                </c:pt>
                <c:pt idx="982">
                  <c:v>43993</c:v>
                </c:pt>
                <c:pt idx="983">
                  <c:v>43994</c:v>
                </c:pt>
                <c:pt idx="984">
                  <c:v>43997</c:v>
                </c:pt>
                <c:pt idx="985">
                  <c:v>43998</c:v>
                </c:pt>
                <c:pt idx="986">
                  <c:v>43999</c:v>
                </c:pt>
                <c:pt idx="987">
                  <c:v>44000</c:v>
                </c:pt>
                <c:pt idx="988">
                  <c:v>44001</c:v>
                </c:pt>
                <c:pt idx="989">
                  <c:v>44004</c:v>
                </c:pt>
                <c:pt idx="990">
                  <c:v>44005</c:v>
                </c:pt>
                <c:pt idx="991">
                  <c:v>44006</c:v>
                </c:pt>
                <c:pt idx="992">
                  <c:v>44007</c:v>
                </c:pt>
                <c:pt idx="993">
                  <c:v>44008</c:v>
                </c:pt>
                <c:pt idx="994">
                  <c:v>44011</c:v>
                </c:pt>
                <c:pt idx="995">
                  <c:v>44012</c:v>
                </c:pt>
                <c:pt idx="996">
                  <c:v>44013</c:v>
                </c:pt>
                <c:pt idx="997">
                  <c:v>44014</c:v>
                </c:pt>
                <c:pt idx="998">
                  <c:v>44015</c:v>
                </c:pt>
                <c:pt idx="999">
                  <c:v>44018</c:v>
                </c:pt>
                <c:pt idx="1000">
                  <c:v>44019</c:v>
                </c:pt>
                <c:pt idx="1001">
                  <c:v>44020</c:v>
                </c:pt>
                <c:pt idx="1002">
                  <c:v>44021</c:v>
                </c:pt>
                <c:pt idx="1003">
                  <c:v>44022</c:v>
                </c:pt>
                <c:pt idx="1004">
                  <c:v>44025</c:v>
                </c:pt>
                <c:pt idx="1005">
                  <c:v>44026</c:v>
                </c:pt>
                <c:pt idx="1006">
                  <c:v>44027</c:v>
                </c:pt>
                <c:pt idx="1007">
                  <c:v>44028</c:v>
                </c:pt>
                <c:pt idx="1008">
                  <c:v>44029</c:v>
                </c:pt>
                <c:pt idx="1009">
                  <c:v>44032</c:v>
                </c:pt>
                <c:pt idx="1010">
                  <c:v>44033</c:v>
                </c:pt>
                <c:pt idx="1011">
                  <c:v>44034</c:v>
                </c:pt>
                <c:pt idx="1012">
                  <c:v>44035</c:v>
                </c:pt>
                <c:pt idx="1013">
                  <c:v>44036</c:v>
                </c:pt>
                <c:pt idx="1014">
                  <c:v>44039</c:v>
                </c:pt>
                <c:pt idx="1015">
                  <c:v>44040</c:v>
                </c:pt>
                <c:pt idx="1016">
                  <c:v>44041</c:v>
                </c:pt>
                <c:pt idx="1017">
                  <c:v>44042</c:v>
                </c:pt>
                <c:pt idx="1018">
                  <c:v>44043</c:v>
                </c:pt>
                <c:pt idx="1019">
                  <c:v>44046</c:v>
                </c:pt>
                <c:pt idx="1020">
                  <c:v>44047</c:v>
                </c:pt>
                <c:pt idx="1021">
                  <c:v>44048</c:v>
                </c:pt>
                <c:pt idx="1022">
                  <c:v>44049</c:v>
                </c:pt>
                <c:pt idx="1023">
                  <c:v>44050</c:v>
                </c:pt>
                <c:pt idx="1024">
                  <c:v>44053</c:v>
                </c:pt>
                <c:pt idx="1025">
                  <c:v>44054</c:v>
                </c:pt>
                <c:pt idx="1026">
                  <c:v>44055</c:v>
                </c:pt>
                <c:pt idx="1027">
                  <c:v>44056</c:v>
                </c:pt>
                <c:pt idx="1028">
                  <c:v>44057</c:v>
                </c:pt>
                <c:pt idx="1029">
                  <c:v>44060</c:v>
                </c:pt>
                <c:pt idx="1030">
                  <c:v>44061</c:v>
                </c:pt>
                <c:pt idx="1031">
                  <c:v>44062</c:v>
                </c:pt>
                <c:pt idx="1032">
                  <c:v>44063</c:v>
                </c:pt>
                <c:pt idx="1033">
                  <c:v>44064</c:v>
                </c:pt>
                <c:pt idx="1034">
                  <c:v>44067</c:v>
                </c:pt>
                <c:pt idx="1035">
                  <c:v>44068</c:v>
                </c:pt>
                <c:pt idx="1036">
                  <c:v>44069</c:v>
                </c:pt>
                <c:pt idx="1037">
                  <c:v>44070</c:v>
                </c:pt>
                <c:pt idx="1038">
                  <c:v>44071</c:v>
                </c:pt>
                <c:pt idx="1039">
                  <c:v>44074</c:v>
                </c:pt>
                <c:pt idx="1040">
                  <c:v>44075</c:v>
                </c:pt>
                <c:pt idx="1041">
                  <c:v>44076</c:v>
                </c:pt>
                <c:pt idx="1042">
                  <c:v>44077</c:v>
                </c:pt>
                <c:pt idx="1043">
                  <c:v>44078</c:v>
                </c:pt>
                <c:pt idx="1044">
                  <c:v>44081</c:v>
                </c:pt>
                <c:pt idx="1045">
                  <c:v>44082</c:v>
                </c:pt>
                <c:pt idx="1046">
                  <c:v>44083</c:v>
                </c:pt>
                <c:pt idx="1047">
                  <c:v>44084</c:v>
                </c:pt>
                <c:pt idx="1048">
                  <c:v>44085</c:v>
                </c:pt>
                <c:pt idx="1049">
                  <c:v>44088</c:v>
                </c:pt>
                <c:pt idx="1050">
                  <c:v>44089</c:v>
                </c:pt>
                <c:pt idx="1051">
                  <c:v>44090</c:v>
                </c:pt>
                <c:pt idx="1052">
                  <c:v>44091</c:v>
                </c:pt>
                <c:pt idx="1053">
                  <c:v>44092</c:v>
                </c:pt>
                <c:pt idx="1054">
                  <c:v>44095</c:v>
                </c:pt>
                <c:pt idx="1055">
                  <c:v>44096</c:v>
                </c:pt>
                <c:pt idx="1056">
                  <c:v>44097</c:v>
                </c:pt>
                <c:pt idx="1057">
                  <c:v>44098</c:v>
                </c:pt>
                <c:pt idx="1058">
                  <c:v>44099</c:v>
                </c:pt>
                <c:pt idx="1059">
                  <c:v>44102</c:v>
                </c:pt>
                <c:pt idx="1060">
                  <c:v>44103</c:v>
                </c:pt>
                <c:pt idx="1061">
                  <c:v>44104</c:v>
                </c:pt>
                <c:pt idx="1062">
                  <c:v>44105</c:v>
                </c:pt>
                <c:pt idx="1063">
                  <c:v>44106</c:v>
                </c:pt>
                <c:pt idx="1064">
                  <c:v>44109</c:v>
                </c:pt>
                <c:pt idx="1065">
                  <c:v>44110</c:v>
                </c:pt>
                <c:pt idx="1066">
                  <c:v>44111</c:v>
                </c:pt>
                <c:pt idx="1067">
                  <c:v>44112</c:v>
                </c:pt>
                <c:pt idx="1068">
                  <c:v>44113</c:v>
                </c:pt>
                <c:pt idx="1069">
                  <c:v>44116</c:v>
                </c:pt>
                <c:pt idx="1070">
                  <c:v>44117</c:v>
                </c:pt>
                <c:pt idx="1071">
                  <c:v>44118</c:v>
                </c:pt>
                <c:pt idx="1072">
                  <c:v>44119</c:v>
                </c:pt>
                <c:pt idx="1073">
                  <c:v>44120</c:v>
                </c:pt>
                <c:pt idx="1074">
                  <c:v>44123</c:v>
                </c:pt>
                <c:pt idx="1075">
                  <c:v>44124</c:v>
                </c:pt>
                <c:pt idx="1076">
                  <c:v>44125</c:v>
                </c:pt>
                <c:pt idx="1077">
                  <c:v>44126</c:v>
                </c:pt>
                <c:pt idx="1078">
                  <c:v>44127</c:v>
                </c:pt>
                <c:pt idx="1079">
                  <c:v>44130</c:v>
                </c:pt>
                <c:pt idx="1080">
                  <c:v>44131</c:v>
                </c:pt>
                <c:pt idx="1081">
                  <c:v>44132</c:v>
                </c:pt>
                <c:pt idx="1082">
                  <c:v>44133</c:v>
                </c:pt>
                <c:pt idx="1083">
                  <c:v>44134</c:v>
                </c:pt>
                <c:pt idx="1084">
                  <c:v>44137</c:v>
                </c:pt>
                <c:pt idx="1085">
                  <c:v>44138</c:v>
                </c:pt>
                <c:pt idx="1086">
                  <c:v>44139</c:v>
                </c:pt>
                <c:pt idx="1087">
                  <c:v>44140</c:v>
                </c:pt>
                <c:pt idx="1088">
                  <c:v>44141</c:v>
                </c:pt>
                <c:pt idx="1089">
                  <c:v>44144</c:v>
                </c:pt>
                <c:pt idx="1090">
                  <c:v>44145</c:v>
                </c:pt>
                <c:pt idx="1091">
                  <c:v>44146</c:v>
                </c:pt>
                <c:pt idx="1092">
                  <c:v>44147</c:v>
                </c:pt>
                <c:pt idx="1093">
                  <c:v>44148</c:v>
                </c:pt>
                <c:pt idx="1094">
                  <c:v>44151</c:v>
                </c:pt>
                <c:pt idx="1095">
                  <c:v>44152</c:v>
                </c:pt>
                <c:pt idx="1096">
                  <c:v>44153</c:v>
                </c:pt>
                <c:pt idx="1097">
                  <c:v>44154</c:v>
                </c:pt>
                <c:pt idx="1098">
                  <c:v>44155</c:v>
                </c:pt>
                <c:pt idx="1099">
                  <c:v>44158</c:v>
                </c:pt>
                <c:pt idx="1100">
                  <c:v>44159</c:v>
                </c:pt>
                <c:pt idx="1101">
                  <c:v>44160</c:v>
                </c:pt>
                <c:pt idx="1102">
                  <c:v>44161</c:v>
                </c:pt>
                <c:pt idx="1103">
                  <c:v>44162</c:v>
                </c:pt>
                <c:pt idx="1104">
                  <c:v>44165</c:v>
                </c:pt>
                <c:pt idx="1105">
                  <c:v>44166</c:v>
                </c:pt>
                <c:pt idx="1106">
                  <c:v>44167</c:v>
                </c:pt>
                <c:pt idx="1107">
                  <c:v>44168</c:v>
                </c:pt>
                <c:pt idx="1108">
                  <c:v>44169</c:v>
                </c:pt>
                <c:pt idx="1109">
                  <c:v>44172</c:v>
                </c:pt>
                <c:pt idx="1110">
                  <c:v>44173</c:v>
                </c:pt>
                <c:pt idx="1111">
                  <c:v>44174</c:v>
                </c:pt>
                <c:pt idx="1112">
                  <c:v>44175</c:v>
                </c:pt>
                <c:pt idx="1113">
                  <c:v>44176</c:v>
                </c:pt>
                <c:pt idx="1114">
                  <c:v>44179</c:v>
                </c:pt>
                <c:pt idx="1115">
                  <c:v>44180</c:v>
                </c:pt>
                <c:pt idx="1116">
                  <c:v>44181</c:v>
                </c:pt>
                <c:pt idx="1117">
                  <c:v>44182</c:v>
                </c:pt>
                <c:pt idx="1118">
                  <c:v>44183</c:v>
                </c:pt>
                <c:pt idx="1119">
                  <c:v>44186</c:v>
                </c:pt>
                <c:pt idx="1120">
                  <c:v>44187</c:v>
                </c:pt>
                <c:pt idx="1121">
                  <c:v>44188</c:v>
                </c:pt>
                <c:pt idx="1122">
                  <c:v>44189</c:v>
                </c:pt>
                <c:pt idx="1123">
                  <c:v>44190</c:v>
                </c:pt>
                <c:pt idx="1124">
                  <c:v>44191</c:v>
                </c:pt>
                <c:pt idx="1125">
                  <c:v>44193</c:v>
                </c:pt>
                <c:pt idx="1126">
                  <c:v>44194</c:v>
                </c:pt>
                <c:pt idx="1127">
                  <c:v>44195</c:v>
                </c:pt>
                <c:pt idx="1128">
                  <c:v>44196</c:v>
                </c:pt>
                <c:pt idx="1129">
                  <c:v>44197</c:v>
                </c:pt>
                <c:pt idx="1130">
                  <c:v>44198</c:v>
                </c:pt>
                <c:pt idx="1131">
                  <c:v>44200</c:v>
                </c:pt>
                <c:pt idx="1132">
                  <c:v>44201</c:v>
                </c:pt>
                <c:pt idx="1133">
                  <c:v>44202</c:v>
                </c:pt>
                <c:pt idx="1134">
                  <c:v>44203</c:v>
                </c:pt>
                <c:pt idx="1135">
                  <c:v>44204</c:v>
                </c:pt>
                <c:pt idx="1136">
                  <c:v>44207</c:v>
                </c:pt>
                <c:pt idx="1137">
                  <c:v>44208</c:v>
                </c:pt>
                <c:pt idx="1138">
                  <c:v>44209</c:v>
                </c:pt>
                <c:pt idx="1139">
                  <c:v>44210</c:v>
                </c:pt>
                <c:pt idx="1140">
                  <c:v>44211</c:v>
                </c:pt>
                <c:pt idx="1141">
                  <c:v>44214</c:v>
                </c:pt>
                <c:pt idx="1142">
                  <c:v>44215</c:v>
                </c:pt>
                <c:pt idx="1143">
                  <c:v>44216</c:v>
                </c:pt>
                <c:pt idx="1144">
                  <c:v>44217</c:v>
                </c:pt>
                <c:pt idx="1145">
                  <c:v>44218</c:v>
                </c:pt>
                <c:pt idx="1146">
                  <c:v>44221</c:v>
                </c:pt>
                <c:pt idx="1147">
                  <c:v>44222</c:v>
                </c:pt>
                <c:pt idx="1148">
                  <c:v>44223</c:v>
                </c:pt>
                <c:pt idx="1149">
                  <c:v>44224</c:v>
                </c:pt>
                <c:pt idx="1150">
                  <c:v>44225</c:v>
                </c:pt>
                <c:pt idx="1151">
                  <c:v>44228</c:v>
                </c:pt>
                <c:pt idx="1152">
                  <c:v>44229</c:v>
                </c:pt>
                <c:pt idx="1153">
                  <c:v>44230</c:v>
                </c:pt>
                <c:pt idx="1154">
                  <c:v>44231</c:v>
                </c:pt>
                <c:pt idx="1155">
                  <c:v>44232</c:v>
                </c:pt>
                <c:pt idx="1156">
                  <c:v>44235</c:v>
                </c:pt>
                <c:pt idx="1157">
                  <c:v>44236</c:v>
                </c:pt>
                <c:pt idx="1158">
                  <c:v>44237</c:v>
                </c:pt>
                <c:pt idx="1159">
                  <c:v>44238</c:v>
                </c:pt>
                <c:pt idx="1160">
                  <c:v>44239</c:v>
                </c:pt>
                <c:pt idx="1161">
                  <c:v>44242</c:v>
                </c:pt>
                <c:pt idx="1162">
                  <c:v>44243</c:v>
                </c:pt>
                <c:pt idx="1163">
                  <c:v>44244</c:v>
                </c:pt>
                <c:pt idx="1164">
                  <c:v>44245</c:v>
                </c:pt>
                <c:pt idx="1165">
                  <c:v>44246</c:v>
                </c:pt>
                <c:pt idx="1166">
                  <c:v>44249</c:v>
                </c:pt>
                <c:pt idx="1167">
                  <c:v>44250</c:v>
                </c:pt>
                <c:pt idx="1168">
                  <c:v>44251</c:v>
                </c:pt>
                <c:pt idx="1169">
                  <c:v>44252</c:v>
                </c:pt>
                <c:pt idx="1170">
                  <c:v>44253</c:v>
                </c:pt>
                <c:pt idx="1171">
                  <c:v>44256</c:v>
                </c:pt>
                <c:pt idx="1172">
                  <c:v>44257</c:v>
                </c:pt>
                <c:pt idx="1173">
                  <c:v>44258</c:v>
                </c:pt>
                <c:pt idx="1174">
                  <c:v>44259</c:v>
                </c:pt>
                <c:pt idx="1175">
                  <c:v>44260</c:v>
                </c:pt>
                <c:pt idx="1176">
                  <c:v>44263</c:v>
                </c:pt>
                <c:pt idx="1177">
                  <c:v>44264</c:v>
                </c:pt>
                <c:pt idx="1178">
                  <c:v>44265</c:v>
                </c:pt>
                <c:pt idx="1179">
                  <c:v>44266</c:v>
                </c:pt>
                <c:pt idx="1180">
                  <c:v>44267</c:v>
                </c:pt>
                <c:pt idx="1181">
                  <c:v>44270</c:v>
                </c:pt>
                <c:pt idx="1182">
                  <c:v>44271</c:v>
                </c:pt>
                <c:pt idx="1183">
                  <c:v>44272</c:v>
                </c:pt>
                <c:pt idx="1184">
                  <c:v>44273</c:v>
                </c:pt>
                <c:pt idx="1185">
                  <c:v>44274</c:v>
                </c:pt>
                <c:pt idx="1186">
                  <c:v>44277</c:v>
                </c:pt>
                <c:pt idx="1187">
                  <c:v>44278</c:v>
                </c:pt>
                <c:pt idx="1188">
                  <c:v>44279</c:v>
                </c:pt>
                <c:pt idx="1189">
                  <c:v>44280</c:v>
                </c:pt>
                <c:pt idx="1190">
                  <c:v>44281</c:v>
                </c:pt>
                <c:pt idx="1191">
                  <c:v>44284</c:v>
                </c:pt>
                <c:pt idx="1192">
                  <c:v>44285</c:v>
                </c:pt>
                <c:pt idx="1193">
                  <c:v>44286</c:v>
                </c:pt>
                <c:pt idx="1194">
                  <c:v>44287</c:v>
                </c:pt>
                <c:pt idx="1195">
                  <c:v>44288</c:v>
                </c:pt>
                <c:pt idx="1196">
                  <c:v>44291</c:v>
                </c:pt>
                <c:pt idx="1197">
                  <c:v>44292</c:v>
                </c:pt>
                <c:pt idx="1198">
                  <c:v>44293</c:v>
                </c:pt>
                <c:pt idx="1199">
                  <c:v>44294</c:v>
                </c:pt>
                <c:pt idx="1200">
                  <c:v>44295</c:v>
                </c:pt>
                <c:pt idx="1201">
                  <c:v>44298</c:v>
                </c:pt>
                <c:pt idx="1202">
                  <c:v>44299</c:v>
                </c:pt>
                <c:pt idx="1203">
                  <c:v>44300</c:v>
                </c:pt>
                <c:pt idx="1204">
                  <c:v>44301</c:v>
                </c:pt>
                <c:pt idx="1205">
                  <c:v>44302</c:v>
                </c:pt>
                <c:pt idx="1206">
                  <c:v>44305</c:v>
                </c:pt>
                <c:pt idx="1207">
                  <c:v>44306</c:v>
                </c:pt>
                <c:pt idx="1208">
                  <c:v>44307</c:v>
                </c:pt>
                <c:pt idx="1209">
                  <c:v>44308</c:v>
                </c:pt>
                <c:pt idx="1210">
                  <c:v>44309</c:v>
                </c:pt>
                <c:pt idx="1211">
                  <c:v>44312</c:v>
                </c:pt>
                <c:pt idx="1212">
                  <c:v>44313</c:v>
                </c:pt>
                <c:pt idx="1213">
                  <c:v>44314</c:v>
                </c:pt>
                <c:pt idx="1214">
                  <c:v>44315</c:v>
                </c:pt>
                <c:pt idx="1215">
                  <c:v>44316</c:v>
                </c:pt>
                <c:pt idx="1216">
                  <c:v>44319</c:v>
                </c:pt>
                <c:pt idx="1217">
                  <c:v>44320</c:v>
                </c:pt>
                <c:pt idx="1218">
                  <c:v>44321</c:v>
                </c:pt>
                <c:pt idx="1219">
                  <c:v>44322</c:v>
                </c:pt>
                <c:pt idx="1220">
                  <c:v>44323</c:v>
                </c:pt>
                <c:pt idx="1221">
                  <c:v>44326</c:v>
                </c:pt>
                <c:pt idx="1222">
                  <c:v>44327</c:v>
                </c:pt>
                <c:pt idx="1223">
                  <c:v>44328</c:v>
                </c:pt>
                <c:pt idx="1224">
                  <c:v>44329</c:v>
                </c:pt>
                <c:pt idx="1225">
                  <c:v>44330</c:v>
                </c:pt>
                <c:pt idx="1226">
                  <c:v>44333</c:v>
                </c:pt>
                <c:pt idx="1227">
                  <c:v>44334</c:v>
                </c:pt>
                <c:pt idx="1228">
                  <c:v>44335</c:v>
                </c:pt>
                <c:pt idx="1229">
                  <c:v>44336</c:v>
                </c:pt>
                <c:pt idx="1230">
                  <c:v>44337</c:v>
                </c:pt>
                <c:pt idx="1231">
                  <c:v>44340</c:v>
                </c:pt>
                <c:pt idx="1232">
                  <c:v>44341</c:v>
                </c:pt>
                <c:pt idx="1233">
                  <c:v>44342</c:v>
                </c:pt>
                <c:pt idx="1234">
                  <c:v>44343</c:v>
                </c:pt>
                <c:pt idx="1235">
                  <c:v>44344</c:v>
                </c:pt>
                <c:pt idx="1236">
                  <c:v>44347</c:v>
                </c:pt>
                <c:pt idx="1237">
                  <c:v>44348</c:v>
                </c:pt>
                <c:pt idx="1238">
                  <c:v>44349</c:v>
                </c:pt>
                <c:pt idx="1239">
                  <c:v>44350</c:v>
                </c:pt>
                <c:pt idx="1240">
                  <c:v>44351</c:v>
                </c:pt>
                <c:pt idx="1241">
                  <c:v>44354</c:v>
                </c:pt>
                <c:pt idx="1242">
                  <c:v>44355</c:v>
                </c:pt>
                <c:pt idx="1243">
                  <c:v>44356</c:v>
                </c:pt>
                <c:pt idx="1244">
                  <c:v>44357</c:v>
                </c:pt>
                <c:pt idx="1245">
                  <c:v>44358</c:v>
                </c:pt>
                <c:pt idx="1246">
                  <c:v>44361</c:v>
                </c:pt>
                <c:pt idx="1247">
                  <c:v>44362</c:v>
                </c:pt>
                <c:pt idx="1248">
                  <c:v>44363</c:v>
                </c:pt>
                <c:pt idx="1249">
                  <c:v>44364</c:v>
                </c:pt>
                <c:pt idx="1250">
                  <c:v>44365</c:v>
                </c:pt>
                <c:pt idx="1251">
                  <c:v>44368</c:v>
                </c:pt>
                <c:pt idx="1252">
                  <c:v>44369</c:v>
                </c:pt>
                <c:pt idx="1253">
                  <c:v>44370</c:v>
                </c:pt>
                <c:pt idx="1254">
                  <c:v>44371</c:v>
                </c:pt>
                <c:pt idx="1255">
                  <c:v>44372</c:v>
                </c:pt>
                <c:pt idx="1256">
                  <c:v>44375</c:v>
                </c:pt>
                <c:pt idx="1257">
                  <c:v>44376</c:v>
                </c:pt>
                <c:pt idx="1258">
                  <c:v>44377</c:v>
                </c:pt>
                <c:pt idx="1259">
                  <c:v>44378</c:v>
                </c:pt>
                <c:pt idx="1260">
                  <c:v>44379</c:v>
                </c:pt>
                <c:pt idx="1261">
                  <c:v>44382</c:v>
                </c:pt>
                <c:pt idx="1262">
                  <c:v>44383</c:v>
                </c:pt>
                <c:pt idx="1263">
                  <c:v>44384</c:v>
                </c:pt>
                <c:pt idx="1264">
                  <c:v>44385</c:v>
                </c:pt>
                <c:pt idx="1265">
                  <c:v>44386</c:v>
                </c:pt>
                <c:pt idx="1266">
                  <c:v>44389</c:v>
                </c:pt>
                <c:pt idx="1267">
                  <c:v>44390</c:v>
                </c:pt>
                <c:pt idx="1268">
                  <c:v>44391</c:v>
                </c:pt>
                <c:pt idx="1269">
                  <c:v>44392</c:v>
                </c:pt>
                <c:pt idx="1270">
                  <c:v>44393</c:v>
                </c:pt>
                <c:pt idx="1271">
                  <c:v>44396</c:v>
                </c:pt>
                <c:pt idx="1272">
                  <c:v>44397</c:v>
                </c:pt>
                <c:pt idx="1273">
                  <c:v>44398</c:v>
                </c:pt>
                <c:pt idx="1274">
                  <c:v>44399</c:v>
                </c:pt>
                <c:pt idx="1275">
                  <c:v>44400</c:v>
                </c:pt>
                <c:pt idx="1276">
                  <c:v>44403</c:v>
                </c:pt>
                <c:pt idx="1277">
                  <c:v>44404</c:v>
                </c:pt>
                <c:pt idx="1278">
                  <c:v>44405</c:v>
                </c:pt>
                <c:pt idx="1279">
                  <c:v>44406</c:v>
                </c:pt>
                <c:pt idx="1280">
                  <c:v>44407</c:v>
                </c:pt>
                <c:pt idx="1281">
                  <c:v>44410</c:v>
                </c:pt>
                <c:pt idx="1282">
                  <c:v>44411</c:v>
                </c:pt>
                <c:pt idx="1283">
                  <c:v>44412</c:v>
                </c:pt>
                <c:pt idx="1284">
                  <c:v>44413</c:v>
                </c:pt>
                <c:pt idx="1285">
                  <c:v>44414</c:v>
                </c:pt>
                <c:pt idx="1286">
                  <c:v>44417</c:v>
                </c:pt>
                <c:pt idx="1287">
                  <c:v>44418</c:v>
                </c:pt>
                <c:pt idx="1288">
                  <c:v>44419</c:v>
                </c:pt>
                <c:pt idx="1289">
                  <c:v>44420</c:v>
                </c:pt>
                <c:pt idx="1290">
                  <c:v>44421</c:v>
                </c:pt>
                <c:pt idx="1291">
                  <c:v>44424</c:v>
                </c:pt>
                <c:pt idx="1292">
                  <c:v>44425</c:v>
                </c:pt>
                <c:pt idx="1293">
                  <c:v>44426</c:v>
                </c:pt>
                <c:pt idx="1294">
                  <c:v>44427</c:v>
                </c:pt>
                <c:pt idx="1295">
                  <c:v>44428</c:v>
                </c:pt>
                <c:pt idx="1296">
                  <c:v>44431</c:v>
                </c:pt>
                <c:pt idx="1297">
                  <c:v>44432</c:v>
                </c:pt>
                <c:pt idx="1298">
                  <c:v>44433</c:v>
                </c:pt>
                <c:pt idx="1299">
                  <c:v>44434</c:v>
                </c:pt>
                <c:pt idx="1300">
                  <c:v>44435</c:v>
                </c:pt>
                <c:pt idx="1301">
                  <c:v>44438</c:v>
                </c:pt>
                <c:pt idx="1302">
                  <c:v>44439</c:v>
                </c:pt>
                <c:pt idx="1303">
                  <c:v>44440</c:v>
                </c:pt>
                <c:pt idx="1304">
                  <c:v>44441</c:v>
                </c:pt>
                <c:pt idx="1305">
                  <c:v>44442</c:v>
                </c:pt>
                <c:pt idx="1306">
                  <c:v>44445</c:v>
                </c:pt>
                <c:pt idx="1307">
                  <c:v>44446</c:v>
                </c:pt>
                <c:pt idx="1308">
                  <c:v>44447</c:v>
                </c:pt>
                <c:pt idx="1309">
                  <c:v>44448</c:v>
                </c:pt>
                <c:pt idx="1310">
                  <c:v>44449</c:v>
                </c:pt>
                <c:pt idx="1311">
                  <c:v>44452</c:v>
                </c:pt>
                <c:pt idx="1312">
                  <c:v>44453</c:v>
                </c:pt>
                <c:pt idx="1313">
                  <c:v>44454</c:v>
                </c:pt>
                <c:pt idx="1314">
                  <c:v>44455</c:v>
                </c:pt>
                <c:pt idx="1315">
                  <c:v>44456</c:v>
                </c:pt>
                <c:pt idx="1316">
                  <c:v>44459</c:v>
                </c:pt>
                <c:pt idx="1317">
                  <c:v>44460</c:v>
                </c:pt>
                <c:pt idx="1318">
                  <c:v>44461</c:v>
                </c:pt>
                <c:pt idx="1319">
                  <c:v>44462</c:v>
                </c:pt>
                <c:pt idx="1320">
                  <c:v>44463</c:v>
                </c:pt>
                <c:pt idx="1321">
                  <c:v>44466</c:v>
                </c:pt>
                <c:pt idx="1322">
                  <c:v>44467</c:v>
                </c:pt>
                <c:pt idx="1323">
                  <c:v>44468</c:v>
                </c:pt>
                <c:pt idx="1324">
                  <c:v>44469</c:v>
                </c:pt>
                <c:pt idx="1325">
                  <c:v>44470</c:v>
                </c:pt>
                <c:pt idx="1326">
                  <c:v>44473</c:v>
                </c:pt>
                <c:pt idx="1327">
                  <c:v>44474</c:v>
                </c:pt>
                <c:pt idx="1328">
                  <c:v>44475</c:v>
                </c:pt>
                <c:pt idx="1329">
                  <c:v>44476</c:v>
                </c:pt>
                <c:pt idx="1330">
                  <c:v>44477</c:v>
                </c:pt>
                <c:pt idx="1331">
                  <c:v>44480</c:v>
                </c:pt>
                <c:pt idx="1332">
                  <c:v>44481</c:v>
                </c:pt>
                <c:pt idx="1333">
                  <c:v>44482</c:v>
                </c:pt>
                <c:pt idx="1334">
                  <c:v>44483</c:v>
                </c:pt>
                <c:pt idx="1335">
                  <c:v>44484</c:v>
                </c:pt>
                <c:pt idx="1336">
                  <c:v>44487</c:v>
                </c:pt>
                <c:pt idx="1337">
                  <c:v>44488</c:v>
                </c:pt>
                <c:pt idx="1338">
                  <c:v>44489</c:v>
                </c:pt>
                <c:pt idx="1339">
                  <c:v>44490</c:v>
                </c:pt>
                <c:pt idx="1340">
                  <c:v>44491</c:v>
                </c:pt>
                <c:pt idx="1341">
                  <c:v>44494</c:v>
                </c:pt>
                <c:pt idx="1342">
                  <c:v>44495</c:v>
                </c:pt>
                <c:pt idx="1343">
                  <c:v>44496</c:v>
                </c:pt>
                <c:pt idx="1344">
                  <c:v>44497</c:v>
                </c:pt>
                <c:pt idx="1345">
                  <c:v>44498</c:v>
                </c:pt>
                <c:pt idx="1346">
                  <c:v>44501</c:v>
                </c:pt>
                <c:pt idx="1347">
                  <c:v>44502</c:v>
                </c:pt>
                <c:pt idx="1348">
                  <c:v>44503</c:v>
                </c:pt>
                <c:pt idx="1349">
                  <c:v>44504</c:v>
                </c:pt>
                <c:pt idx="1350">
                  <c:v>44505</c:v>
                </c:pt>
                <c:pt idx="1351">
                  <c:v>44508</c:v>
                </c:pt>
                <c:pt idx="1352">
                  <c:v>44509</c:v>
                </c:pt>
                <c:pt idx="1353">
                  <c:v>44510</c:v>
                </c:pt>
                <c:pt idx="1354">
                  <c:v>44511</c:v>
                </c:pt>
                <c:pt idx="1355">
                  <c:v>44512</c:v>
                </c:pt>
                <c:pt idx="1356">
                  <c:v>44515</c:v>
                </c:pt>
                <c:pt idx="1357">
                  <c:v>44516</c:v>
                </c:pt>
                <c:pt idx="1358">
                  <c:v>44517</c:v>
                </c:pt>
                <c:pt idx="1359">
                  <c:v>44518</c:v>
                </c:pt>
                <c:pt idx="1360">
                  <c:v>44519</c:v>
                </c:pt>
                <c:pt idx="1361">
                  <c:v>44522</c:v>
                </c:pt>
                <c:pt idx="1362">
                  <c:v>44523</c:v>
                </c:pt>
                <c:pt idx="1363">
                  <c:v>44524</c:v>
                </c:pt>
                <c:pt idx="1364">
                  <c:v>44525</c:v>
                </c:pt>
                <c:pt idx="1365">
                  <c:v>44526</c:v>
                </c:pt>
                <c:pt idx="1366">
                  <c:v>44529</c:v>
                </c:pt>
                <c:pt idx="1367">
                  <c:v>44530</c:v>
                </c:pt>
                <c:pt idx="1368">
                  <c:v>44531</c:v>
                </c:pt>
                <c:pt idx="1369">
                  <c:v>44532</c:v>
                </c:pt>
                <c:pt idx="1370">
                  <c:v>44533</c:v>
                </c:pt>
                <c:pt idx="1371">
                  <c:v>44536</c:v>
                </c:pt>
                <c:pt idx="1372">
                  <c:v>44537</c:v>
                </c:pt>
                <c:pt idx="1373">
                  <c:v>44538</c:v>
                </c:pt>
                <c:pt idx="1374">
                  <c:v>44539</c:v>
                </c:pt>
                <c:pt idx="1375">
                  <c:v>44540</c:v>
                </c:pt>
                <c:pt idx="1376">
                  <c:v>44543</c:v>
                </c:pt>
                <c:pt idx="1377">
                  <c:v>44544</c:v>
                </c:pt>
                <c:pt idx="1378">
                  <c:v>44545</c:v>
                </c:pt>
                <c:pt idx="1379">
                  <c:v>44546</c:v>
                </c:pt>
                <c:pt idx="1380">
                  <c:v>44547</c:v>
                </c:pt>
                <c:pt idx="1381">
                  <c:v>44550</c:v>
                </c:pt>
                <c:pt idx="1382">
                  <c:v>44551</c:v>
                </c:pt>
                <c:pt idx="1383">
                  <c:v>44552</c:v>
                </c:pt>
                <c:pt idx="1384">
                  <c:v>44553</c:v>
                </c:pt>
                <c:pt idx="1385">
                  <c:v>44554</c:v>
                </c:pt>
                <c:pt idx="1386">
                  <c:v>44555</c:v>
                </c:pt>
                <c:pt idx="1387">
                  <c:v>44557</c:v>
                </c:pt>
                <c:pt idx="1388">
                  <c:v>44558</c:v>
                </c:pt>
                <c:pt idx="1389">
                  <c:v>44559</c:v>
                </c:pt>
                <c:pt idx="1390">
                  <c:v>44560</c:v>
                </c:pt>
                <c:pt idx="1391">
                  <c:v>44561</c:v>
                </c:pt>
                <c:pt idx="1392">
                  <c:v>44562</c:v>
                </c:pt>
                <c:pt idx="1393">
                  <c:v>44564</c:v>
                </c:pt>
                <c:pt idx="1394">
                  <c:v>44565</c:v>
                </c:pt>
                <c:pt idx="1395">
                  <c:v>44566</c:v>
                </c:pt>
                <c:pt idx="1396">
                  <c:v>44567</c:v>
                </c:pt>
                <c:pt idx="1397">
                  <c:v>44568</c:v>
                </c:pt>
                <c:pt idx="1398">
                  <c:v>44569</c:v>
                </c:pt>
                <c:pt idx="1399">
                  <c:v>44571</c:v>
                </c:pt>
                <c:pt idx="1400">
                  <c:v>44572</c:v>
                </c:pt>
                <c:pt idx="1401">
                  <c:v>44573</c:v>
                </c:pt>
                <c:pt idx="1402">
                  <c:v>44574</c:v>
                </c:pt>
                <c:pt idx="1403">
                  <c:v>44575</c:v>
                </c:pt>
                <c:pt idx="1404">
                  <c:v>44578</c:v>
                </c:pt>
                <c:pt idx="1405">
                  <c:v>44579</c:v>
                </c:pt>
                <c:pt idx="1406">
                  <c:v>44580</c:v>
                </c:pt>
                <c:pt idx="1407">
                  <c:v>44581</c:v>
                </c:pt>
                <c:pt idx="1408">
                  <c:v>44582</c:v>
                </c:pt>
                <c:pt idx="1409">
                  <c:v>44585</c:v>
                </c:pt>
                <c:pt idx="1410">
                  <c:v>44586</c:v>
                </c:pt>
                <c:pt idx="1411">
                  <c:v>44587</c:v>
                </c:pt>
                <c:pt idx="1412">
                  <c:v>44588</c:v>
                </c:pt>
                <c:pt idx="1413">
                  <c:v>44589</c:v>
                </c:pt>
                <c:pt idx="1414">
                  <c:v>44592</c:v>
                </c:pt>
                <c:pt idx="1415">
                  <c:v>44593</c:v>
                </c:pt>
                <c:pt idx="1416">
                  <c:v>44594</c:v>
                </c:pt>
                <c:pt idx="1417">
                  <c:v>44595</c:v>
                </c:pt>
                <c:pt idx="1418">
                  <c:v>44596</c:v>
                </c:pt>
                <c:pt idx="1419">
                  <c:v>44599</c:v>
                </c:pt>
                <c:pt idx="1420">
                  <c:v>44600</c:v>
                </c:pt>
                <c:pt idx="1421">
                  <c:v>44601</c:v>
                </c:pt>
                <c:pt idx="1422">
                  <c:v>44602</c:v>
                </c:pt>
                <c:pt idx="1423">
                  <c:v>44603</c:v>
                </c:pt>
                <c:pt idx="1424">
                  <c:v>44606</c:v>
                </c:pt>
                <c:pt idx="1425">
                  <c:v>44607</c:v>
                </c:pt>
                <c:pt idx="1426">
                  <c:v>44608</c:v>
                </c:pt>
                <c:pt idx="1427">
                  <c:v>44609</c:v>
                </c:pt>
                <c:pt idx="1428">
                  <c:v>44610</c:v>
                </c:pt>
                <c:pt idx="1429">
                  <c:v>44613</c:v>
                </c:pt>
                <c:pt idx="1430">
                  <c:v>44614</c:v>
                </c:pt>
                <c:pt idx="1431">
                  <c:v>44615</c:v>
                </c:pt>
                <c:pt idx="1432">
                  <c:v>44616</c:v>
                </c:pt>
                <c:pt idx="1433">
                  <c:v>44617</c:v>
                </c:pt>
                <c:pt idx="1434">
                  <c:v>44620</c:v>
                </c:pt>
                <c:pt idx="1435">
                  <c:v>44621</c:v>
                </c:pt>
                <c:pt idx="1436">
                  <c:v>44622</c:v>
                </c:pt>
                <c:pt idx="1437">
                  <c:v>44623</c:v>
                </c:pt>
                <c:pt idx="1438">
                  <c:v>44624</c:v>
                </c:pt>
                <c:pt idx="1439">
                  <c:v>44627</c:v>
                </c:pt>
                <c:pt idx="1440">
                  <c:v>44628</c:v>
                </c:pt>
                <c:pt idx="1441">
                  <c:v>44629</c:v>
                </c:pt>
                <c:pt idx="1442">
                  <c:v>44630</c:v>
                </c:pt>
                <c:pt idx="1443">
                  <c:v>44631</c:v>
                </c:pt>
                <c:pt idx="1444">
                  <c:v>44634</c:v>
                </c:pt>
                <c:pt idx="1445">
                  <c:v>44635</c:v>
                </c:pt>
                <c:pt idx="1446">
                  <c:v>44636</c:v>
                </c:pt>
                <c:pt idx="1447">
                  <c:v>44637</c:v>
                </c:pt>
                <c:pt idx="1448">
                  <c:v>44638</c:v>
                </c:pt>
                <c:pt idx="1449">
                  <c:v>44641</c:v>
                </c:pt>
                <c:pt idx="1450">
                  <c:v>44642</c:v>
                </c:pt>
                <c:pt idx="1451">
                  <c:v>44643</c:v>
                </c:pt>
                <c:pt idx="1452">
                  <c:v>44644</c:v>
                </c:pt>
                <c:pt idx="1453">
                  <c:v>44645</c:v>
                </c:pt>
                <c:pt idx="1454">
                  <c:v>44648</c:v>
                </c:pt>
                <c:pt idx="1455">
                  <c:v>44649</c:v>
                </c:pt>
                <c:pt idx="1456">
                  <c:v>44650</c:v>
                </c:pt>
                <c:pt idx="1457">
                  <c:v>44651</c:v>
                </c:pt>
                <c:pt idx="1458">
                  <c:v>44652</c:v>
                </c:pt>
                <c:pt idx="1459">
                  <c:v>44655</c:v>
                </c:pt>
                <c:pt idx="1460">
                  <c:v>44656</c:v>
                </c:pt>
                <c:pt idx="1461">
                  <c:v>44657</c:v>
                </c:pt>
                <c:pt idx="1462">
                  <c:v>44658</c:v>
                </c:pt>
                <c:pt idx="1463">
                  <c:v>44659</c:v>
                </c:pt>
                <c:pt idx="1464">
                  <c:v>44662</c:v>
                </c:pt>
                <c:pt idx="1465">
                  <c:v>44663</c:v>
                </c:pt>
                <c:pt idx="1466">
                  <c:v>44664</c:v>
                </c:pt>
                <c:pt idx="1467">
                  <c:v>44665</c:v>
                </c:pt>
                <c:pt idx="1468">
                  <c:v>44666</c:v>
                </c:pt>
                <c:pt idx="1469">
                  <c:v>44669</c:v>
                </c:pt>
                <c:pt idx="1470">
                  <c:v>44670</c:v>
                </c:pt>
                <c:pt idx="1471">
                  <c:v>44671</c:v>
                </c:pt>
                <c:pt idx="1472">
                  <c:v>44672</c:v>
                </c:pt>
                <c:pt idx="1473">
                  <c:v>44673</c:v>
                </c:pt>
                <c:pt idx="1474">
                  <c:v>44676</c:v>
                </c:pt>
                <c:pt idx="1475">
                  <c:v>44677</c:v>
                </c:pt>
                <c:pt idx="1476">
                  <c:v>44678</c:v>
                </c:pt>
                <c:pt idx="1477">
                  <c:v>44679</c:v>
                </c:pt>
                <c:pt idx="1478">
                  <c:v>44680</c:v>
                </c:pt>
                <c:pt idx="1479">
                  <c:v>44683</c:v>
                </c:pt>
                <c:pt idx="1480">
                  <c:v>44684</c:v>
                </c:pt>
                <c:pt idx="1481">
                  <c:v>44685</c:v>
                </c:pt>
                <c:pt idx="1482">
                  <c:v>44686</c:v>
                </c:pt>
                <c:pt idx="1483">
                  <c:v>44687</c:v>
                </c:pt>
                <c:pt idx="1484">
                  <c:v>44690</c:v>
                </c:pt>
                <c:pt idx="1485">
                  <c:v>44691</c:v>
                </c:pt>
                <c:pt idx="1486">
                  <c:v>44692</c:v>
                </c:pt>
                <c:pt idx="1487">
                  <c:v>44693</c:v>
                </c:pt>
                <c:pt idx="1488">
                  <c:v>44694</c:v>
                </c:pt>
                <c:pt idx="1489">
                  <c:v>44697</c:v>
                </c:pt>
                <c:pt idx="1490">
                  <c:v>44698</c:v>
                </c:pt>
                <c:pt idx="1491">
                  <c:v>44699</c:v>
                </c:pt>
                <c:pt idx="1492">
                  <c:v>44700</c:v>
                </c:pt>
                <c:pt idx="1493">
                  <c:v>44701</c:v>
                </c:pt>
                <c:pt idx="1494">
                  <c:v>44704</c:v>
                </c:pt>
                <c:pt idx="1495">
                  <c:v>44705</c:v>
                </c:pt>
                <c:pt idx="1496">
                  <c:v>44706</c:v>
                </c:pt>
                <c:pt idx="1497">
                  <c:v>44707</c:v>
                </c:pt>
                <c:pt idx="1498">
                  <c:v>44708</c:v>
                </c:pt>
                <c:pt idx="1499">
                  <c:v>44711</c:v>
                </c:pt>
                <c:pt idx="1500">
                  <c:v>44712</c:v>
                </c:pt>
                <c:pt idx="1501">
                  <c:v>44713</c:v>
                </c:pt>
                <c:pt idx="1502">
                  <c:v>44714</c:v>
                </c:pt>
                <c:pt idx="1503">
                  <c:v>44715</c:v>
                </c:pt>
                <c:pt idx="1504">
                  <c:v>44718</c:v>
                </c:pt>
                <c:pt idx="1505">
                  <c:v>44719</c:v>
                </c:pt>
                <c:pt idx="1506">
                  <c:v>44720</c:v>
                </c:pt>
                <c:pt idx="1507">
                  <c:v>44721</c:v>
                </c:pt>
                <c:pt idx="1508">
                  <c:v>44722</c:v>
                </c:pt>
                <c:pt idx="1509">
                  <c:v>44725</c:v>
                </c:pt>
                <c:pt idx="1510">
                  <c:v>44726</c:v>
                </c:pt>
                <c:pt idx="1511">
                  <c:v>44727</c:v>
                </c:pt>
                <c:pt idx="1512">
                  <c:v>44728</c:v>
                </c:pt>
                <c:pt idx="1513">
                  <c:v>44729</c:v>
                </c:pt>
                <c:pt idx="1514">
                  <c:v>44732</c:v>
                </c:pt>
                <c:pt idx="1515">
                  <c:v>44733</c:v>
                </c:pt>
                <c:pt idx="1516">
                  <c:v>44734</c:v>
                </c:pt>
                <c:pt idx="1517">
                  <c:v>44735</c:v>
                </c:pt>
                <c:pt idx="1518">
                  <c:v>44736</c:v>
                </c:pt>
                <c:pt idx="1519">
                  <c:v>44739</c:v>
                </c:pt>
                <c:pt idx="1520">
                  <c:v>44740</c:v>
                </c:pt>
                <c:pt idx="1521">
                  <c:v>44741</c:v>
                </c:pt>
                <c:pt idx="1522">
                  <c:v>44742</c:v>
                </c:pt>
                <c:pt idx="1523">
                  <c:v>44743</c:v>
                </c:pt>
                <c:pt idx="1524">
                  <c:v>44746</c:v>
                </c:pt>
                <c:pt idx="1525">
                  <c:v>44747</c:v>
                </c:pt>
                <c:pt idx="1526">
                  <c:v>44748</c:v>
                </c:pt>
                <c:pt idx="1527">
                  <c:v>44749</c:v>
                </c:pt>
                <c:pt idx="1528">
                  <c:v>44750</c:v>
                </c:pt>
                <c:pt idx="1529">
                  <c:v>44753</c:v>
                </c:pt>
                <c:pt idx="1530">
                  <c:v>44754</c:v>
                </c:pt>
                <c:pt idx="1531">
                  <c:v>44755</c:v>
                </c:pt>
                <c:pt idx="1532">
                  <c:v>44756</c:v>
                </c:pt>
                <c:pt idx="1533">
                  <c:v>44757</c:v>
                </c:pt>
                <c:pt idx="1534">
                  <c:v>44760</c:v>
                </c:pt>
                <c:pt idx="1535">
                  <c:v>44761</c:v>
                </c:pt>
                <c:pt idx="1536">
                  <c:v>44762</c:v>
                </c:pt>
                <c:pt idx="1537">
                  <c:v>44763</c:v>
                </c:pt>
                <c:pt idx="1538">
                  <c:v>44764</c:v>
                </c:pt>
                <c:pt idx="1539">
                  <c:v>44767</c:v>
                </c:pt>
                <c:pt idx="1540">
                  <c:v>44768</c:v>
                </c:pt>
                <c:pt idx="1541">
                  <c:v>44769</c:v>
                </c:pt>
                <c:pt idx="1542">
                  <c:v>44770</c:v>
                </c:pt>
                <c:pt idx="1543">
                  <c:v>44771</c:v>
                </c:pt>
                <c:pt idx="1544">
                  <c:v>44774</c:v>
                </c:pt>
                <c:pt idx="1545">
                  <c:v>44775</c:v>
                </c:pt>
                <c:pt idx="1546">
                  <c:v>44776</c:v>
                </c:pt>
                <c:pt idx="1547">
                  <c:v>44777</c:v>
                </c:pt>
                <c:pt idx="1548">
                  <c:v>44778</c:v>
                </c:pt>
                <c:pt idx="1549">
                  <c:v>44781</c:v>
                </c:pt>
                <c:pt idx="1550">
                  <c:v>44782</c:v>
                </c:pt>
                <c:pt idx="1551">
                  <c:v>44783</c:v>
                </c:pt>
                <c:pt idx="1552">
                  <c:v>44784</c:v>
                </c:pt>
                <c:pt idx="1553">
                  <c:v>44785</c:v>
                </c:pt>
                <c:pt idx="1554">
                  <c:v>44788</c:v>
                </c:pt>
                <c:pt idx="1555">
                  <c:v>44789</c:v>
                </c:pt>
                <c:pt idx="1556">
                  <c:v>44790</c:v>
                </c:pt>
                <c:pt idx="1557">
                  <c:v>44791</c:v>
                </c:pt>
                <c:pt idx="1558">
                  <c:v>44792</c:v>
                </c:pt>
                <c:pt idx="1559">
                  <c:v>44795</c:v>
                </c:pt>
                <c:pt idx="1560">
                  <c:v>44796</c:v>
                </c:pt>
                <c:pt idx="1561">
                  <c:v>44797</c:v>
                </c:pt>
                <c:pt idx="1562">
                  <c:v>44798</c:v>
                </c:pt>
                <c:pt idx="1563">
                  <c:v>44799</c:v>
                </c:pt>
                <c:pt idx="1564">
                  <c:v>44802</c:v>
                </c:pt>
                <c:pt idx="1565">
                  <c:v>44803</c:v>
                </c:pt>
                <c:pt idx="1566">
                  <c:v>44804</c:v>
                </c:pt>
                <c:pt idx="1567">
                  <c:v>44805</c:v>
                </c:pt>
                <c:pt idx="1568">
                  <c:v>44806</c:v>
                </c:pt>
                <c:pt idx="1569">
                  <c:v>44809</c:v>
                </c:pt>
                <c:pt idx="1570">
                  <c:v>44810</c:v>
                </c:pt>
                <c:pt idx="1571">
                  <c:v>44811</c:v>
                </c:pt>
                <c:pt idx="1572">
                  <c:v>44812</c:v>
                </c:pt>
                <c:pt idx="1573">
                  <c:v>44813</c:v>
                </c:pt>
                <c:pt idx="1574">
                  <c:v>44816</c:v>
                </c:pt>
                <c:pt idx="1575">
                  <c:v>44817</c:v>
                </c:pt>
                <c:pt idx="1576">
                  <c:v>44818</c:v>
                </c:pt>
                <c:pt idx="1577">
                  <c:v>44819</c:v>
                </c:pt>
                <c:pt idx="1578">
                  <c:v>44820</c:v>
                </c:pt>
                <c:pt idx="1579">
                  <c:v>44823</c:v>
                </c:pt>
                <c:pt idx="1580">
                  <c:v>44824</c:v>
                </c:pt>
                <c:pt idx="1581">
                  <c:v>44825</c:v>
                </c:pt>
                <c:pt idx="1582">
                  <c:v>44826</c:v>
                </c:pt>
                <c:pt idx="1583">
                  <c:v>44827</c:v>
                </c:pt>
                <c:pt idx="1584">
                  <c:v>44830</c:v>
                </c:pt>
                <c:pt idx="1585">
                  <c:v>44831</c:v>
                </c:pt>
                <c:pt idx="1586">
                  <c:v>44832</c:v>
                </c:pt>
                <c:pt idx="1587">
                  <c:v>44833</c:v>
                </c:pt>
                <c:pt idx="1588">
                  <c:v>44834</c:v>
                </c:pt>
                <c:pt idx="1589">
                  <c:v>44837</c:v>
                </c:pt>
                <c:pt idx="1590">
                  <c:v>44838</c:v>
                </c:pt>
                <c:pt idx="1591">
                  <c:v>44839</c:v>
                </c:pt>
                <c:pt idx="1592">
                  <c:v>44840</c:v>
                </c:pt>
                <c:pt idx="1593">
                  <c:v>44841</c:v>
                </c:pt>
                <c:pt idx="1594">
                  <c:v>44844</c:v>
                </c:pt>
                <c:pt idx="1595">
                  <c:v>44845</c:v>
                </c:pt>
                <c:pt idx="1596">
                  <c:v>44846</c:v>
                </c:pt>
                <c:pt idx="1597">
                  <c:v>44847</c:v>
                </c:pt>
                <c:pt idx="1598">
                  <c:v>44848</c:v>
                </c:pt>
                <c:pt idx="1599">
                  <c:v>44851</c:v>
                </c:pt>
                <c:pt idx="1600">
                  <c:v>44852</c:v>
                </c:pt>
                <c:pt idx="1601">
                  <c:v>44853</c:v>
                </c:pt>
                <c:pt idx="1602">
                  <c:v>44854</c:v>
                </c:pt>
                <c:pt idx="1603">
                  <c:v>44855</c:v>
                </c:pt>
                <c:pt idx="1604">
                  <c:v>44858</c:v>
                </c:pt>
                <c:pt idx="1605">
                  <c:v>44859</c:v>
                </c:pt>
                <c:pt idx="1606">
                  <c:v>44860</c:v>
                </c:pt>
                <c:pt idx="1607">
                  <c:v>44861</c:v>
                </c:pt>
                <c:pt idx="1608">
                  <c:v>44862</c:v>
                </c:pt>
                <c:pt idx="1609">
                  <c:v>44865</c:v>
                </c:pt>
                <c:pt idx="1610">
                  <c:v>44866</c:v>
                </c:pt>
                <c:pt idx="1611">
                  <c:v>44867</c:v>
                </c:pt>
                <c:pt idx="1612">
                  <c:v>44868</c:v>
                </c:pt>
                <c:pt idx="1613">
                  <c:v>44869</c:v>
                </c:pt>
                <c:pt idx="1614">
                  <c:v>44872</c:v>
                </c:pt>
                <c:pt idx="1615">
                  <c:v>44873</c:v>
                </c:pt>
                <c:pt idx="1616">
                  <c:v>44874</c:v>
                </c:pt>
                <c:pt idx="1617">
                  <c:v>44875</c:v>
                </c:pt>
                <c:pt idx="1618">
                  <c:v>44876</c:v>
                </c:pt>
                <c:pt idx="1619">
                  <c:v>44879</c:v>
                </c:pt>
                <c:pt idx="1620">
                  <c:v>44880</c:v>
                </c:pt>
                <c:pt idx="1621">
                  <c:v>44881</c:v>
                </c:pt>
                <c:pt idx="1622">
                  <c:v>44882</c:v>
                </c:pt>
                <c:pt idx="1623">
                  <c:v>44883</c:v>
                </c:pt>
                <c:pt idx="1624">
                  <c:v>44886</c:v>
                </c:pt>
                <c:pt idx="1625">
                  <c:v>44887</c:v>
                </c:pt>
                <c:pt idx="1626">
                  <c:v>44888</c:v>
                </c:pt>
                <c:pt idx="1627">
                  <c:v>44889</c:v>
                </c:pt>
                <c:pt idx="1628">
                  <c:v>44890</c:v>
                </c:pt>
                <c:pt idx="1629">
                  <c:v>44893</c:v>
                </c:pt>
                <c:pt idx="1630">
                  <c:v>44894</c:v>
                </c:pt>
                <c:pt idx="1631">
                  <c:v>44895</c:v>
                </c:pt>
                <c:pt idx="1632">
                  <c:v>44896</c:v>
                </c:pt>
                <c:pt idx="1633">
                  <c:v>44897</c:v>
                </c:pt>
                <c:pt idx="1634">
                  <c:v>44900</c:v>
                </c:pt>
                <c:pt idx="1635">
                  <c:v>44901</c:v>
                </c:pt>
                <c:pt idx="1636">
                  <c:v>44902</c:v>
                </c:pt>
                <c:pt idx="1637">
                  <c:v>44903</c:v>
                </c:pt>
                <c:pt idx="1638">
                  <c:v>44904</c:v>
                </c:pt>
                <c:pt idx="1639">
                  <c:v>44907</c:v>
                </c:pt>
                <c:pt idx="1640">
                  <c:v>44908</c:v>
                </c:pt>
                <c:pt idx="1641">
                  <c:v>44909</c:v>
                </c:pt>
                <c:pt idx="1642">
                  <c:v>44910</c:v>
                </c:pt>
                <c:pt idx="1643">
                  <c:v>44911</c:v>
                </c:pt>
                <c:pt idx="1644">
                  <c:v>44914</c:v>
                </c:pt>
                <c:pt idx="1645">
                  <c:v>44915</c:v>
                </c:pt>
                <c:pt idx="1646">
                  <c:v>44916</c:v>
                </c:pt>
                <c:pt idx="1647">
                  <c:v>44917</c:v>
                </c:pt>
                <c:pt idx="1648">
                  <c:v>44918</c:v>
                </c:pt>
                <c:pt idx="1649">
                  <c:v>44921</c:v>
                </c:pt>
                <c:pt idx="1650">
                  <c:v>44922</c:v>
                </c:pt>
                <c:pt idx="1651">
                  <c:v>44923</c:v>
                </c:pt>
                <c:pt idx="1652">
                  <c:v>44924</c:v>
                </c:pt>
                <c:pt idx="1653">
                  <c:v>44925</c:v>
                </c:pt>
                <c:pt idx="1654">
                  <c:v>44928</c:v>
                </c:pt>
                <c:pt idx="1655">
                  <c:v>44929</c:v>
                </c:pt>
                <c:pt idx="1656">
                  <c:v>44930</c:v>
                </c:pt>
                <c:pt idx="1657">
                  <c:v>44931</c:v>
                </c:pt>
                <c:pt idx="1658">
                  <c:v>44932</c:v>
                </c:pt>
                <c:pt idx="1659">
                  <c:v>44935</c:v>
                </c:pt>
                <c:pt idx="1660">
                  <c:v>44936</c:v>
                </c:pt>
                <c:pt idx="1661">
                  <c:v>44937</c:v>
                </c:pt>
                <c:pt idx="1662">
                  <c:v>44938</c:v>
                </c:pt>
                <c:pt idx="1663">
                  <c:v>44939</c:v>
                </c:pt>
                <c:pt idx="1664">
                  <c:v>44942</c:v>
                </c:pt>
                <c:pt idx="1665">
                  <c:v>44943</c:v>
                </c:pt>
                <c:pt idx="1666">
                  <c:v>44944</c:v>
                </c:pt>
                <c:pt idx="1667">
                  <c:v>44945</c:v>
                </c:pt>
                <c:pt idx="1668">
                  <c:v>44946</c:v>
                </c:pt>
                <c:pt idx="1669">
                  <c:v>44949</c:v>
                </c:pt>
                <c:pt idx="1670">
                  <c:v>44950</c:v>
                </c:pt>
                <c:pt idx="1671">
                  <c:v>44951</c:v>
                </c:pt>
                <c:pt idx="1672">
                  <c:v>44952</c:v>
                </c:pt>
                <c:pt idx="1673">
                  <c:v>44953</c:v>
                </c:pt>
                <c:pt idx="1674">
                  <c:v>44956</c:v>
                </c:pt>
                <c:pt idx="1675">
                  <c:v>44957</c:v>
                </c:pt>
                <c:pt idx="1676">
                  <c:v>44958</c:v>
                </c:pt>
                <c:pt idx="1677">
                  <c:v>44959</c:v>
                </c:pt>
                <c:pt idx="1678">
                  <c:v>44960</c:v>
                </c:pt>
                <c:pt idx="1679">
                  <c:v>44963</c:v>
                </c:pt>
                <c:pt idx="1680">
                  <c:v>44964</c:v>
                </c:pt>
                <c:pt idx="1681">
                  <c:v>44965</c:v>
                </c:pt>
                <c:pt idx="1682">
                  <c:v>44966</c:v>
                </c:pt>
                <c:pt idx="1683">
                  <c:v>44967</c:v>
                </c:pt>
                <c:pt idx="1684">
                  <c:v>44970</c:v>
                </c:pt>
                <c:pt idx="1685">
                  <c:v>44971</c:v>
                </c:pt>
                <c:pt idx="1686">
                  <c:v>44972</c:v>
                </c:pt>
                <c:pt idx="1687">
                  <c:v>44973</c:v>
                </c:pt>
                <c:pt idx="1688">
                  <c:v>44974</c:v>
                </c:pt>
                <c:pt idx="1689">
                  <c:v>44977</c:v>
                </c:pt>
                <c:pt idx="1690">
                  <c:v>44978</c:v>
                </c:pt>
                <c:pt idx="1691">
                  <c:v>44979</c:v>
                </c:pt>
                <c:pt idx="1692">
                  <c:v>44980</c:v>
                </c:pt>
                <c:pt idx="1693">
                  <c:v>44981</c:v>
                </c:pt>
                <c:pt idx="1694">
                  <c:v>44984</c:v>
                </c:pt>
                <c:pt idx="1695">
                  <c:v>44985</c:v>
                </c:pt>
                <c:pt idx="1696">
                  <c:v>44986</c:v>
                </c:pt>
                <c:pt idx="1697">
                  <c:v>44987</c:v>
                </c:pt>
                <c:pt idx="1698">
                  <c:v>44988</c:v>
                </c:pt>
                <c:pt idx="1699">
                  <c:v>44991</c:v>
                </c:pt>
                <c:pt idx="1700">
                  <c:v>44992</c:v>
                </c:pt>
                <c:pt idx="1701">
                  <c:v>44993</c:v>
                </c:pt>
                <c:pt idx="1702">
                  <c:v>44994</c:v>
                </c:pt>
                <c:pt idx="1703">
                  <c:v>44995</c:v>
                </c:pt>
                <c:pt idx="1704">
                  <c:v>44998</c:v>
                </c:pt>
                <c:pt idx="1705">
                  <c:v>44999</c:v>
                </c:pt>
                <c:pt idx="1706">
                  <c:v>45000</c:v>
                </c:pt>
                <c:pt idx="1707">
                  <c:v>45001</c:v>
                </c:pt>
                <c:pt idx="1708">
                  <c:v>45002</c:v>
                </c:pt>
                <c:pt idx="1709">
                  <c:v>45005</c:v>
                </c:pt>
                <c:pt idx="1710">
                  <c:v>45006</c:v>
                </c:pt>
                <c:pt idx="1711">
                  <c:v>45007</c:v>
                </c:pt>
                <c:pt idx="1712">
                  <c:v>45008</c:v>
                </c:pt>
                <c:pt idx="1713">
                  <c:v>45009</c:v>
                </c:pt>
                <c:pt idx="1714">
                  <c:v>45012</c:v>
                </c:pt>
                <c:pt idx="1715">
                  <c:v>45013</c:v>
                </c:pt>
                <c:pt idx="1716">
                  <c:v>45014</c:v>
                </c:pt>
                <c:pt idx="1717">
                  <c:v>45015</c:v>
                </c:pt>
                <c:pt idx="1718">
                  <c:v>45016</c:v>
                </c:pt>
                <c:pt idx="1719">
                  <c:v>45019</c:v>
                </c:pt>
                <c:pt idx="1720">
                  <c:v>45020</c:v>
                </c:pt>
                <c:pt idx="1721">
                  <c:v>45021</c:v>
                </c:pt>
                <c:pt idx="1722">
                  <c:v>45022</c:v>
                </c:pt>
                <c:pt idx="1723">
                  <c:v>45023</c:v>
                </c:pt>
                <c:pt idx="1724">
                  <c:v>45026</c:v>
                </c:pt>
                <c:pt idx="1725">
                  <c:v>45027</c:v>
                </c:pt>
                <c:pt idx="1726">
                  <c:v>45028</c:v>
                </c:pt>
                <c:pt idx="1727">
                  <c:v>45029</c:v>
                </c:pt>
                <c:pt idx="1728">
                  <c:v>45030</c:v>
                </c:pt>
                <c:pt idx="1729">
                  <c:v>45033</c:v>
                </c:pt>
                <c:pt idx="1730">
                  <c:v>45034</c:v>
                </c:pt>
                <c:pt idx="1731">
                  <c:v>45035</c:v>
                </c:pt>
                <c:pt idx="1732">
                  <c:v>45036</c:v>
                </c:pt>
                <c:pt idx="1733">
                  <c:v>45037</c:v>
                </c:pt>
                <c:pt idx="1734">
                  <c:v>45040</c:v>
                </c:pt>
                <c:pt idx="1735">
                  <c:v>45041</c:v>
                </c:pt>
                <c:pt idx="1736">
                  <c:v>45042</c:v>
                </c:pt>
                <c:pt idx="1737">
                  <c:v>45043</c:v>
                </c:pt>
                <c:pt idx="1738">
                  <c:v>45044</c:v>
                </c:pt>
                <c:pt idx="1739">
                  <c:v>45047</c:v>
                </c:pt>
                <c:pt idx="1740">
                  <c:v>45048</c:v>
                </c:pt>
                <c:pt idx="1741">
                  <c:v>45049</c:v>
                </c:pt>
                <c:pt idx="1742">
                  <c:v>45050</c:v>
                </c:pt>
                <c:pt idx="1743">
                  <c:v>45051</c:v>
                </c:pt>
                <c:pt idx="1744">
                  <c:v>45054</c:v>
                </c:pt>
                <c:pt idx="1745">
                  <c:v>45055</c:v>
                </c:pt>
                <c:pt idx="1746">
                  <c:v>45056</c:v>
                </c:pt>
                <c:pt idx="1747">
                  <c:v>45057</c:v>
                </c:pt>
                <c:pt idx="1748">
                  <c:v>45058</c:v>
                </c:pt>
                <c:pt idx="1749">
                  <c:v>45061</c:v>
                </c:pt>
                <c:pt idx="1750">
                  <c:v>45062</c:v>
                </c:pt>
                <c:pt idx="1751">
                  <c:v>45063</c:v>
                </c:pt>
                <c:pt idx="1752">
                  <c:v>45064</c:v>
                </c:pt>
                <c:pt idx="1753">
                  <c:v>45065</c:v>
                </c:pt>
                <c:pt idx="1754">
                  <c:v>45068</c:v>
                </c:pt>
                <c:pt idx="1755">
                  <c:v>45069</c:v>
                </c:pt>
                <c:pt idx="1756">
                  <c:v>45070</c:v>
                </c:pt>
                <c:pt idx="1757">
                  <c:v>45071</c:v>
                </c:pt>
                <c:pt idx="1758">
                  <c:v>45072</c:v>
                </c:pt>
                <c:pt idx="1759">
                  <c:v>45075</c:v>
                </c:pt>
                <c:pt idx="1760">
                  <c:v>45076</c:v>
                </c:pt>
                <c:pt idx="1761">
                  <c:v>45077</c:v>
                </c:pt>
                <c:pt idx="1762">
                  <c:v>45078</c:v>
                </c:pt>
                <c:pt idx="1763">
                  <c:v>45079</c:v>
                </c:pt>
                <c:pt idx="1764">
                  <c:v>45082</c:v>
                </c:pt>
                <c:pt idx="1765">
                  <c:v>45083</c:v>
                </c:pt>
                <c:pt idx="1766">
                  <c:v>45084</c:v>
                </c:pt>
                <c:pt idx="1767">
                  <c:v>45085</c:v>
                </c:pt>
                <c:pt idx="1768">
                  <c:v>45086</c:v>
                </c:pt>
                <c:pt idx="1769">
                  <c:v>45089</c:v>
                </c:pt>
                <c:pt idx="1770">
                  <c:v>45090</c:v>
                </c:pt>
                <c:pt idx="1771">
                  <c:v>45091</c:v>
                </c:pt>
                <c:pt idx="1772">
                  <c:v>45092</c:v>
                </c:pt>
                <c:pt idx="1773">
                  <c:v>45093</c:v>
                </c:pt>
                <c:pt idx="1774">
                  <c:v>45096</c:v>
                </c:pt>
                <c:pt idx="1775">
                  <c:v>45097</c:v>
                </c:pt>
                <c:pt idx="1776">
                  <c:v>45098</c:v>
                </c:pt>
                <c:pt idx="1777">
                  <c:v>45099</c:v>
                </c:pt>
                <c:pt idx="1778">
                  <c:v>45100</c:v>
                </c:pt>
                <c:pt idx="1779">
                  <c:v>45103</c:v>
                </c:pt>
                <c:pt idx="1780">
                  <c:v>45104</c:v>
                </c:pt>
                <c:pt idx="1781">
                  <c:v>45105</c:v>
                </c:pt>
                <c:pt idx="1782">
                  <c:v>45106</c:v>
                </c:pt>
                <c:pt idx="1783">
                  <c:v>45107</c:v>
                </c:pt>
                <c:pt idx="1784">
                  <c:v>45110</c:v>
                </c:pt>
                <c:pt idx="1785">
                  <c:v>45111</c:v>
                </c:pt>
                <c:pt idx="1786">
                  <c:v>45112</c:v>
                </c:pt>
                <c:pt idx="1787">
                  <c:v>45113</c:v>
                </c:pt>
                <c:pt idx="1788">
                  <c:v>45114</c:v>
                </c:pt>
                <c:pt idx="1789">
                  <c:v>45117</c:v>
                </c:pt>
                <c:pt idx="1790">
                  <c:v>45118</c:v>
                </c:pt>
                <c:pt idx="1791">
                  <c:v>45119</c:v>
                </c:pt>
                <c:pt idx="1792">
                  <c:v>45120</c:v>
                </c:pt>
                <c:pt idx="1793">
                  <c:v>45121</c:v>
                </c:pt>
                <c:pt idx="1794">
                  <c:v>45124</c:v>
                </c:pt>
                <c:pt idx="1795">
                  <c:v>45125</c:v>
                </c:pt>
                <c:pt idx="1796">
                  <c:v>45126</c:v>
                </c:pt>
                <c:pt idx="1797">
                  <c:v>45127</c:v>
                </c:pt>
                <c:pt idx="1798">
                  <c:v>45128</c:v>
                </c:pt>
                <c:pt idx="1799">
                  <c:v>45131</c:v>
                </c:pt>
                <c:pt idx="1800">
                  <c:v>45132</c:v>
                </c:pt>
                <c:pt idx="1801">
                  <c:v>45133</c:v>
                </c:pt>
                <c:pt idx="1802">
                  <c:v>45134</c:v>
                </c:pt>
                <c:pt idx="1803">
                  <c:v>45135</c:v>
                </c:pt>
                <c:pt idx="1804">
                  <c:v>45138</c:v>
                </c:pt>
                <c:pt idx="1805">
                  <c:v>45139</c:v>
                </c:pt>
                <c:pt idx="1806">
                  <c:v>45140</c:v>
                </c:pt>
                <c:pt idx="1807">
                  <c:v>45141</c:v>
                </c:pt>
                <c:pt idx="1808">
                  <c:v>45142</c:v>
                </c:pt>
                <c:pt idx="1809">
                  <c:v>45145</c:v>
                </c:pt>
                <c:pt idx="1810">
                  <c:v>45146</c:v>
                </c:pt>
                <c:pt idx="1811">
                  <c:v>45147</c:v>
                </c:pt>
                <c:pt idx="1812">
                  <c:v>45148</c:v>
                </c:pt>
                <c:pt idx="1813">
                  <c:v>45149</c:v>
                </c:pt>
                <c:pt idx="1814">
                  <c:v>45152</c:v>
                </c:pt>
                <c:pt idx="1815">
                  <c:v>45153</c:v>
                </c:pt>
                <c:pt idx="1816">
                  <c:v>45154</c:v>
                </c:pt>
                <c:pt idx="1817">
                  <c:v>45155</c:v>
                </c:pt>
                <c:pt idx="1818">
                  <c:v>45156</c:v>
                </c:pt>
                <c:pt idx="1819">
                  <c:v>45159</c:v>
                </c:pt>
                <c:pt idx="1820">
                  <c:v>45160</c:v>
                </c:pt>
                <c:pt idx="1821">
                  <c:v>45161</c:v>
                </c:pt>
                <c:pt idx="1822">
                  <c:v>45162</c:v>
                </c:pt>
                <c:pt idx="1823">
                  <c:v>45163</c:v>
                </c:pt>
                <c:pt idx="1824">
                  <c:v>45166</c:v>
                </c:pt>
                <c:pt idx="1825">
                  <c:v>45167</c:v>
                </c:pt>
                <c:pt idx="1826">
                  <c:v>45168</c:v>
                </c:pt>
                <c:pt idx="1827">
                  <c:v>45169</c:v>
                </c:pt>
                <c:pt idx="1828">
                  <c:v>45170</c:v>
                </c:pt>
                <c:pt idx="1829">
                  <c:v>45173</c:v>
                </c:pt>
                <c:pt idx="1830">
                  <c:v>45174</c:v>
                </c:pt>
                <c:pt idx="1831">
                  <c:v>45175</c:v>
                </c:pt>
                <c:pt idx="1832">
                  <c:v>45176</c:v>
                </c:pt>
                <c:pt idx="1833">
                  <c:v>45177</c:v>
                </c:pt>
                <c:pt idx="1834">
                  <c:v>45180</c:v>
                </c:pt>
                <c:pt idx="1835">
                  <c:v>45181</c:v>
                </c:pt>
                <c:pt idx="1836">
                  <c:v>45182</c:v>
                </c:pt>
                <c:pt idx="1837">
                  <c:v>45183</c:v>
                </c:pt>
                <c:pt idx="1838">
                  <c:v>45184</c:v>
                </c:pt>
                <c:pt idx="1839">
                  <c:v>45187</c:v>
                </c:pt>
                <c:pt idx="1840">
                  <c:v>45188</c:v>
                </c:pt>
                <c:pt idx="1841">
                  <c:v>45189</c:v>
                </c:pt>
                <c:pt idx="1842">
                  <c:v>45190</c:v>
                </c:pt>
                <c:pt idx="1843">
                  <c:v>45191</c:v>
                </c:pt>
                <c:pt idx="1844">
                  <c:v>45194</c:v>
                </c:pt>
                <c:pt idx="1845">
                  <c:v>45195</c:v>
                </c:pt>
                <c:pt idx="1846">
                  <c:v>45196</c:v>
                </c:pt>
                <c:pt idx="1847">
                  <c:v>45197</c:v>
                </c:pt>
                <c:pt idx="1848">
                  <c:v>45198</c:v>
                </c:pt>
                <c:pt idx="1849">
                  <c:v>45201</c:v>
                </c:pt>
                <c:pt idx="1850">
                  <c:v>45202</c:v>
                </c:pt>
                <c:pt idx="1851">
                  <c:v>45203</c:v>
                </c:pt>
                <c:pt idx="1852">
                  <c:v>45204</c:v>
                </c:pt>
                <c:pt idx="1853">
                  <c:v>45205</c:v>
                </c:pt>
                <c:pt idx="1854">
                  <c:v>45208</c:v>
                </c:pt>
                <c:pt idx="1855">
                  <c:v>45209</c:v>
                </c:pt>
                <c:pt idx="1856">
                  <c:v>45210</c:v>
                </c:pt>
                <c:pt idx="1857">
                  <c:v>45211</c:v>
                </c:pt>
                <c:pt idx="1858">
                  <c:v>45212</c:v>
                </c:pt>
                <c:pt idx="1859">
                  <c:v>45215</c:v>
                </c:pt>
                <c:pt idx="1860">
                  <c:v>45216</c:v>
                </c:pt>
                <c:pt idx="1861">
                  <c:v>45217</c:v>
                </c:pt>
                <c:pt idx="1862">
                  <c:v>45218</c:v>
                </c:pt>
                <c:pt idx="1863">
                  <c:v>45219</c:v>
                </c:pt>
                <c:pt idx="1864">
                  <c:v>45222</c:v>
                </c:pt>
                <c:pt idx="1865">
                  <c:v>45223</c:v>
                </c:pt>
                <c:pt idx="1866">
                  <c:v>45224</c:v>
                </c:pt>
                <c:pt idx="1867">
                  <c:v>45225</c:v>
                </c:pt>
                <c:pt idx="1868">
                  <c:v>45226</c:v>
                </c:pt>
                <c:pt idx="1869">
                  <c:v>45229</c:v>
                </c:pt>
                <c:pt idx="1870">
                  <c:v>45230</c:v>
                </c:pt>
                <c:pt idx="1871">
                  <c:v>45231</c:v>
                </c:pt>
                <c:pt idx="1872">
                  <c:v>45232</c:v>
                </c:pt>
                <c:pt idx="1873">
                  <c:v>45233</c:v>
                </c:pt>
                <c:pt idx="1874">
                  <c:v>45236</c:v>
                </c:pt>
                <c:pt idx="1875">
                  <c:v>45237</c:v>
                </c:pt>
                <c:pt idx="1876">
                  <c:v>45238</c:v>
                </c:pt>
                <c:pt idx="1877">
                  <c:v>45239</c:v>
                </c:pt>
                <c:pt idx="1878">
                  <c:v>45240</c:v>
                </c:pt>
                <c:pt idx="1879">
                  <c:v>45243</c:v>
                </c:pt>
                <c:pt idx="1880">
                  <c:v>45244</c:v>
                </c:pt>
                <c:pt idx="1881">
                  <c:v>45245</c:v>
                </c:pt>
                <c:pt idx="1882">
                  <c:v>45246</c:v>
                </c:pt>
                <c:pt idx="1883">
                  <c:v>45247</c:v>
                </c:pt>
                <c:pt idx="1884">
                  <c:v>45250</c:v>
                </c:pt>
                <c:pt idx="1885">
                  <c:v>45251</c:v>
                </c:pt>
                <c:pt idx="1886">
                  <c:v>45252</c:v>
                </c:pt>
                <c:pt idx="1887">
                  <c:v>45253</c:v>
                </c:pt>
                <c:pt idx="1888">
                  <c:v>45254</c:v>
                </c:pt>
                <c:pt idx="1889">
                  <c:v>45257</c:v>
                </c:pt>
                <c:pt idx="1890">
                  <c:v>45258</c:v>
                </c:pt>
                <c:pt idx="1891">
                  <c:v>45259</c:v>
                </c:pt>
                <c:pt idx="1892">
                  <c:v>45260</c:v>
                </c:pt>
                <c:pt idx="1893">
                  <c:v>45261</c:v>
                </c:pt>
                <c:pt idx="1894">
                  <c:v>45264</c:v>
                </c:pt>
                <c:pt idx="1895">
                  <c:v>45265</c:v>
                </c:pt>
                <c:pt idx="1896">
                  <c:v>45266</c:v>
                </c:pt>
                <c:pt idx="1897">
                  <c:v>45267</c:v>
                </c:pt>
                <c:pt idx="1898">
                  <c:v>45268</c:v>
                </c:pt>
                <c:pt idx="1899">
                  <c:v>45271</c:v>
                </c:pt>
                <c:pt idx="1900">
                  <c:v>45272</c:v>
                </c:pt>
                <c:pt idx="1901">
                  <c:v>45273</c:v>
                </c:pt>
                <c:pt idx="1902">
                  <c:v>45274</c:v>
                </c:pt>
                <c:pt idx="1903">
                  <c:v>45275</c:v>
                </c:pt>
                <c:pt idx="1904">
                  <c:v>45278</c:v>
                </c:pt>
                <c:pt idx="1905">
                  <c:v>45279</c:v>
                </c:pt>
                <c:pt idx="1906">
                  <c:v>45280</c:v>
                </c:pt>
                <c:pt idx="1907">
                  <c:v>45281</c:v>
                </c:pt>
                <c:pt idx="1908">
                  <c:v>45282</c:v>
                </c:pt>
                <c:pt idx="1909">
                  <c:v>45283</c:v>
                </c:pt>
                <c:pt idx="1910">
                  <c:v>45285</c:v>
                </c:pt>
                <c:pt idx="1911">
                  <c:v>45286</c:v>
                </c:pt>
                <c:pt idx="1912">
                  <c:v>45287</c:v>
                </c:pt>
                <c:pt idx="1913">
                  <c:v>45288</c:v>
                </c:pt>
                <c:pt idx="1914">
                  <c:v>45289</c:v>
                </c:pt>
                <c:pt idx="1915">
                  <c:v>45290</c:v>
                </c:pt>
                <c:pt idx="1916">
                  <c:v>45292</c:v>
                </c:pt>
                <c:pt idx="1917">
                  <c:v>45293</c:v>
                </c:pt>
                <c:pt idx="1918">
                  <c:v>45294</c:v>
                </c:pt>
                <c:pt idx="1919">
                  <c:v>45295</c:v>
                </c:pt>
                <c:pt idx="1920">
                  <c:v>45296</c:v>
                </c:pt>
                <c:pt idx="1921">
                  <c:v>45297</c:v>
                </c:pt>
                <c:pt idx="1922">
                  <c:v>45299</c:v>
                </c:pt>
                <c:pt idx="1923">
                  <c:v>45300</c:v>
                </c:pt>
                <c:pt idx="1924">
                  <c:v>45301</c:v>
                </c:pt>
                <c:pt idx="1925">
                  <c:v>45302</c:v>
                </c:pt>
                <c:pt idx="1926">
                  <c:v>45303</c:v>
                </c:pt>
                <c:pt idx="1927">
                  <c:v>45304</c:v>
                </c:pt>
                <c:pt idx="1928">
                  <c:v>45306</c:v>
                </c:pt>
                <c:pt idx="1929">
                  <c:v>45307</c:v>
                </c:pt>
                <c:pt idx="1930">
                  <c:v>45308</c:v>
                </c:pt>
                <c:pt idx="1931">
                  <c:v>45309</c:v>
                </c:pt>
                <c:pt idx="1932">
                  <c:v>45310</c:v>
                </c:pt>
                <c:pt idx="1933">
                  <c:v>45313</c:v>
                </c:pt>
                <c:pt idx="1934">
                  <c:v>45314</c:v>
                </c:pt>
                <c:pt idx="1935">
                  <c:v>45315</c:v>
                </c:pt>
                <c:pt idx="1936">
                  <c:v>45316</c:v>
                </c:pt>
                <c:pt idx="1937">
                  <c:v>45317</c:v>
                </c:pt>
                <c:pt idx="1938">
                  <c:v>45320</c:v>
                </c:pt>
                <c:pt idx="1939">
                  <c:v>45321</c:v>
                </c:pt>
                <c:pt idx="1940">
                  <c:v>45322</c:v>
                </c:pt>
                <c:pt idx="1941">
                  <c:v>45323</c:v>
                </c:pt>
                <c:pt idx="1942">
                  <c:v>45324</c:v>
                </c:pt>
                <c:pt idx="1943">
                  <c:v>45327</c:v>
                </c:pt>
                <c:pt idx="1944">
                  <c:v>45328</c:v>
                </c:pt>
                <c:pt idx="1945">
                  <c:v>45329</c:v>
                </c:pt>
                <c:pt idx="1946">
                  <c:v>45330</c:v>
                </c:pt>
                <c:pt idx="1947">
                  <c:v>45331</c:v>
                </c:pt>
                <c:pt idx="1948">
                  <c:v>45334</c:v>
                </c:pt>
                <c:pt idx="1949">
                  <c:v>45335</c:v>
                </c:pt>
                <c:pt idx="1950">
                  <c:v>45336</c:v>
                </c:pt>
                <c:pt idx="1951">
                  <c:v>45337</c:v>
                </c:pt>
                <c:pt idx="1952">
                  <c:v>45338</c:v>
                </c:pt>
                <c:pt idx="1953">
                  <c:v>45341</c:v>
                </c:pt>
                <c:pt idx="1954">
                  <c:v>45342</c:v>
                </c:pt>
                <c:pt idx="1955">
                  <c:v>45343</c:v>
                </c:pt>
                <c:pt idx="1956">
                  <c:v>45344</c:v>
                </c:pt>
                <c:pt idx="1957">
                  <c:v>45345</c:v>
                </c:pt>
                <c:pt idx="1958">
                  <c:v>45348</c:v>
                </c:pt>
                <c:pt idx="1959">
                  <c:v>45349</c:v>
                </c:pt>
                <c:pt idx="1960">
                  <c:v>45350</c:v>
                </c:pt>
                <c:pt idx="1961">
                  <c:v>45351</c:v>
                </c:pt>
                <c:pt idx="1962">
                  <c:v>45352</c:v>
                </c:pt>
                <c:pt idx="1963">
                  <c:v>45355</c:v>
                </c:pt>
                <c:pt idx="1964">
                  <c:v>45356</c:v>
                </c:pt>
                <c:pt idx="1965">
                  <c:v>45357</c:v>
                </c:pt>
                <c:pt idx="1966">
                  <c:v>45358</c:v>
                </c:pt>
                <c:pt idx="1967">
                  <c:v>45359</c:v>
                </c:pt>
                <c:pt idx="1968">
                  <c:v>45362</c:v>
                </c:pt>
                <c:pt idx="1969">
                  <c:v>45363</c:v>
                </c:pt>
                <c:pt idx="1970">
                  <c:v>45364</c:v>
                </c:pt>
                <c:pt idx="1971">
                  <c:v>45365</c:v>
                </c:pt>
                <c:pt idx="1972">
                  <c:v>45366</c:v>
                </c:pt>
                <c:pt idx="1973">
                  <c:v>45369</c:v>
                </c:pt>
                <c:pt idx="1974">
                  <c:v>45370</c:v>
                </c:pt>
                <c:pt idx="1975">
                  <c:v>45371</c:v>
                </c:pt>
                <c:pt idx="1976">
                  <c:v>45372</c:v>
                </c:pt>
                <c:pt idx="1977">
                  <c:v>45373</c:v>
                </c:pt>
                <c:pt idx="1978">
                  <c:v>45376</c:v>
                </c:pt>
                <c:pt idx="1979">
                  <c:v>45377</c:v>
                </c:pt>
                <c:pt idx="1980">
                  <c:v>45378</c:v>
                </c:pt>
                <c:pt idx="1981">
                  <c:v>45379</c:v>
                </c:pt>
                <c:pt idx="1982">
                  <c:v>45380</c:v>
                </c:pt>
                <c:pt idx="1983">
                  <c:v>45383</c:v>
                </c:pt>
                <c:pt idx="1984">
                  <c:v>45384</c:v>
                </c:pt>
                <c:pt idx="1985">
                  <c:v>45385</c:v>
                </c:pt>
                <c:pt idx="1986">
                  <c:v>45386</c:v>
                </c:pt>
                <c:pt idx="1987">
                  <c:v>45387</c:v>
                </c:pt>
                <c:pt idx="1988">
                  <c:v>45390</c:v>
                </c:pt>
                <c:pt idx="1989">
                  <c:v>45391</c:v>
                </c:pt>
                <c:pt idx="1990">
                  <c:v>45392</c:v>
                </c:pt>
                <c:pt idx="1991">
                  <c:v>45393</c:v>
                </c:pt>
                <c:pt idx="1992">
                  <c:v>45394</c:v>
                </c:pt>
                <c:pt idx="1993">
                  <c:v>45397</c:v>
                </c:pt>
                <c:pt idx="1994">
                  <c:v>45398</c:v>
                </c:pt>
                <c:pt idx="1995">
                  <c:v>45399</c:v>
                </c:pt>
                <c:pt idx="1996">
                  <c:v>45400</c:v>
                </c:pt>
                <c:pt idx="1997">
                  <c:v>45401</c:v>
                </c:pt>
                <c:pt idx="1998">
                  <c:v>45404</c:v>
                </c:pt>
                <c:pt idx="1999">
                  <c:v>45405</c:v>
                </c:pt>
                <c:pt idx="2000">
                  <c:v>45406</c:v>
                </c:pt>
                <c:pt idx="2001">
                  <c:v>45407</c:v>
                </c:pt>
                <c:pt idx="2002">
                  <c:v>45408</c:v>
                </c:pt>
                <c:pt idx="2003">
                  <c:v>45411</c:v>
                </c:pt>
                <c:pt idx="2004">
                  <c:v>45412</c:v>
                </c:pt>
                <c:pt idx="2005">
                  <c:v>45413</c:v>
                </c:pt>
                <c:pt idx="2006">
                  <c:v>45414</c:v>
                </c:pt>
                <c:pt idx="2007">
                  <c:v>45415</c:v>
                </c:pt>
                <c:pt idx="2008">
                  <c:v>45418</c:v>
                </c:pt>
                <c:pt idx="2009">
                  <c:v>45419</c:v>
                </c:pt>
                <c:pt idx="2010">
                  <c:v>45420</c:v>
                </c:pt>
                <c:pt idx="2011">
                  <c:v>45421</c:v>
                </c:pt>
                <c:pt idx="2012">
                  <c:v>45422</c:v>
                </c:pt>
                <c:pt idx="2013">
                  <c:v>45425</c:v>
                </c:pt>
                <c:pt idx="2014">
                  <c:v>45426</c:v>
                </c:pt>
                <c:pt idx="2015">
                  <c:v>45427</c:v>
                </c:pt>
                <c:pt idx="2016">
                  <c:v>45428</c:v>
                </c:pt>
                <c:pt idx="2017">
                  <c:v>45429</c:v>
                </c:pt>
                <c:pt idx="2018">
                  <c:v>45432</c:v>
                </c:pt>
                <c:pt idx="2019">
                  <c:v>45433</c:v>
                </c:pt>
                <c:pt idx="2020">
                  <c:v>45434</c:v>
                </c:pt>
                <c:pt idx="2021">
                  <c:v>45435</c:v>
                </c:pt>
                <c:pt idx="2022">
                  <c:v>45436</c:v>
                </c:pt>
                <c:pt idx="2023">
                  <c:v>45439</c:v>
                </c:pt>
                <c:pt idx="2024">
                  <c:v>45440</c:v>
                </c:pt>
                <c:pt idx="2025">
                  <c:v>45441</c:v>
                </c:pt>
                <c:pt idx="2026">
                  <c:v>45442</c:v>
                </c:pt>
                <c:pt idx="2027">
                  <c:v>45443</c:v>
                </c:pt>
                <c:pt idx="2028">
                  <c:v>45446</c:v>
                </c:pt>
                <c:pt idx="2029">
                  <c:v>45447</c:v>
                </c:pt>
                <c:pt idx="2030">
                  <c:v>45448</c:v>
                </c:pt>
                <c:pt idx="2031">
                  <c:v>45449</c:v>
                </c:pt>
                <c:pt idx="2032">
                  <c:v>45450</c:v>
                </c:pt>
                <c:pt idx="2033">
                  <c:v>45453</c:v>
                </c:pt>
                <c:pt idx="2034">
                  <c:v>45454</c:v>
                </c:pt>
                <c:pt idx="2035">
                  <c:v>45455</c:v>
                </c:pt>
                <c:pt idx="2036">
                  <c:v>45456</c:v>
                </c:pt>
                <c:pt idx="2037">
                  <c:v>45457</c:v>
                </c:pt>
                <c:pt idx="2038">
                  <c:v>45460</c:v>
                </c:pt>
                <c:pt idx="2039">
                  <c:v>45461</c:v>
                </c:pt>
                <c:pt idx="2040">
                  <c:v>45462</c:v>
                </c:pt>
                <c:pt idx="2041">
                  <c:v>45463</c:v>
                </c:pt>
                <c:pt idx="2042">
                  <c:v>45464</c:v>
                </c:pt>
                <c:pt idx="2043">
                  <c:v>45467</c:v>
                </c:pt>
                <c:pt idx="2044">
                  <c:v>45468</c:v>
                </c:pt>
                <c:pt idx="2045">
                  <c:v>45469</c:v>
                </c:pt>
                <c:pt idx="2046">
                  <c:v>45470</c:v>
                </c:pt>
                <c:pt idx="2047">
                  <c:v>45471</c:v>
                </c:pt>
                <c:pt idx="2048">
                  <c:v>45474</c:v>
                </c:pt>
                <c:pt idx="2049">
                  <c:v>45475</c:v>
                </c:pt>
                <c:pt idx="2050">
                  <c:v>45476</c:v>
                </c:pt>
                <c:pt idx="2051">
                  <c:v>45477</c:v>
                </c:pt>
                <c:pt idx="2052">
                  <c:v>45478</c:v>
                </c:pt>
                <c:pt idx="2053">
                  <c:v>45481</c:v>
                </c:pt>
                <c:pt idx="2054">
                  <c:v>45482</c:v>
                </c:pt>
                <c:pt idx="2055">
                  <c:v>45483</c:v>
                </c:pt>
                <c:pt idx="2056">
                  <c:v>45484</c:v>
                </c:pt>
                <c:pt idx="2057">
                  <c:v>45485</c:v>
                </c:pt>
                <c:pt idx="2058">
                  <c:v>45488</c:v>
                </c:pt>
                <c:pt idx="2059">
                  <c:v>45489</c:v>
                </c:pt>
                <c:pt idx="2060">
                  <c:v>45490</c:v>
                </c:pt>
                <c:pt idx="2061">
                  <c:v>45491</c:v>
                </c:pt>
                <c:pt idx="2062">
                  <c:v>45492</c:v>
                </c:pt>
                <c:pt idx="2063">
                  <c:v>45495</c:v>
                </c:pt>
                <c:pt idx="2064">
                  <c:v>45496</c:v>
                </c:pt>
                <c:pt idx="2065">
                  <c:v>45497</c:v>
                </c:pt>
                <c:pt idx="2066">
                  <c:v>45498</c:v>
                </c:pt>
                <c:pt idx="2067">
                  <c:v>45499</c:v>
                </c:pt>
                <c:pt idx="2068">
                  <c:v>45502</c:v>
                </c:pt>
                <c:pt idx="2069">
                  <c:v>45503</c:v>
                </c:pt>
                <c:pt idx="2070">
                  <c:v>45504</c:v>
                </c:pt>
                <c:pt idx="2071">
                  <c:v>45505</c:v>
                </c:pt>
                <c:pt idx="2072">
                  <c:v>45506</c:v>
                </c:pt>
                <c:pt idx="2073">
                  <c:v>45509</c:v>
                </c:pt>
                <c:pt idx="2074">
                  <c:v>45510</c:v>
                </c:pt>
                <c:pt idx="2075">
                  <c:v>45511</c:v>
                </c:pt>
                <c:pt idx="2076">
                  <c:v>45512</c:v>
                </c:pt>
                <c:pt idx="2077">
                  <c:v>45513</c:v>
                </c:pt>
                <c:pt idx="2078">
                  <c:v>45516</c:v>
                </c:pt>
                <c:pt idx="2079">
                  <c:v>45517</c:v>
                </c:pt>
                <c:pt idx="2080">
                  <c:v>45518</c:v>
                </c:pt>
                <c:pt idx="2081">
                  <c:v>45519</c:v>
                </c:pt>
                <c:pt idx="2082">
                  <c:v>45520</c:v>
                </c:pt>
                <c:pt idx="2083">
                  <c:v>45523</c:v>
                </c:pt>
                <c:pt idx="2084">
                  <c:v>45524</c:v>
                </c:pt>
                <c:pt idx="2085">
                  <c:v>45525</c:v>
                </c:pt>
                <c:pt idx="2086">
                  <c:v>45526</c:v>
                </c:pt>
                <c:pt idx="2087">
                  <c:v>45527</c:v>
                </c:pt>
                <c:pt idx="2088">
                  <c:v>45530</c:v>
                </c:pt>
                <c:pt idx="2089">
                  <c:v>45531</c:v>
                </c:pt>
                <c:pt idx="2090">
                  <c:v>45532</c:v>
                </c:pt>
                <c:pt idx="2091">
                  <c:v>45533</c:v>
                </c:pt>
                <c:pt idx="2092">
                  <c:v>45534</c:v>
                </c:pt>
                <c:pt idx="2093">
                  <c:v>45538</c:v>
                </c:pt>
                <c:pt idx="2094">
                  <c:v>45539</c:v>
                </c:pt>
                <c:pt idx="2095">
                  <c:v>45540</c:v>
                </c:pt>
                <c:pt idx="2096">
                  <c:v>45541</c:v>
                </c:pt>
                <c:pt idx="2097">
                  <c:v>45544</c:v>
                </c:pt>
                <c:pt idx="2098">
                  <c:v>45545</c:v>
                </c:pt>
                <c:pt idx="2099">
                  <c:v>45546</c:v>
                </c:pt>
                <c:pt idx="2100">
                  <c:v>45547</c:v>
                </c:pt>
                <c:pt idx="2101">
                  <c:v>45548</c:v>
                </c:pt>
                <c:pt idx="2102">
                  <c:v>45551</c:v>
                </c:pt>
                <c:pt idx="2103">
                  <c:v>45552</c:v>
                </c:pt>
                <c:pt idx="2104">
                  <c:v>45553</c:v>
                </c:pt>
                <c:pt idx="2105">
                  <c:v>45554</c:v>
                </c:pt>
                <c:pt idx="2106">
                  <c:v>45555</c:v>
                </c:pt>
                <c:pt idx="2107">
                  <c:v>45558</c:v>
                </c:pt>
                <c:pt idx="2108">
                  <c:v>45559</c:v>
                </c:pt>
                <c:pt idx="2109">
                  <c:v>45560</c:v>
                </c:pt>
                <c:pt idx="2110">
                  <c:v>45561</c:v>
                </c:pt>
                <c:pt idx="2111">
                  <c:v>45562</c:v>
                </c:pt>
                <c:pt idx="2112">
                  <c:v>45565</c:v>
                </c:pt>
                <c:pt idx="2113">
                  <c:v>45566</c:v>
                </c:pt>
                <c:pt idx="2114">
                  <c:v>45567</c:v>
                </c:pt>
                <c:pt idx="2115">
                  <c:v>45568</c:v>
                </c:pt>
                <c:pt idx="2116">
                  <c:v>45569</c:v>
                </c:pt>
                <c:pt idx="2117">
                  <c:v>45572</c:v>
                </c:pt>
                <c:pt idx="2118">
                  <c:v>45573</c:v>
                </c:pt>
                <c:pt idx="2119">
                  <c:v>45574</c:v>
                </c:pt>
                <c:pt idx="2120">
                  <c:v>45575</c:v>
                </c:pt>
                <c:pt idx="2121">
                  <c:v>45576</c:v>
                </c:pt>
                <c:pt idx="2122">
                  <c:v>45579</c:v>
                </c:pt>
                <c:pt idx="2123">
                  <c:v>45580</c:v>
                </c:pt>
                <c:pt idx="2124">
                  <c:v>45581</c:v>
                </c:pt>
                <c:pt idx="2125">
                  <c:v>45582</c:v>
                </c:pt>
                <c:pt idx="2126">
                  <c:v>45583</c:v>
                </c:pt>
                <c:pt idx="2127">
                  <c:v>45586</c:v>
                </c:pt>
                <c:pt idx="2128">
                  <c:v>45587</c:v>
                </c:pt>
                <c:pt idx="2129">
                  <c:v>45588</c:v>
                </c:pt>
                <c:pt idx="2130">
                  <c:v>45589</c:v>
                </c:pt>
                <c:pt idx="2131">
                  <c:v>45590</c:v>
                </c:pt>
                <c:pt idx="2132">
                  <c:v>45593</c:v>
                </c:pt>
                <c:pt idx="2133">
                  <c:v>45594</c:v>
                </c:pt>
                <c:pt idx="2134">
                  <c:v>45595</c:v>
                </c:pt>
                <c:pt idx="2135">
                  <c:v>45596</c:v>
                </c:pt>
                <c:pt idx="2136">
                  <c:v>45597</c:v>
                </c:pt>
                <c:pt idx="2137">
                  <c:v>45600</c:v>
                </c:pt>
                <c:pt idx="2138">
                  <c:v>45601</c:v>
                </c:pt>
                <c:pt idx="2139">
                  <c:v>45602</c:v>
                </c:pt>
                <c:pt idx="2140">
                  <c:v>45603</c:v>
                </c:pt>
                <c:pt idx="2141">
                  <c:v>45604</c:v>
                </c:pt>
                <c:pt idx="2142">
                  <c:v>45607</c:v>
                </c:pt>
                <c:pt idx="2143">
                  <c:v>45608</c:v>
                </c:pt>
                <c:pt idx="2144">
                  <c:v>45609</c:v>
                </c:pt>
                <c:pt idx="2145">
                  <c:v>45610</c:v>
                </c:pt>
                <c:pt idx="2146">
                  <c:v>45611</c:v>
                </c:pt>
                <c:pt idx="2147">
                  <c:v>45614</c:v>
                </c:pt>
                <c:pt idx="2148">
                  <c:v>45615</c:v>
                </c:pt>
                <c:pt idx="2149">
                  <c:v>45616</c:v>
                </c:pt>
                <c:pt idx="2150">
                  <c:v>45617</c:v>
                </c:pt>
                <c:pt idx="2151">
                  <c:v>45618</c:v>
                </c:pt>
                <c:pt idx="2152">
                  <c:v>45621</c:v>
                </c:pt>
                <c:pt idx="2153">
                  <c:v>45622</c:v>
                </c:pt>
                <c:pt idx="2154">
                  <c:v>45623</c:v>
                </c:pt>
                <c:pt idx="2155">
                  <c:v>45624</c:v>
                </c:pt>
                <c:pt idx="2156">
                  <c:v>45625</c:v>
                </c:pt>
                <c:pt idx="2157">
                  <c:v>45628</c:v>
                </c:pt>
                <c:pt idx="2158">
                  <c:v>45629</c:v>
                </c:pt>
                <c:pt idx="2159">
                  <c:v>45630</c:v>
                </c:pt>
                <c:pt idx="2160">
                  <c:v>45631</c:v>
                </c:pt>
                <c:pt idx="2161">
                  <c:v>45632</c:v>
                </c:pt>
                <c:pt idx="2162">
                  <c:v>45635</c:v>
                </c:pt>
                <c:pt idx="2163">
                  <c:v>45636</c:v>
                </c:pt>
                <c:pt idx="2164">
                  <c:v>45637</c:v>
                </c:pt>
                <c:pt idx="2165">
                  <c:v>45638</c:v>
                </c:pt>
                <c:pt idx="2166">
                  <c:v>45639</c:v>
                </c:pt>
                <c:pt idx="2167">
                  <c:v>45642</c:v>
                </c:pt>
                <c:pt idx="2168">
                  <c:v>45643</c:v>
                </c:pt>
                <c:pt idx="2169">
                  <c:v>45644</c:v>
                </c:pt>
                <c:pt idx="2170">
                  <c:v>45645</c:v>
                </c:pt>
                <c:pt idx="2171">
                  <c:v>45646</c:v>
                </c:pt>
                <c:pt idx="2172">
                  <c:v>45649</c:v>
                </c:pt>
                <c:pt idx="2173">
                  <c:v>45650</c:v>
                </c:pt>
                <c:pt idx="2174">
                  <c:v>45651</c:v>
                </c:pt>
                <c:pt idx="2175">
                  <c:v>45652</c:v>
                </c:pt>
                <c:pt idx="2176">
                  <c:v>45653</c:v>
                </c:pt>
                <c:pt idx="2177">
                  <c:v>45656</c:v>
                </c:pt>
                <c:pt idx="2178">
                  <c:v>45657</c:v>
                </c:pt>
                <c:pt idx="2179">
                  <c:v>45659</c:v>
                </c:pt>
                <c:pt idx="2180">
                  <c:v>45660</c:v>
                </c:pt>
                <c:pt idx="2181">
                  <c:v>45663</c:v>
                </c:pt>
                <c:pt idx="2182">
                  <c:v>45664</c:v>
                </c:pt>
                <c:pt idx="2183">
                  <c:v>45665</c:v>
                </c:pt>
                <c:pt idx="2184">
                  <c:v>45666</c:v>
                </c:pt>
                <c:pt idx="2185">
                  <c:v>45667</c:v>
                </c:pt>
                <c:pt idx="2186">
                  <c:v>45670</c:v>
                </c:pt>
                <c:pt idx="2187">
                  <c:v>45671</c:v>
                </c:pt>
                <c:pt idx="2188">
                  <c:v>45672</c:v>
                </c:pt>
                <c:pt idx="2189">
                  <c:v>45673</c:v>
                </c:pt>
                <c:pt idx="2190">
                  <c:v>45674</c:v>
                </c:pt>
                <c:pt idx="2191">
                  <c:v>45677</c:v>
                </c:pt>
                <c:pt idx="2192">
                  <c:v>45678</c:v>
                </c:pt>
                <c:pt idx="2193">
                  <c:v>45679</c:v>
                </c:pt>
                <c:pt idx="2194">
                  <c:v>45680</c:v>
                </c:pt>
                <c:pt idx="2195">
                  <c:v>45681</c:v>
                </c:pt>
                <c:pt idx="2196">
                  <c:v>45684</c:v>
                </c:pt>
                <c:pt idx="2197">
                  <c:v>45685</c:v>
                </c:pt>
                <c:pt idx="2198">
                  <c:v>45686</c:v>
                </c:pt>
                <c:pt idx="2199">
                  <c:v>45687</c:v>
                </c:pt>
                <c:pt idx="2200">
                  <c:v>45688</c:v>
                </c:pt>
                <c:pt idx="2201">
                  <c:v>45691</c:v>
                </c:pt>
                <c:pt idx="2202">
                  <c:v>45692</c:v>
                </c:pt>
                <c:pt idx="2203">
                  <c:v>45693</c:v>
                </c:pt>
                <c:pt idx="2204">
                  <c:v>45694</c:v>
                </c:pt>
                <c:pt idx="2205">
                  <c:v>45695</c:v>
                </c:pt>
                <c:pt idx="2206">
                  <c:v>45698</c:v>
                </c:pt>
                <c:pt idx="2207">
                  <c:v>45699</c:v>
                </c:pt>
                <c:pt idx="2208">
                  <c:v>45700</c:v>
                </c:pt>
                <c:pt idx="2209">
                  <c:v>45701</c:v>
                </c:pt>
                <c:pt idx="2210">
                  <c:v>45702</c:v>
                </c:pt>
                <c:pt idx="2211">
                  <c:v>45705</c:v>
                </c:pt>
                <c:pt idx="2212">
                  <c:v>45706</c:v>
                </c:pt>
                <c:pt idx="2213">
                  <c:v>45707</c:v>
                </c:pt>
                <c:pt idx="2214">
                  <c:v>45708</c:v>
                </c:pt>
                <c:pt idx="2215">
                  <c:v>45709</c:v>
                </c:pt>
                <c:pt idx="2216">
                  <c:v>45712</c:v>
                </c:pt>
                <c:pt idx="2217">
                  <c:v>45713</c:v>
                </c:pt>
                <c:pt idx="2218">
                  <c:v>45714</c:v>
                </c:pt>
                <c:pt idx="2219">
                  <c:v>45715</c:v>
                </c:pt>
                <c:pt idx="2220">
                  <c:v>45716</c:v>
                </c:pt>
                <c:pt idx="2221">
                  <c:v>45719</c:v>
                </c:pt>
                <c:pt idx="2222">
                  <c:v>45720</c:v>
                </c:pt>
                <c:pt idx="2223">
                  <c:v>45721</c:v>
                </c:pt>
                <c:pt idx="2224">
                  <c:v>45722</c:v>
                </c:pt>
                <c:pt idx="2225">
                  <c:v>45723</c:v>
                </c:pt>
                <c:pt idx="2226">
                  <c:v>45726</c:v>
                </c:pt>
                <c:pt idx="2227">
                  <c:v>45727</c:v>
                </c:pt>
                <c:pt idx="2228">
                  <c:v>45728</c:v>
                </c:pt>
                <c:pt idx="2229">
                  <c:v>45729</c:v>
                </c:pt>
                <c:pt idx="2230">
                  <c:v>45730</c:v>
                </c:pt>
                <c:pt idx="2231">
                  <c:v>45733</c:v>
                </c:pt>
                <c:pt idx="2232">
                  <c:v>45734</c:v>
                </c:pt>
                <c:pt idx="2233">
                  <c:v>45735</c:v>
                </c:pt>
                <c:pt idx="2234">
                  <c:v>45736</c:v>
                </c:pt>
                <c:pt idx="2235">
                  <c:v>45737</c:v>
                </c:pt>
                <c:pt idx="2236">
                  <c:v>45740</c:v>
                </c:pt>
                <c:pt idx="2237">
                  <c:v>45741</c:v>
                </c:pt>
                <c:pt idx="2238">
                  <c:v>45742</c:v>
                </c:pt>
                <c:pt idx="2239">
                  <c:v>45743</c:v>
                </c:pt>
                <c:pt idx="2240">
                  <c:v>45744</c:v>
                </c:pt>
                <c:pt idx="2241">
                  <c:v>45747</c:v>
                </c:pt>
                <c:pt idx="2242">
                  <c:v>45748</c:v>
                </c:pt>
                <c:pt idx="2243">
                  <c:v>45749</c:v>
                </c:pt>
                <c:pt idx="2244">
                  <c:v>45750</c:v>
                </c:pt>
                <c:pt idx="2245">
                  <c:v>45751</c:v>
                </c:pt>
                <c:pt idx="2246">
                  <c:v>45754</c:v>
                </c:pt>
                <c:pt idx="2247">
                  <c:v>45755</c:v>
                </c:pt>
                <c:pt idx="2248">
                  <c:v>45756</c:v>
                </c:pt>
                <c:pt idx="2249">
                  <c:v>45757</c:v>
                </c:pt>
                <c:pt idx="2250">
                  <c:v>45758</c:v>
                </c:pt>
                <c:pt idx="2251">
                  <c:v>45761</c:v>
                </c:pt>
                <c:pt idx="2252">
                  <c:v>45762</c:v>
                </c:pt>
                <c:pt idx="2253">
                  <c:v>45763</c:v>
                </c:pt>
                <c:pt idx="2254">
                  <c:v>45764</c:v>
                </c:pt>
                <c:pt idx="2255">
                  <c:v>45765</c:v>
                </c:pt>
                <c:pt idx="2256">
                  <c:v>45768</c:v>
                </c:pt>
                <c:pt idx="2257">
                  <c:v>45769</c:v>
                </c:pt>
                <c:pt idx="2258">
                  <c:v>45770</c:v>
                </c:pt>
                <c:pt idx="2259">
                  <c:v>45771</c:v>
                </c:pt>
                <c:pt idx="2260">
                  <c:v>45772</c:v>
                </c:pt>
                <c:pt idx="2261">
                  <c:v>45775</c:v>
                </c:pt>
                <c:pt idx="2262">
                  <c:v>45776</c:v>
                </c:pt>
                <c:pt idx="2263">
                  <c:v>45777</c:v>
                </c:pt>
                <c:pt idx="2264">
                  <c:v>45778</c:v>
                </c:pt>
                <c:pt idx="2265">
                  <c:v>45779</c:v>
                </c:pt>
                <c:pt idx="2266">
                  <c:v>45782</c:v>
                </c:pt>
                <c:pt idx="2267">
                  <c:v>45783</c:v>
                </c:pt>
                <c:pt idx="2268">
                  <c:v>45784</c:v>
                </c:pt>
                <c:pt idx="2269">
                  <c:v>45785</c:v>
                </c:pt>
                <c:pt idx="2270">
                  <c:v>45786</c:v>
                </c:pt>
                <c:pt idx="2271">
                  <c:v>45789</c:v>
                </c:pt>
                <c:pt idx="2272">
                  <c:v>45790</c:v>
                </c:pt>
                <c:pt idx="2273">
                  <c:v>45791</c:v>
                </c:pt>
                <c:pt idx="2274">
                  <c:v>45792</c:v>
                </c:pt>
                <c:pt idx="2275">
                  <c:v>45793</c:v>
                </c:pt>
                <c:pt idx="2276">
                  <c:v>45796</c:v>
                </c:pt>
                <c:pt idx="2277">
                  <c:v>45797</c:v>
                </c:pt>
                <c:pt idx="2278">
                  <c:v>45798</c:v>
                </c:pt>
                <c:pt idx="2279">
                  <c:v>45799</c:v>
                </c:pt>
                <c:pt idx="2280">
                  <c:v>45800</c:v>
                </c:pt>
                <c:pt idx="2281">
                  <c:v>45803</c:v>
                </c:pt>
                <c:pt idx="2282">
                  <c:v>45804</c:v>
                </c:pt>
                <c:pt idx="2283">
                  <c:v>45805</c:v>
                </c:pt>
                <c:pt idx="2284">
                  <c:v>45806</c:v>
                </c:pt>
                <c:pt idx="2285">
                  <c:v>45807</c:v>
                </c:pt>
                <c:pt idx="2286">
                  <c:v>45810</c:v>
                </c:pt>
                <c:pt idx="2287">
                  <c:v>45811</c:v>
                </c:pt>
                <c:pt idx="2288">
                  <c:v>45812</c:v>
                </c:pt>
                <c:pt idx="2289">
                  <c:v>45813</c:v>
                </c:pt>
                <c:pt idx="2290">
                  <c:v>45814</c:v>
                </c:pt>
                <c:pt idx="2291">
                  <c:v>45817</c:v>
                </c:pt>
                <c:pt idx="2292">
                  <c:v>45818</c:v>
                </c:pt>
                <c:pt idx="2293">
                  <c:v>45819</c:v>
                </c:pt>
                <c:pt idx="2294">
                  <c:v>45820</c:v>
                </c:pt>
                <c:pt idx="2295">
                  <c:v>45821</c:v>
                </c:pt>
                <c:pt idx="2296">
                  <c:v>45824</c:v>
                </c:pt>
                <c:pt idx="2297">
                  <c:v>45825</c:v>
                </c:pt>
                <c:pt idx="2298">
                  <c:v>45826</c:v>
                </c:pt>
                <c:pt idx="2299">
                  <c:v>45827</c:v>
                </c:pt>
                <c:pt idx="2300">
                  <c:v>45828</c:v>
                </c:pt>
                <c:pt idx="2301">
                  <c:v>45831</c:v>
                </c:pt>
                <c:pt idx="2302">
                  <c:v>45832</c:v>
                </c:pt>
                <c:pt idx="2303">
                  <c:v>45833</c:v>
                </c:pt>
                <c:pt idx="2304">
                  <c:v>45834</c:v>
                </c:pt>
                <c:pt idx="2305">
                  <c:v>45835</c:v>
                </c:pt>
                <c:pt idx="2306">
                  <c:v>45838</c:v>
                </c:pt>
                <c:pt idx="2307">
                  <c:v>45839</c:v>
                </c:pt>
                <c:pt idx="2308">
                  <c:v>45840</c:v>
                </c:pt>
                <c:pt idx="2309">
                  <c:v>45841</c:v>
                </c:pt>
                <c:pt idx="2310">
                  <c:v>45842</c:v>
                </c:pt>
                <c:pt idx="2311">
                  <c:v>45845</c:v>
                </c:pt>
                <c:pt idx="2312">
                  <c:v>45846</c:v>
                </c:pt>
                <c:pt idx="2313">
                  <c:v>45847</c:v>
                </c:pt>
                <c:pt idx="2314">
                  <c:v>45848</c:v>
                </c:pt>
                <c:pt idx="2315">
                  <c:v>45849</c:v>
                </c:pt>
                <c:pt idx="2316">
                  <c:v>45852</c:v>
                </c:pt>
                <c:pt idx="2317">
                  <c:v>45853</c:v>
                </c:pt>
                <c:pt idx="2318">
                  <c:v>45854</c:v>
                </c:pt>
                <c:pt idx="2319">
                  <c:v>45855</c:v>
                </c:pt>
                <c:pt idx="2320">
                  <c:v>45856</c:v>
                </c:pt>
                <c:pt idx="2321">
                  <c:v>45859</c:v>
                </c:pt>
                <c:pt idx="2322">
                  <c:v>45860</c:v>
                </c:pt>
                <c:pt idx="2323">
                  <c:v>45861</c:v>
                </c:pt>
                <c:pt idx="2324">
                  <c:v>45862</c:v>
                </c:pt>
                <c:pt idx="2325">
                  <c:v>45863</c:v>
                </c:pt>
                <c:pt idx="2326">
                  <c:v>45866</c:v>
                </c:pt>
                <c:pt idx="2327">
                  <c:v>45867</c:v>
                </c:pt>
                <c:pt idx="2328">
                  <c:v>45868</c:v>
                </c:pt>
                <c:pt idx="2329">
                  <c:v>45869</c:v>
                </c:pt>
                <c:pt idx="2330">
                  <c:v>45870</c:v>
                </c:pt>
                <c:pt idx="2331">
                  <c:v>45871</c:v>
                </c:pt>
                <c:pt idx="2332">
                  <c:v>45872</c:v>
                </c:pt>
                <c:pt idx="2333">
                  <c:v>45873</c:v>
                </c:pt>
                <c:pt idx="2334">
                  <c:v>45874</c:v>
                </c:pt>
                <c:pt idx="2335">
                  <c:v>45875</c:v>
                </c:pt>
                <c:pt idx="2336">
                  <c:v>45876</c:v>
                </c:pt>
                <c:pt idx="2337">
                  <c:v>45877</c:v>
                </c:pt>
                <c:pt idx="2338">
                  <c:v>45878</c:v>
                </c:pt>
                <c:pt idx="2339">
                  <c:v>45879</c:v>
                </c:pt>
                <c:pt idx="2340">
                  <c:v>45880</c:v>
                </c:pt>
                <c:pt idx="2341">
                  <c:v>45881</c:v>
                </c:pt>
                <c:pt idx="2342">
                  <c:v>45882</c:v>
                </c:pt>
                <c:pt idx="2343">
                  <c:v>45883</c:v>
                </c:pt>
                <c:pt idx="2344">
                  <c:v>45884</c:v>
                </c:pt>
                <c:pt idx="2345">
                  <c:v>45885</c:v>
                </c:pt>
                <c:pt idx="2346">
                  <c:v>45886</c:v>
                </c:pt>
                <c:pt idx="2347">
                  <c:v>45887</c:v>
                </c:pt>
                <c:pt idx="2348">
                  <c:v>45888</c:v>
                </c:pt>
                <c:pt idx="2349">
                  <c:v>45889</c:v>
                </c:pt>
                <c:pt idx="2350">
                  <c:v>45890</c:v>
                </c:pt>
                <c:pt idx="2351">
                  <c:v>45891</c:v>
                </c:pt>
                <c:pt idx="2352">
                  <c:v>45892</c:v>
                </c:pt>
                <c:pt idx="2353">
                  <c:v>45893</c:v>
                </c:pt>
                <c:pt idx="2354">
                  <c:v>45894</c:v>
                </c:pt>
                <c:pt idx="2355">
                  <c:v>45895</c:v>
                </c:pt>
                <c:pt idx="2356">
                  <c:v>45896</c:v>
                </c:pt>
                <c:pt idx="2357">
                  <c:v>45897</c:v>
                </c:pt>
                <c:pt idx="2358">
                  <c:v>45898</c:v>
                </c:pt>
                <c:pt idx="2359">
                  <c:v>45899</c:v>
                </c:pt>
                <c:pt idx="2360">
                  <c:v>45900</c:v>
                </c:pt>
                <c:pt idx="2361">
                  <c:v>45901</c:v>
                </c:pt>
                <c:pt idx="2362">
                  <c:v>45902</c:v>
                </c:pt>
                <c:pt idx="2363">
                  <c:v>45903</c:v>
                </c:pt>
                <c:pt idx="2364">
                  <c:v>45904</c:v>
                </c:pt>
                <c:pt idx="2365">
                  <c:v>45905</c:v>
                </c:pt>
                <c:pt idx="2366">
                  <c:v>45906</c:v>
                </c:pt>
                <c:pt idx="2367">
                  <c:v>45907</c:v>
                </c:pt>
                <c:pt idx="2368">
                  <c:v>45908</c:v>
                </c:pt>
                <c:pt idx="2369">
                  <c:v>45909</c:v>
                </c:pt>
                <c:pt idx="2370">
                  <c:v>45910</c:v>
                </c:pt>
                <c:pt idx="2371">
                  <c:v>45911</c:v>
                </c:pt>
                <c:pt idx="2372">
                  <c:v>45912</c:v>
                </c:pt>
                <c:pt idx="2373">
                  <c:v>45913</c:v>
                </c:pt>
                <c:pt idx="2374">
                  <c:v>45914</c:v>
                </c:pt>
                <c:pt idx="2375">
                  <c:v>45915</c:v>
                </c:pt>
                <c:pt idx="2376">
                  <c:v>45916</c:v>
                </c:pt>
                <c:pt idx="2377">
                  <c:v>45917</c:v>
                </c:pt>
                <c:pt idx="2378">
                  <c:v>45918</c:v>
                </c:pt>
                <c:pt idx="2379">
                  <c:v>45919</c:v>
                </c:pt>
                <c:pt idx="2380">
                  <c:v>45920</c:v>
                </c:pt>
                <c:pt idx="2381">
                  <c:v>45921</c:v>
                </c:pt>
                <c:pt idx="2382">
                  <c:v>45922</c:v>
                </c:pt>
                <c:pt idx="2383">
                  <c:v>45923</c:v>
                </c:pt>
                <c:pt idx="2384">
                  <c:v>45924</c:v>
                </c:pt>
                <c:pt idx="2385">
                  <c:v>45925</c:v>
                </c:pt>
                <c:pt idx="2386">
                  <c:v>45926</c:v>
                </c:pt>
                <c:pt idx="2387">
                  <c:v>45927</c:v>
                </c:pt>
                <c:pt idx="2388">
                  <c:v>45928</c:v>
                </c:pt>
                <c:pt idx="2389">
                  <c:v>45929</c:v>
                </c:pt>
                <c:pt idx="2390">
                  <c:v>45930</c:v>
                </c:pt>
                <c:pt idx="2391">
                  <c:v>45931</c:v>
                </c:pt>
                <c:pt idx="2392">
                  <c:v>45932</c:v>
                </c:pt>
                <c:pt idx="2393">
                  <c:v>45933</c:v>
                </c:pt>
                <c:pt idx="2394">
                  <c:v>45934</c:v>
                </c:pt>
                <c:pt idx="2395">
                  <c:v>45935</c:v>
                </c:pt>
                <c:pt idx="2396">
                  <c:v>45936</c:v>
                </c:pt>
                <c:pt idx="2397">
                  <c:v>45937</c:v>
                </c:pt>
                <c:pt idx="2398">
                  <c:v>45938</c:v>
                </c:pt>
                <c:pt idx="2399">
                  <c:v>45939</c:v>
                </c:pt>
                <c:pt idx="2400">
                  <c:v>45940</c:v>
                </c:pt>
                <c:pt idx="2401">
                  <c:v>45941</c:v>
                </c:pt>
                <c:pt idx="2402">
                  <c:v>45942</c:v>
                </c:pt>
                <c:pt idx="2403">
                  <c:v>45943</c:v>
                </c:pt>
                <c:pt idx="2404">
                  <c:v>45944</c:v>
                </c:pt>
                <c:pt idx="2405">
                  <c:v>45945</c:v>
                </c:pt>
                <c:pt idx="2406">
                  <c:v>45946</c:v>
                </c:pt>
                <c:pt idx="2407">
                  <c:v>45947</c:v>
                </c:pt>
                <c:pt idx="2408">
                  <c:v>45948</c:v>
                </c:pt>
                <c:pt idx="2409">
                  <c:v>45949</c:v>
                </c:pt>
                <c:pt idx="2410">
                  <c:v>45950</c:v>
                </c:pt>
                <c:pt idx="2411">
                  <c:v>45951</c:v>
                </c:pt>
                <c:pt idx="2412">
                  <c:v>45952</c:v>
                </c:pt>
                <c:pt idx="2413">
                  <c:v>45953</c:v>
                </c:pt>
                <c:pt idx="2414">
                  <c:v>45954</c:v>
                </c:pt>
                <c:pt idx="2415">
                  <c:v>45955</c:v>
                </c:pt>
                <c:pt idx="2416">
                  <c:v>45956</c:v>
                </c:pt>
                <c:pt idx="2417">
                  <c:v>45957</c:v>
                </c:pt>
                <c:pt idx="2418">
                  <c:v>45958</c:v>
                </c:pt>
                <c:pt idx="2419">
                  <c:v>45959</c:v>
                </c:pt>
                <c:pt idx="2420">
                  <c:v>45960</c:v>
                </c:pt>
                <c:pt idx="2421">
                  <c:v>45961</c:v>
                </c:pt>
                <c:pt idx="2422">
                  <c:v>45962</c:v>
                </c:pt>
                <c:pt idx="2423">
                  <c:v>45963</c:v>
                </c:pt>
                <c:pt idx="2424">
                  <c:v>45964</c:v>
                </c:pt>
                <c:pt idx="2425">
                  <c:v>45965</c:v>
                </c:pt>
                <c:pt idx="2426">
                  <c:v>45966</c:v>
                </c:pt>
                <c:pt idx="2427">
                  <c:v>45967</c:v>
                </c:pt>
                <c:pt idx="2428">
                  <c:v>45968</c:v>
                </c:pt>
                <c:pt idx="2429">
                  <c:v>45969</c:v>
                </c:pt>
                <c:pt idx="2430">
                  <c:v>45970</c:v>
                </c:pt>
                <c:pt idx="2431">
                  <c:v>45971</c:v>
                </c:pt>
                <c:pt idx="2432">
                  <c:v>45972</c:v>
                </c:pt>
                <c:pt idx="2433">
                  <c:v>45973</c:v>
                </c:pt>
                <c:pt idx="2434">
                  <c:v>45974</c:v>
                </c:pt>
                <c:pt idx="2435">
                  <c:v>45975</c:v>
                </c:pt>
                <c:pt idx="2436">
                  <c:v>45976</c:v>
                </c:pt>
                <c:pt idx="2437">
                  <c:v>45977</c:v>
                </c:pt>
                <c:pt idx="2438">
                  <c:v>45978</c:v>
                </c:pt>
                <c:pt idx="2439">
                  <c:v>45979</c:v>
                </c:pt>
                <c:pt idx="2440">
                  <c:v>45980</c:v>
                </c:pt>
                <c:pt idx="2441">
                  <c:v>45981</c:v>
                </c:pt>
                <c:pt idx="2442">
                  <c:v>45982</c:v>
                </c:pt>
                <c:pt idx="2443">
                  <c:v>45983</c:v>
                </c:pt>
                <c:pt idx="2444">
                  <c:v>45984</c:v>
                </c:pt>
                <c:pt idx="2445">
                  <c:v>45985</c:v>
                </c:pt>
                <c:pt idx="2446">
                  <c:v>45986</c:v>
                </c:pt>
                <c:pt idx="2447">
                  <c:v>45987</c:v>
                </c:pt>
                <c:pt idx="2448">
                  <c:v>45988</c:v>
                </c:pt>
                <c:pt idx="2449">
                  <c:v>45989</c:v>
                </c:pt>
                <c:pt idx="2450">
                  <c:v>45990</c:v>
                </c:pt>
                <c:pt idx="2451">
                  <c:v>45991</c:v>
                </c:pt>
                <c:pt idx="2452">
                  <c:v>45992</c:v>
                </c:pt>
                <c:pt idx="2453">
                  <c:v>45993</c:v>
                </c:pt>
                <c:pt idx="2454">
                  <c:v>45994</c:v>
                </c:pt>
                <c:pt idx="2455">
                  <c:v>45995</c:v>
                </c:pt>
                <c:pt idx="2456">
                  <c:v>45996</c:v>
                </c:pt>
                <c:pt idx="2457">
                  <c:v>45997</c:v>
                </c:pt>
                <c:pt idx="2458">
                  <c:v>45998</c:v>
                </c:pt>
                <c:pt idx="2459">
                  <c:v>45999</c:v>
                </c:pt>
                <c:pt idx="2460">
                  <c:v>46000</c:v>
                </c:pt>
                <c:pt idx="2461">
                  <c:v>46001</c:v>
                </c:pt>
                <c:pt idx="2462">
                  <c:v>46002</c:v>
                </c:pt>
                <c:pt idx="2463">
                  <c:v>46003</c:v>
                </c:pt>
                <c:pt idx="2464">
                  <c:v>46004</c:v>
                </c:pt>
                <c:pt idx="2465">
                  <c:v>46005</c:v>
                </c:pt>
                <c:pt idx="2466">
                  <c:v>46006</c:v>
                </c:pt>
                <c:pt idx="2467">
                  <c:v>46007</c:v>
                </c:pt>
                <c:pt idx="2468">
                  <c:v>46008</c:v>
                </c:pt>
                <c:pt idx="2469">
                  <c:v>46009</c:v>
                </c:pt>
                <c:pt idx="2470">
                  <c:v>46010</c:v>
                </c:pt>
                <c:pt idx="2471">
                  <c:v>46011</c:v>
                </c:pt>
                <c:pt idx="2472">
                  <c:v>46012</c:v>
                </c:pt>
                <c:pt idx="2473">
                  <c:v>46013</c:v>
                </c:pt>
                <c:pt idx="2474">
                  <c:v>46014</c:v>
                </c:pt>
                <c:pt idx="2475">
                  <c:v>46015</c:v>
                </c:pt>
                <c:pt idx="2476">
                  <c:v>46016</c:v>
                </c:pt>
                <c:pt idx="2477">
                  <c:v>46017</c:v>
                </c:pt>
                <c:pt idx="2478">
                  <c:v>46018</c:v>
                </c:pt>
                <c:pt idx="2479">
                  <c:v>46019</c:v>
                </c:pt>
                <c:pt idx="2480">
                  <c:v>46020</c:v>
                </c:pt>
                <c:pt idx="2481">
                  <c:v>46021</c:v>
                </c:pt>
                <c:pt idx="2482">
                  <c:v>46022</c:v>
                </c:pt>
                <c:pt idx="2483">
                  <c:v>46023</c:v>
                </c:pt>
                <c:pt idx="2484">
                  <c:v>46024</c:v>
                </c:pt>
                <c:pt idx="2485">
                  <c:v>46025</c:v>
                </c:pt>
                <c:pt idx="2486">
                  <c:v>46026</c:v>
                </c:pt>
                <c:pt idx="2487">
                  <c:v>46027</c:v>
                </c:pt>
                <c:pt idx="2488">
                  <c:v>46028</c:v>
                </c:pt>
                <c:pt idx="2489">
                  <c:v>46029</c:v>
                </c:pt>
                <c:pt idx="2490">
                  <c:v>46030</c:v>
                </c:pt>
                <c:pt idx="2491">
                  <c:v>46031</c:v>
                </c:pt>
                <c:pt idx="2492">
                  <c:v>46032</c:v>
                </c:pt>
                <c:pt idx="2493">
                  <c:v>46033</c:v>
                </c:pt>
                <c:pt idx="2494">
                  <c:v>46034</c:v>
                </c:pt>
                <c:pt idx="2495">
                  <c:v>46035</c:v>
                </c:pt>
                <c:pt idx="2496">
                  <c:v>46036</c:v>
                </c:pt>
                <c:pt idx="2497">
                  <c:v>46037</c:v>
                </c:pt>
                <c:pt idx="2498">
                  <c:v>46038</c:v>
                </c:pt>
                <c:pt idx="2499">
                  <c:v>46039</c:v>
                </c:pt>
                <c:pt idx="2500">
                  <c:v>46040</c:v>
                </c:pt>
                <c:pt idx="2501">
                  <c:v>46041</c:v>
                </c:pt>
                <c:pt idx="2502">
                  <c:v>46042</c:v>
                </c:pt>
                <c:pt idx="2503">
                  <c:v>46043</c:v>
                </c:pt>
                <c:pt idx="2504">
                  <c:v>46044</c:v>
                </c:pt>
                <c:pt idx="2505">
                  <c:v>46045</c:v>
                </c:pt>
                <c:pt idx="2506">
                  <c:v>46046</c:v>
                </c:pt>
                <c:pt idx="2507">
                  <c:v>46047</c:v>
                </c:pt>
                <c:pt idx="2508">
                  <c:v>46048</c:v>
                </c:pt>
                <c:pt idx="2509">
                  <c:v>46049</c:v>
                </c:pt>
                <c:pt idx="2510">
                  <c:v>46050</c:v>
                </c:pt>
                <c:pt idx="2511">
                  <c:v>46051</c:v>
                </c:pt>
                <c:pt idx="2512">
                  <c:v>46052</c:v>
                </c:pt>
                <c:pt idx="2513">
                  <c:v>46053</c:v>
                </c:pt>
                <c:pt idx="2514">
                  <c:v>46054</c:v>
                </c:pt>
                <c:pt idx="2515">
                  <c:v>46055</c:v>
                </c:pt>
                <c:pt idx="2516">
                  <c:v>46056</c:v>
                </c:pt>
                <c:pt idx="2517">
                  <c:v>46057</c:v>
                </c:pt>
                <c:pt idx="2518">
                  <c:v>46058</c:v>
                </c:pt>
                <c:pt idx="2519">
                  <c:v>46059</c:v>
                </c:pt>
                <c:pt idx="2520">
                  <c:v>46060</c:v>
                </c:pt>
                <c:pt idx="2521">
                  <c:v>46061</c:v>
                </c:pt>
                <c:pt idx="2522">
                  <c:v>46062</c:v>
                </c:pt>
                <c:pt idx="2523">
                  <c:v>46063</c:v>
                </c:pt>
                <c:pt idx="2524">
                  <c:v>46064</c:v>
                </c:pt>
                <c:pt idx="2525">
                  <c:v>46065</c:v>
                </c:pt>
                <c:pt idx="2526">
                  <c:v>46066</c:v>
                </c:pt>
                <c:pt idx="2527">
                  <c:v>46067</c:v>
                </c:pt>
                <c:pt idx="2528">
                  <c:v>46068</c:v>
                </c:pt>
                <c:pt idx="2529">
                  <c:v>46069</c:v>
                </c:pt>
                <c:pt idx="2530">
                  <c:v>46070</c:v>
                </c:pt>
                <c:pt idx="2531">
                  <c:v>46071</c:v>
                </c:pt>
                <c:pt idx="2532">
                  <c:v>46072</c:v>
                </c:pt>
                <c:pt idx="2533">
                  <c:v>46073</c:v>
                </c:pt>
                <c:pt idx="2534">
                  <c:v>46074</c:v>
                </c:pt>
                <c:pt idx="2535">
                  <c:v>46075</c:v>
                </c:pt>
                <c:pt idx="2536">
                  <c:v>46076</c:v>
                </c:pt>
                <c:pt idx="2537">
                  <c:v>46077</c:v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</c:strCache>
            </c:strRef>
          </c:cat>
          <c:val>
            <c:numRef>
              <c:f>2</c:f>
              <c:numCache>
                <c:formatCode>General</c:formatCode>
                <c:ptCount val="794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0.5</c:v>
                </c:pt>
                <c:pt idx="37">
                  <c:v>0.5</c:v>
                </c:pt>
                <c:pt idx="38">
                  <c:v>0.5</c:v>
                </c:pt>
                <c:pt idx="39">
                  <c:v>0.5</c:v>
                </c:pt>
                <c:pt idx="40">
                  <c:v>0.5</c:v>
                </c:pt>
                <c:pt idx="41">
                  <c:v>0.5</c:v>
                </c:pt>
                <c:pt idx="42">
                  <c:v>0.5</c:v>
                </c:pt>
                <c:pt idx="43">
                  <c:v>0.5</c:v>
                </c:pt>
                <c:pt idx="44">
                  <c:v>0.5</c:v>
                </c:pt>
                <c:pt idx="45">
                  <c:v>0.5</c:v>
                </c:pt>
                <c:pt idx="46">
                  <c:v>0.5</c:v>
                </c:pt>
                <c:pt idx="47">
                  <c:v>0.5</c:v>
                </c:pt>
                <c:pt idx="48">
                  <c:v>0.5</c:v>
                </c:pt>
                <c:pt idx="49">
                  <c:v>0.5</c:v>
                </c:pt>
                <c:pt idx="50">
                  <c:v>0.5</c:v>
                </c:pt>
                <c:pt idx="51">
                  <c:v>0.5</c:v>
                </c:pt>
                <c:pt idx="52">
                  <c:v>0.5</c:v>
                </c:pt>
                <c:pt idx="53">
                  <c:v>0.5</c:v>
                </c:pt>
                <c:pt idx="54">
                  <c:v>0.5</c:v>
                </c:pt>
                <c:pt idx="55">
                  <c:v>0.5</c:v>
                </c:pt>
                <c:pt idx="56">
                  <c:v>0.5</c:v>
                </c:pt>
                <c:pt idx="57">
                  <c:v>0.5</c:v>
                </c:pt>
                <c:pt idx="58">
                  <c:v>0.5</c:v>
                </c:pt>
                <c:pt idx="59">
                  <c:v>0.5</c:v>
                </c:pt>
                <c:pt idx="60">
                  <c:v>0.5</c:v>
                </c:pt>
                <c:pt idx="61">
                  <c:v>0.5</c:v>
                </c:pt>
                <c:pt idx="62">
                  <c:v>0.5</c:v>
                </c:pt>
                <c:pt idx="63">
                  <c:v>0.5</c:v>
                </c:pt>
                <c:pt idx="64">
                  <c:v>0.5</c:v>
                </c:pt>
                <c:pt idx="65">
                  <c:v>0.5</c:v>
                </c:pt>
                <c:pt idx="66">
                  <c:v>0.5</c:v>
                </c:pt>
                <c:pt idx="67">
                  <c:v>0.5</c:v>
                </c:pt>
                <c:pt idx="68">
                  <c:v>0.5</c:v>
                </c:pt>
                <c:pt idx="69">
                  <c:v>0.5</c:v>
                </c:pt>
                <c:pt idx="70">
                  <c:v>0.5</c:v>
                </c:pt>
                <c:pt idx="71">
                  <c:v>0.5</c:v>
                </c:pt>
                <c:pt idx="72">
                  <c:v>0.5</c:v>
                </c:pt>
                <c:pt idx="73">
                  <c:v>0.5</c:v>
                </c:pt>
                <c:pt idx="74">
                  <c:v>0.75</c:v>
                </c:pt>
                <c:pt idx="75">
                  <c:v>0.75</c:v>
                </c:pt>
                <c:pt idx="76">
                  <c:v>0.75</c:v>
                </c:pt>
                <c:pt idx="77">
                  <c:v>0.75</c:v>
                </c:pt>
                <c:pt idx="78">
                  <c:v>0.75</c:v>
                </c:pt>
                <c:pt idx="79">
                  <c:v>0.75</c:v>
                </c:pt>
                <c:pt idx="80">
                  <c:v>0.75</c:v>
                </c:pt>
                <c:pt idx="81">
                  <c:v>0.75</c:v>
                </c:pt>
                <c:pt idx="82">
                  <c:v>0.75</c:v>
                </c:pt>
                <c:pt idx="83">
                  <c:v>0.75</c:v>
                </c:pt>
                <c:pt idx="84">
                  <c:v>0.75</c:v>
                </c:pt>
                <c:pt idx="85">
                  <c:v>0.75</c:v>
                </c:pt>
                <c:pt idx="86">
                  <c:v>0.75</c:v>
                </c:pt>
                <c:pt idx="87">
                  <c:v>0.75</c:v>
                </c:pt>
                <c:pt idx="88">
                  <c:v>0.75</c:v>
                </c:pt>
                <c:pt idx="89">
                  <c:v>0.75</c:v>
                </c:pt>
                <c:pt idx="90">
                  <c:v>0.75</c:v>
                </c:pt>
                <c:pt idx="91">
                  <c:v>0.75</c:v>
                </c:pt>
                <c:pt idx="92">
                  <c:v>0.75</c:v>
                </c:pt>
                <c:pt idx="93">
                  <c:v>0.75</c:v>
                </c:pt>
                <c:pt idx="94">
                  <c:v>0.75</c:v>
                </c:pt>
                <c:pt idx="95">
                  <c:v>0.75</c:v>
                </c:pt>
                <c:pt idx="96">
                  <c:v>0.75</c:v>
                </c:pt>
                <c:pt idx="97">
                  <c:v>0.75</c:v>
                </c:pt>
                <c:pt idx="98">
                  <c:v>0.75</c:v>
                </c:pt>
                <c:pt idx="99">
                  <c:v>0.75</c:v>
                </c:pt>
                <c:pt idx="100">
                  <c:v>0.75</c:v>
                </c:pt>
                <c:pt idx="101">
                  <c:v>0.75</c:v>
                </c:pt>
                <c:pt idx="102">
                  <c:v>0.75</c:v>
                </c:pt>
                <c:pt idx="103">
                  <c:v>0.75</c:v>
                </c:pt>
                <c:pt idx="104">
                  <c:v>0.75</c:v>
                </c:pt>
                <c:pt idx="105">
                  <c:v>0.75</c:v>
                </c:pt>
                <c:pt idx="106">
                  <c:v>0.75</c:v>
                </c:pt>
                <c:pt idx="107">
                  <c:v>0.75</c:v>
                </c:pt>
                <c:pt idx="108">
                  <c:v>0.75</c:v>
                </c:pt>
                <c:pt idx="109">
                  <c:v>0.75</c:v>
                </c:pt>
                <c:pt idx="110">
                  <c:v>0.75</c:v>
                </c:pt>
                <c:pt idx="111">
                  <c:v>0.75</c:v>
                </c:pt>
                <c:pt idx="112">
                  <c:v>0.75</c:v>
                </c:pt>
                <c:pt idx="113">
                  <c:v>0.75</c:v>
                </c:pt>
                <c:pt idx="114">
                  <c:v>0.75</c:v>
                </c:pt>
                <c:pt idx="115">
                  <c:v>0.75</c:v>
                </c:pt>
                <c:pt idx="116">
                  <c:v>0.75</c:v>
                </c:pt>
                <c:pt idx="117">
                  <c:v>0.75</c:v>
                </c:pt>
                <c:pt idx="118">
                  <c:v>0.75</c:v>
                </c:pt>
                <c:pt idx="119">
                  <c:v>0.75</c:v>
                </c:pt>
                <c:pt idx="120">
                  <c:v>0.75</c:v>
                </c:pt>
                <c:pt idx="121">
                  <c:v>0.75</c:v>
                </c:pt>
                <c:pt idx="122">
                  <c:v>0.75</c:v>
                </c:pt>
                <c:pt idx="123">
                  <c:v>0.75</c:v>
                </c:pt>
                <c:pt idx="124">
                  <c:v>0.75</c:v>
                </c:pt>
                <c:pt idx="125">
                  <c:v>0.75</c:v>
                </c:pt>
                <c:pt idx="126">
                  <c:v>0.75</c:v>
                </c:pt>
                <c:pt idx="127">
                  <c:v>0.75</c:v>
                </c:pt>
                <c:pt idx="128">
                  <c:v>0.75</c:v>
                </c:pt>
                <c:pt idx="129">
                  <c:v>0.75</c:v>
                </c:pt>
                <c:pt idx="130">
                  <c:v>0.75</c:v>
                </c:pt>
                <c:pt idx="131">
                  <c:v>0.75</c:v>
                </c:pt>
                <c:pt idx="132">
                  <c:v>0.75</c:v>
                </c:pt>
                <c:pt idx="133">
                  <c:v>0.75</c:v>
                </c:pt>
                <c:pt idx="134">
                  <c:v>0.75</c:v>
                </c:pt>
                <c:pt idx="135">
                  <c:v>0.75</c:v>
                </c:pt>
                <c:pt idx="136">
                  <c:v>0.75</c:v>
                </c:pt>
                <c:pt idx="137">
                  <c:v>0.75</c:v>
                </c:pt>
                <c:pt idx="138">
                  <c:v>0.75</c:v>
                </c:pt>
                <c:pt idx="139">
                  <c:v>0.75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1.25</c:v>
                </c:pt>
                <c:pt idx="206">
                  <c:v>1.25</c:v>
                </c:pt>
                <c:pt idx="207">
                  <c:v>1.25</c:v>
                </c:pt>
                <c:pt idx="208">
                  <c:v>1.25</c:v>
                </c:pt>
                <c:pt idx="209">
                  <c:v>1.25</c:v>
                </c:pt>
                <c:pt idx="210">
                  <c:v>1.25</c:v>
                </c:pt>
                <c:pt idx="211">
                  <c:v>1.25</c:v>
                </c:pt>
                <c:pt idx="212">
                  <c:v>1.25</c:v>
                </c:pt>
                <c:pt idx="213">
                  <c:v>1.25</c:v>
                </c:pt>
                <c:pt idx="214">
                  <c:v>1.25</c:v>
                </c:pt>
                <c:pt idx="215">
                  <c:v>1.25</c:v>
                </c:pt>
                <c:pt idx="216">
                  <c:v>1.25</c:v>
                </c:pt>
                <c:pt idx="217">
                  <c:v>1.25</c:v>
                </c:pt>
                <c:pt idx="218">
                  <c:v>1.25</c:v>
                </c:pt>
                <c:pt idx="219">
                  <c:v>1.25</c:v>
                </c:pt>
                <c:pt idx="220">
                  <c:v>1.25</c:v>
                </c:pt>
                <c:pt idx="221">
                  <c:v>1.25</c:v>
                </c:pt>
                <c:pt idx="222">
                  <c:v>1.25</c:v>
                </c:pt>
                <c:pt idx="223">
                  <c:v>1.25</c:v>
                </c:pt>
                <c:pt idx="224">
                  <c:v>1.25</c:v>
                </c:pt>
                <c:pt idx="225">
                  <c:v>1.25</c:v>
                </c:pt>
                <c:pt idx="226">
                  <c:v>1.25</c:v>
                </c:pt>
                <c:pt idx="227">
                  <c:v>1.25</c:v>
                </c:pt>
                <c:pt idx="228">
                  <c:v>1.25</c:v>
                </c:pt>
                <c:pt idx="229">
                  <c:v>1.25</c:v>
                </c:pt>
                <c:pt idx="230">
                  <c:v>1.25</c:v>
                </c:pt>
                <c:pt idx="231">
                  <c:v>1.25</c:v>
                </c:pt>
                <c:pt idx="232">
                  <c:v>1.25</c:v>
                </c:pt>
                <c:pt idx="233">
                  <c:v>1.25</c:v>
                </c:pt>
                <c:pt idx="234">
                  <c:v>1.25</c:v>
                </c:pt>
                <c:pt idx="235">
                  <c:v>1.25</c:v>
                </c:pt>
                <c:pt idx="236">
                  <c:v>1.25</c:v>
                </c:pt>
                <c:pt idx="237">
                  <c:v>1.25</c:v>
                </c:pt>
                <c:pt idx="238">
                  <c:v>1.25</c:v>
                </c:pt>
                <c:pt idx="239">
                  <c:v>1.25</c:v>
                </c:pt>
                <c:pt idx="240">
                  <c:v>1.25</c:v>
                </c:pt>
                <c:pt idx="241">
                  <c:v>1.25</c:v>
                </c:pt>
                <c:pt idx="242">
                  <c:v>1.25</c:v>
                </c:pt>
                <c:pt idx="243">
                  <c:v>1.25</c:v>
                </c:pt>
                <c:pt idx="244">
                  <c:v>1.25</c:v>
                </c:pt>
                <c:pt idx="245">
                  <c:v>1.25</c:v>
                </c:pt>
                <c:pt idx="246">
                  <c:v>1.25</c:v>
                </c:pt>
                <c:pt idx="247">
                  <c:v>1.25</c:v>
                </c:pt>
                <c:pt idx="248">
                  <c:v>1.25</c:v>
                </c:pt>
                <c:pt idx="249">
                  <c:v>1.25</c:v>
                </c:pt>
                <c:pt idx="250">
                  <c:v>1.25</c:v>
                </c:pt>
                <c:pt idx="251">
                  <c:v>1.25</c:v>
                </c:pt>
                <c:pt idx="252">
                  <c:v>1.25</c:v>
                </c:pt>
                <c:pt idx="253">
                  <c:v>1.25</c:v>
                </c:pt>
                <c:pt idx="254">
                  <c:v>1.25</c:v>
                </c:pt>
                <c:pt idx="255">
                  <c:v>1.25</c:v>
                </c:pt>
                <c:pt idx="256">
                  <c:v>1.25</c:v>
                </c:pt>
                <c:pt idx="257">
                  <c:v>1.25</c:v>
                </c:pt>
                <c:pt idx="258">
                  <c:v>1.25</c:v>
                </c:pt>
                <c:pt idx="259">
                  <c:v>1.25</c:v>
                </c:pt>
                <c:pt idx="260">
                  <c:v>1.25</c:v>
                </c:pt>
                <c:pt idx="261">
                  <c:v>1.25</c:v>
                </c:pt>
                <c:pt idx="262">
                  <c:v>1.25</c:v>
                </c:pt>
                <c:pt idx="263">
                  <c:v>1.25</c:v>
                </c:pt>
                <c:pt idx="264">
                  <c:v>1.25</c:v>
                </c:pt>
                <c:pt idx="265">
                  <c:v>1.25</c:v>
                </c:pt>
                <c:pt idx="266">
                  <c:v>1.25</c:v>
                </c:pt>
                <c:pt idx="267">
                  <c:v>1.25</c:v>
                </c:pt>
                <c:pt idx="268">
                  <c:v>1.25</c:v>
                </c:pt>
                <c:pt idx="269">
                  <c:v>1.25</c:v>
                </c:pt>
                <c:pt idx="270">
                  <c:v>1.25</c:v>
                </c:pt>
                <c:pt idx="271">
                  <c:v>1.25</c:v>
                </c:pt>
                <c:pt idx="272">
                  <c:v>1.25</c:v>
                </c:pt>
                <c:pt idx="273">
                  <c:v>1.25</c:v>
                </c:pt>
                <c:pt idx="274">
                  <c:v>1.25</c:v>
                </c:pt>
                <c:pt idx="275">
                  <c:v>1.25</c:v>
                </c:pt>
                <c:pt idx="276">
                  <c:v>1.25</c:v>
                </c:pt>
                <c:pt idx="277">
                  <c:v>1.25</c:v>
                </c:pt>
                <c:pt idx="278">
                  <c:v>1.25</c:v>
                </c:pt>
                <c:pt idx="279">
                  <c:v>1.25</c:v>
                </c:pt>
                <c:pt idx="280">
                  <c:v>1.25</c:v>
                </c:pt>
                <c:pt idx="281">
                  <c:v>1.25</c:v>
                </c:pt>
                <c:pt idx="282">
                  <c:v>1.25</c:v>
                </c:pt>
                <c:pt idx="283">
                  <c:v>1.25</c:v>
                </c:pt>
                <c:pt idx="284">
                  <c:v>1.25</c:v>
                </c:pt>
                <c:pt idx="285">
                  <c:v>1.25</c:v>
                </c:pt>
                <c:pt idx="286">
                  <c:v>1.25</c:v>
                </c:pt>
                <c:pt idx="287">
                  <c:v>1.25</c:v>
                </c:pt>
                <c:pt idx="288">
                  <c:v>1.25</c:v>
                </c:pt>
                <c:pt idx="289">
                  <c:v>1.25</c:v>
                </c:pt>
                <c:pt idx="290">
                  <c:v>1.25</c:v>
                </c:pt>
                <c:pt idx="291">
                  <c:v>1.25</c:v>
                </c:pt>
                <c:pt idx="292">
                  <c:v>1.25</c:v>
                </c:pt>
                <c:pt idx="293">
                  <c:v>1.25</c:v>
                </c:pt>
                <c:pt idx="294">
                  <c:v>1.25</c:v>
                </c:pt>
                <c:pt idx="295">
                  <c:v>1.25</c:v>
                </c:pt>
                <c:pt idx="296">
                  <c:v>1.25</c:v>
                </c:pt>
                <c:pt idx="297">
                  <c:v>1.25</c:v>
                </c:pt>
                <c:pt idx="298">
                  <c:v>1.25</c:v>
                </c:pt>
                <c:pt idx="299">
                  <c:v>1.25</c:v>
                </c:pt>
                <c:pt idx="300">
                  <c:v>1.25</c:v>
                </c:pt>
                <c:pt idx="301">
                  <c:v>1.25</c:v>
                </c:pt>
                <c:pt idx="302">
                  <c:v>1.25</c:v>
                </c:pt>
                <c:pt idx="303">
                  <c:v>1.25</c:v>
                </c:pt>
                <c:pt idx="304">
                  <c:v>1.25</c:v>
                </c:pt>
                <c:pt idx="305">
                  <c:v>1.25</c:v>
                </c:pt>
                <c:pt idx="306">
                  <c:v>1.25</c:v>
                </c:pt>
                <c:pt idx="307">
                  <c:v>1.25</c:v>
                </c:pt>
                <c:pt idx="308">
                  <c:v>1.25</c:v>
                </c:pt>
                <c:pt idx="309">
                  <c:v>1.25</c:v>
                </c:pt>
                <c:pt idx="310">
                  <c:v>1.25</c:v>
                </c:pt>
                <c:pt idx="311">
                  <c:v>1.25</c:v>
                </c:pt>
                <c:pt idx="312">
                  <c:v>1.25</c:v>
                </c:pt>
                <c:pt idx="313">
                  <c:v>1.25</c:v>
                </c:pt>
                <c:pt idx="314">
                  <c:v>1.25</c:v>
                </c:pt>
                <c:pt idx="315">
                  <c:v>1.25</c:v>
                </c:pt>
                <c:pt idx="316">
                  <c:v>1.25</c:v>
                </c:pt>
                <c:pt idx="317">
                  <c:v>1.25</c:v>
                </c:pt>
                <c:pt idx="318">
                  <c:v>1.25</c:v>
                </c:pt>
                <c:pt idx="319">
                  <c:v>1.25</c:v>
                </c:pt>
                <c:pt idx="320">
                  <c:v>1.25</c:v>
                </c:pt>
                <c:pt idx="321">
                  <c:v>1.25</c:v>
                </c:pt>
                <c:pt idx="322">
                  <c:v>1.25</c:v>
                </c:pt>
                <c:pt idx="323">
                  <c:v>1.25</c:v>
                </c:pt>
                <c:pt idx="324">
                  <c:v>1.25</c:v>
                </c:pt>
                <c:pt idx="325">
                  <c:v>1.25</c:v>
                </c:pt>
                <c:pt idx="326">
                  <c:v>1.25</c:v>
                </c:pt>
                <c:pt idx="327">
                  <c:v>1.25</c:v>
                </c:pt>
                <c:pt idx="328">
                  <c:v>1.25</c:v>
                </c:pt>
                <c:pt idx="329">
                  <c:v>1.25</c:v>
                </c:pt>
                <c:pt idx="330">
                  <c:v>1.25</c:v>
                </c:pt>
                <c:pt idx="331">
                  <c:v>1.25</c:v>
                </c:pt>
                <c:pt idx="332">
                  <c:v>1.25</c:v>
                </c:pt>
                <c:pt idx="333">
                  <c:v>1.25</c:v>
                </c:pt>
                <c:pt idx="334">
                  <c:v>1.25</c:v>
                </c:pt>
                <c:pt idx="335">
                  <c:v>1.5</c:v>
                </c:pt>
                <c:pt idx="336">
                  <c:v>1.5</c:v>
                </c:pt>
                <c:pt idx="337">
                  <c:v>1.5</c:v>
                </c:pt>
                <c:pt idx="338">
                  <c:v>1.5</c:v>
                </c:pt>
                <c:pt idx="339">
                  <c:v>1.5</c:v>
                </c:pt>
                <c:pt idx="340">
                  <c:v>1.5</c:v>
                </c:pt>
                <c:pt idx="341">
                  <c:v>1.5</c:v>
                </c:pt>
                <c:pt idx="342">
                  <c:v>1.5</c:v>
                </c:pt>
                <c:pt idx="343">
                  <c:v>1.5</c:v>
                </c:pt>
                <c:pt idx="344">
                  <c:v>1.5</c:v>
                </c:pt>
                <c:pt idx="345">
                  <c:v>1.5</c:v>
                </c:pt>
                <c:pt idx="346">
                  <c:v>1.5</c:v>
                </c:pt>
                <c:pt idx="347">
                  <c:v>1.5</c:v>
                </c:pt>
                <c:pt idx="348">
                  <c:v>1.5</c:v>
                </c:pt>
                <c:pt idx="349">
                  <c:v>1.5</c:v>
                </c:pt>
                <c:pt idx="350">
                  <c:v>1.5</c:v>
                </c:pt>
                <c:pt idx="351">
                  <c:v>1.5</c:v>
                </c:pt>
                <c:pt idx="352">
                  <c:v>1.5</c:v>
                </c:pt>
                <c:pt idx="353">
                  <c:v>1.5</c:v>
                </c:pt>
                <c:pt idx="354">
                  <c:v>1.5</c:v>
                </c:pt>
                <c:pt idx="355">
                  <c:v>1.5</c:v>
                </c:pt>
                <c:pt idx="356">
                  <c:v>1.5</c:v>
                </c:pt>
                <c:pt idx="357">
                  <c:v>1.5</c:v>
                </c:pt>
                <c:pt idx="358">
                  <c:v>1.5</c:v>
                </c:pt>
                <c:pt idx="359">
                  <c:v>1.5</c:v>
                </c:pt>
                <c:pt idx="360">
                  <c:v>1.5</c:v>
                </c:pt>
                <c:pt idx="361">
                  <c:v>1.5</c:v>
                </c:pt>
                <c:pt idx="362">
                  <c:v>1.5</c:v>
                </c:pt>
                <c:pt idx="363">
                  <c:v>1.5</c:v>
                </c:pt>
                <c:pt idx="364">
                  <c:v>1.5</c:v>
                </c:pt>
                <c:pt idx="365">
                  <c:v>1.5</c:v>
                </c:pt>
                <c:pt idx="366">
                  <c:v>1.5</c:v>
                </c:pt>
                <c:pt idx="367">
                  <c:v>1.5</c:v>
                </c:pt>
                <c:pt idx="368">
                  <c:v>1.5</c:v>
                </c:pt>
                <c:pt idx="369">
                  <c:v>1.5</c:v>
                </c:pt>
                <c:pt idx="370">
                  <c:v>1.5</c:v>
                </c:pt>
                <c:pt idx="371">
                  <c:v>1.5</c:v>
                </c:pt>
                <c:pt idx="372">
                  <c:v>1.5</c:v>
                </c:pt>
                <c:pt idx="373">
                  <c:v>1.5</c:v>
                </c:pt>
                <c:pt idx="374">
                  <c:v>1.5</c:v>
                </c:pt>
                <c:pt idx="375">
                  <c:v>1.5</c:v>
                </c:pt>
                <c:pt idx="376">
                  <c:v>1.5</c:v>
                </c:pt>
                <c:pt idx="377">
                  <c:v>1.5</c:v>
                </c:pt>
                <c:pt idx="378">
                  <c:v>1.5</c:v>
                </c:pt>
                <c:pt idx="379">
                  <c:v>1.5</c:v>
                </c:pt>
                <c:pt idx="380">
                  <c:v>1.5</c:v>
                </c:pt>
                <c:pt idx="381">
                  <c:v>1.5</c:v>
                </c:pt>
                <c:pt idx="382">
                  <c:v>1.5</c:v>
                </c:pt>
                <c:pt idx="383">
                  <c:v>1.5</c:v>
                </c:pt>
                <c:pt idx="384">
                  <c:v>1.5</c:v>
                </c:pt>
                <c:pt idx="385">
                  <c:v>1.5</c:v>
                </c:pt>
                <c:pt idx="386">
                  <c:v>1.5</c:v>
                </c:pt>
                <c:pt idx="387">
                  <c:v>1.5</c:v>
                </c:pt>
                <c:pt idx="388">
                  <c:v>1.5</c:v>
                </c:pt>
                <c:pt idx="389">
                  <c:v>1.5</c:v>
                </c:pt>
                <c:pt idx="390">
                  <c:v>1.5</c:v>
                </c:pt>
                <c:pt idx="391">
                  <c:v>1.5</c:v>
                </c:pt>
                <c:pt idx="392">
                  <c:v>1.5</c:v>
                </c:pt>
                <c:pt idx="393">
                  <c:v>1.5</c:v>
                </c:pt>
                <c:pt idx="394">
                  <c:v>1.5</c:v>
                </c:pt>
                <c:pt idx="395">
                  <c:v>1.5</c:v>
                </c:pt>
                <c:pt idx="396">
                  <c:v>1.5</c:v>
                </c:pt>
                <c:pt idx="397">
                  <c:v>1.5</c:v>
                </c:pt>
                <c:pt idx="398">
                  <c:v>1.5</c:v>
                </c:pt>
                <c:pt idx="399">
                  <c:v>1.5</c:v>
                </c:pt>
                <c:pt idx="400">
                  <c:v>1.5</c:v>
                </c:pt>
                <c:pt idx="401">
                  <c:v>1.5</c:v>
                </c:pt>
                <c:pt idx="402">
                  <c:v>1.5</c:v>
                </c:pt>
                <c:pt idx="403">
                  <c:v>1.5</c:v>
                </c:pt>
                <c:pt idx="404">
                  <c:v>1.75</c:v>
                </c:pt>
                <c:pt idx="405">
                  <c:v>1.75</c:v>
                </c:pt>
                <c:pt idx="406">
                  <c:v>1.75</c:v>
                </c:pt>
                <c:pt idx="407">
                  <c:v>1.75</c:v>
                </c:pt>
                <c:pt idx="408">
                  <c:v>1.75</c:v>
                </c:pt>
                <c:pt idx="409">
                  <c:v>1.75</c:v>
                </c:pt>
                <c:pt idx="410">
                  <c:v>1.75</c:v>
                </c:pt>
                <c:pt idx="411">
                  <c:v>1.75</c:v>
                </c:pt>
                <c:pt idx="412">
                  <c:v>1.75</c:v>
                </c:pt>
                <c:pt idx="413">
                  <c:v>1.75</c:v>
                </c:pt>
                <c:pt idx="414">
                  <c:v>1.75</c:v>
                </c:pt>
                <c:pt idx="415">
                  <c:v>1.75</c:v>
                </c:pt>
                <c:pt idx="416">
                  <c:v>1.75</c:v>
                </c:pt>
                <c:pt idx="417">
                  <c:v>1.75</c:v>
                </c:pt>
                <c:pt idx="418">
                  <c:v>1.75</c:v>
                </c:pt>
                <c:pt idx="419">
                  <c:v>1.75</c:v>
                </c:pt>
                <c:pt idx="420">
                  <c:v>1.75</c:v>
                </c:pt>
                <c:pt idx="421">
                  <c:v>1.75</c:v>
                </c:pt>
                <c:pt idx="422">
                  <c:v>1.75</c:v>
                </c:pt>
                <c:pt idx="423">
                  <c:v>1.75</c:v>
                </c:pt>
                <c:pt idx="424">
                  <c:v>1.75</c:v>
                </c:pt>
                <c:pt idx="425">
                  <c:v>1.75</c:v>
                </c:pt>
                <c:pt idx="426">
                  <c:v>1.75</c:v>
                </c:pt>
                <c:pt idx="427">
                  <c:v>1.75</c:v>
                </c:pt>
                <c:pt idx="428">
                  <c:v>1.75</c:v>
                </c:pt>
                <c:pt idx="429">
                  <c:v>1.75</c:v>
                </c:pt>
                <c:pt idx="430">
                  <c:v>1.75</c:v>
                </c:pt>
                <c:pt idx="431">
                  <c:v>1.75</c:v>
                </c:pt>
                <c:pt idx="432">
                  <c:v>1.75</c:v>
                </c:pt>
                <c:pt idx="433">
                  <c:v>1.75</c:v>
                </c:pt>
                <c:pt idx="434">
                  <c:v>1.75</c:v>
                </c:pt>
                <c:pt idx="435">
                  <c:v>1.75</c:v>
                </c:pt>
                <c:pt idx="436">
                  <c:v>1.75</c:v>
                </c:pt>
                <c:pt idx="437">
                  <c:v>1.75</c:v>
                </c:pt>
                <c:pt idx="438">
                  <c:v>1.75</c:v>
                </c:pt>
                <c:pt idx="439">
                  <c:v>1.75</c:v>
                </c:pt>
                <c:pt idx="440">
                  <c:v>1.75</c:v>
                </c:pt>
                <c:pt idx="441">
                  <c:v>1.75</c:v>
                </c:pt>
                <c:pt idx="442">
                  <c:v>1.75</c:v>
                </c:pt>
                <c:pt idx="443">
                  <c:v>1.75</c:v>
                </c:pt>
                <c:pt idx="444">
                  <c:v>1.75</c:v>
                </c:pt>
                <c:pt idx="445">
                  <c:v>1.75</c:v>
                </c:pt>
                <c:pt idx="446">
                  <c:v>1.75</c:v>
                </c:pt>
                <c:pt idx="447">
                  <c:v>1.75</c:v>
                </c:pt>
                <c:pt idx="448">
                  <c:v>1.75</c:v>
                </c:pt>
                <c:pt idx="449">
                  <c:v>1.75</c:v>
                </c:pt>
                <c:pt idx="450">
                  <c:v>1.75</c:v>
                </c:pt>
                <c:pt idx="451">
                  <c:v>1.75</c:v>
                </c:pt>
                <c:pt idx="452">
                  <c:v>1.75</c:v>
                </c:pt>
                <c:pt idx="453">
                  <c:v>1.75</c:v>
                </c:pt>
                <c:pt idx="454">
                  <c:v>1.75</c:v>
                </c:pt>
                <c:pt idx="455">
                  <c:v>1.75</c:v>
                </c:pt>
                <c:pt idx="456">
                  <c:v>1.75</c:v>
                </c:pt>
                <c:pt idx="457">
                  <c:v>1.75</c:v>
                </c:pt>
                <c:pt idx="458">
                  <c:v>1.75</c:v>
                </c:pt>
                <c:pt idx="459">
                  <c:v>1.75</c:v>
                </c:pt>
                <c:pt idx="460">
                  <c:v>1.75</c:v>
                </c:pt>
                <c:pt idx="461">
                  <c:v>1.75</c:v>
                </c:pt>
                <c:pt idx="462">
                  <c:v>1.75</c:v>
                </c:pt>
                <c:pt idx="463">
                  <c:v>1.75</c:v>
                </c:pt>
                <c:pt idx="464">
                  <c:v>2</c:v>
                </c:pt>
                <c:pt idx="465">
                  <c:v>2</c:v>
                </c:pt>
                <c:pt idx="466">
                  <c:v>2</c:v>
                </c:pt>
                <c:pt idx="467">
                  <c:v>2</c:v>
                </c:pt>
                <c:pt idx="468">
                  <c:v>2</c:v>
                </c:pt>
                <c:pt idx="469">
                  <c:v>2</c:v>
                </c:pt>
                <c:pt idx="470">
                  <c:v>2</c:v>
                </c:pt>
                <c:pt idx="471">
                  <c:v>2</c:v>
                </c:pt>
                <c:pt idx="472">
                  <c:v>2</c:v>
                </c:pt>
                <c:pt idx="473">
                  <c:v>2</c:v>
                </c:pt>
                <c:pt idx="474">
                  <c:v>2</c:v>
                </c:pt>
                <c:pt idx="475">
                  <c:v>2</c:v>
                </c:pt>
                <c:pt idx="476">
                  <c:v>2</c:v>
                </c:pt>
                <c:pt idx="477">
                  <c:v>2</c:v>
                </c:pt>
                <c:pt idx="478">
                  <c:v>2</c:v>
                </c:pt>
                <c:pt idx="479">
                  <c:v>2</c:v>
                </c:pt>
                <c:pt idx="480">
                  <c:v>2</c:v>
                </c:pt>
                <c:pt idx="481">
                  <c:v>2</c:v>
                </c:pt>
                <c:pt idx="482">
                  <c:v>2</c:v>
                </c:pt>
                <c:pt idx="483">
                  <c:v>2</c:v>
                </c:pt>
                <c:pt idx="484">
                  <c:v>2</c:v>
                </c:pt>
                <c:pt idx="485">
                  <c:v>2</c:v>
                </c:pt>
                <c:pt idx="486">
                  <c:v>2</c:v>
                </c:pt>
                <c:pt idx="487">
                  <c:v>2</c:v>
                </c:pt>
                <c:pt idx="488">
                  <c:v>2</c:v>
                </c:pt>
                <c:pt idx="489">
                  <c:v>2</c:v>
                </c:pt>
                <c:pt idx="490">
                  <c:v>2</c:v>
                </c:pt>
                <c:pt idx="491">
                  <c:v>2</c:v>
                </c:pt>
                <c:pt idx="492">
                  <c:v>2</c:v>
                </c:pt>
                <c:pt idx="493">
                  <c:v>2</c:v>
                </c:pt>
                <c:pt idx="494">
                  <c:v>2</c:v>
                </c:pt>
                <c:pt idx="495">
                  <c:v>2</c:v>
                </c:pt>
                <c:pt idx="496">
                  <c:v>2</c:v>
                </c:pt>
                <c:pt idx="497">
                  <c:v>2</c:v>
                </c:pt>
                <c:pt idx="498">
                  <c:v>2</c:v>
                </c:pt>
                <c:pt idx="499">
                  <c:v>2</c:v>
                </c:pt>
                <c:pt idx="500">
                  <c:v>2</c:v>
                </c:pt>
                <c:pt idx="501">
                  <c:v>2</c:v>
                </c:pt>
                <c:pt idx="502">
                  <c:v>2</c:v>
                </c:pt>
                <c:pt idx="503">
                  <c:v>2</c:v>
                </c:pt>
                <c:pt idx="504">
                  <c:v>2</c:v>
                </c:pt>
                <c:pt idx="505">
                  <c:v>2</c:v>
                </c:pt>
                <c:pt idx="506">
                  <c:v>2</c:v>
                </c:pt>
                <c:pt idx="507">
                  <c:v>2</c:v>
                </c:pt>
                <c:pt idx="508">
                  <c:v>2</c:v>
                </c:pt>
                <c:pt idx="509">
                  <c:v>2</c:v>
                </c:pt>
                <c:pt idx="510">
                  <c:v>2</c:v>
                </c:pt>
                <c:pt idx="511">
                  <c:v>2</c:v>
                </c:pt>
                <c:pt idx="512">
                  <c:v>2</c:v>
                </c:pt>
                <c:pt idx="513">
                  <c:v>2</c:v>
                </c:pt>
                <c:pt idx="514">
                  <c:v>2</c:v>
                </c:pt>
                <c:pt idx="515">
                  <c:v>2</c:v>
                </c:pt>
                <c:pt idx="516">
                  <c:v>2</c:v>
                </c:pt>
                <c:pt idx="517">
                  <c:v>2</c:v>
                </c:pt>
                <c:pt idx="518">
                  <c:v>2</c:v>
                </c:pt>
                <c:pt idx="519">
                  <c:v>2</c:v>
                </c:pt>
                <c:pt idx="520">
                  <c:v>2</c:v>
                </c:pt>
                <c:pt idx="521">
                  <c:v>2</c:v>
                </c:pt>
                <c:pt idx="522">
                  <c:v>2</c:v>
                </c:pt>
                <c:pt idx="523">
                  <c:v>2</c:v>
                </c:pt>
                <c:pt idx="524">
                  <c:v>2</c:v>
                </c:pt>
                <c:pt idx="525">
                  <c:v>2</c:v>
                </c:pt>
                <c:pt idx="526">
                  <c:v>2</c:v>
                </c:pt>
                <c:pt idx="527">
                  <c:v>2</c:v>
                </c:pt>
                <c:pt idx="528">
                  <c:v>2</c:v>
                </c:pt>
                <c:pt idx="529">
                  <c:v>2</c:v>
                </c:pt>
                <c:pt idx="530">
                  <c:v>2</c:v>
                </c:pt>
                <c:pt idx="531">
                  <c:v>2</c:v>
                </c:pt>
                <c:pt idx="532">
                  <c:v>2</c:v>
                </c:pt>
                <c:pt idx="533">
                  <c:v>2</c:v>
                </c:pt>
                <c:pt idx="534">
                  <c:v>2</c:v>
                </c:pt>
                <c:pt idx="535">
                  <c:v>2</c:v>
                </c:pt>
                <c:pt idx="536">
                  <c:v>2</c:v>
                </c:pt>
                <c:pt idx="537">
                  <c:v>2</c:v>
                </c:pt>
                <c:pt idx="538">
                  <c:v>2</c:v>
                </c:pt>
                <c:pt idx="539">
                  <c:v>2.25</c:v>
                </c:pt>
                <c:pt idx="540">
                  <c:v>2.25</c:v>
                </c:pt>
                <c:pt idx="541">
                  <c:v>2.25</c:v>
                </c:pt>
                <c:pt idx="542">
                  <c:v>2.25</c:v>
                </c:pt>
                <c:pt idx="543">
                  <c:v>2.25</c:v>
                </c:pt>
                <c:pt idx="544">
                  <c:v>2.25</c:v>
                </c:pt>
                <c:pt idx="545">
                  <c:v>2.25</c:v>
                </c:pt>
                <c:pt idx="546">
                  <c:v>2.25</c:v>
                </c:pt>
                <c:pt idx="547">
                  <c:v>2.25</c:v>
                </c:pt>
                <c:pt idx="548">
                  <c:v>2.25</c:v>
                </c:pt>
                <c:pt idx="549">
                  <c:v>2.25</c:v>
                </c:pt>
                <c:pt idx="550">
                  <c:v>2.25</c:v>
                </c:pt>
                <c:pt idx="551">
                  <c:v>2.25</c:v>
                </c:pt>
                <c:pt idx="552">
                  <c:v>2.25</c:v>
                </c:pt>
                <c:pt idx="553">
                  <c:v>2.25</c:v>
                </c:pt>
                <c:pt idx="554">
                  <c:v>2.25</c:v>
                </c:pt>
                <c:pt idx="555">
                  <c:v>2.25</c:v>
                </c:pt>
                <c:pt idx="556">
                  <c:v>2.25</c:v>
                </c:pt>
                <c:pt idx="557">
                  <c:v>2.25</c:v>
                </c:pt>
                <c:pt idx="558">
                  <c:v>2.25</c:v>
                </c:pt>
                <c:pt idx="559">
                  <c:v>2.25</c:v>
                </c:pt>
                <c:pt idx="560">
                  <c:v>2.25</c:v>
                </c:pt>
                <c:pt idx="561">
                  <c:v>2.25</c:v>
                </c:pt>
                <c:pt idx="562">
                  <c:v>2.25</c:v>
                </c:pt>
                <c:pt idx="563">
                  <c:v>2.25</c:v>
                </c:pt>
                <c:pt idx="564">
                  <c:v>2.25</c:v>
                </c:pt>
                <c:pt idx="565">
                  <c:v>2.25</c:v>
                </c:pt>
                <c:pt idx="566">
                  <c:v>2.25</c:v>
                </c:pt>
                <c:pt idx="567">
                  <c:v>2.25</c:v>
                </c:pt>
                <c:pt idx="568">
                  <c:v>2.25</c:v>
                </c:pt>
                <c:pt idx="569">
                  <c:v>2.25</c:v>
                </c:pt>
                <c:pt idx="570">
                  <c:v>2.25</c:v>
                </c:pt>
                <c:pt idx="571">
                  <c:v>2.25</c:v>
                </c:pt>
                <c:pt idx="572">
                  <c:v>2.25</c:v>
                </c:pt>
                <c:pt idx="573">
                  <c:v>2.25</c:v>
                </c:pt>
                <c:pt idx="574">
                  <c:v>2.25</c:v>
                </c:pt>
                <c:pt idx="575">
                  <c:v>2.25</c:v>
                </c:pt>
                <c:pt idx="576">
                  <c:v>2.25</c:v>
                </c:pt>
                <c:pt idx="577">
                  <c:v>2.25</c:v>
                </c:pt>
                <c:pt idx="578">
                  <c:v>2.25</c:v>
                </c:pt>
                <c:pt idx="579">
                  <c:v>2.25</c:v>
                </c:pt>
                <c:pt idx="580">
                  <c:v>2.25</c:v>
                </c:pt>
                <c:pt idx="581">
                  <c:v>2.25</c:v>
                </c:pt>
                <c:pt idx="582">
                  <c:v>2.25</c:v>
                </c:pt>
                <c:pt idx="583">
                  <c:v>2.25</c:v>
                </c:pt>
                <c:pt idx="584">
                  <c:v>2.25</c:v>
                </c:pt>
                <c:pt idx="585">
                  <c:v>2.25</c:v>
                </c:pt>
                <c:pt idx="586">
                  <c:v>2.25</c:v>
                </c:pt>
                <c:pt idx="587">
                  <c:v>2.25</c:v>
                </c:pt>
                <c:pt idx="588">
                  <c:v>2.25</c:v>
                </c:pt>
                <c:pt idx="589">
                  <c:v>2.25</c:v>
                </c:pt>
                <c:pt idx="590">
                  <c:v>2.25</c:v>
                </c:pt>
                <c:pt idx="591">
                  <c:v>2.25</c:v>
                </c:pt>
                <c:pt idx="592">
                  <c:v>2.25</c:v>
                </c:pt>
                <c:pt idx="593">
                  <c:v>2.25</c:v>
                </c:pt>
                <c:pt idx="594">
                  <c:v>2.25</c:v>
                </c:pt>
                <c:pt idx="595">
                  <c:v>2.25</c:v>
                </c:pt>
                <c:pt idx="596">
                  <c:v>2.25</c:v>
                </c:pt>
                <c:pt idx="597">
                  <c:v>2.25</c:v>
                </c:pt>
                <c:pt idx="598">
                  <c:v>2.25</c:v>
                </c:pt>
                <c:pt idx="599">
                  <c:v>2.5</c:v>
                </c:pt>
                <c:pt idx="600">
                  <c:v>2.5</c:v>
                </c:pt>
                <c:pt idx="601">
                  <c:v>2.5</c:v>
                </c:pt>
                <c:pt idx="602">
                  <c:v>2.5</c:v>
                </c:pt>
                <c:pt idx="603">
                  <c:v>2.5</c:v>
                </c:pt>
                <c:pt idx="604">
                  <c:v>2.5</c:v>
                </c:pt>
                <c:pt idx="605">
                  <c:v>2.5</c:v>
                </c:pt>
                <c:pt idx="606">
                  <c:v>2.5</c:v>
                </c:pt>
                <c:pt idx="607">
                  <c:v>2.5</c:v>
                </c:pt>
                <c:pt idx="608">
                  <c:v>2.5</c:v>
                </c:pt>
                <c:pt idx="609">
                  <c:v>2.5</c:v>
                </c:pt>
                <c:pt idx="610">
                  <c:v>2.5</c:v>
                </c:pt>
                <c:pt idx="611">
                  <c:v>2.5</c:v>
                </c:pt>
                <c:pt idx="612">
                  <c:v>2.5</c:v>
                </c:pt>
                <c:pt idx="613">
                  <c:v>2.5</c:v>
                </c:pt>
                <c:pt idx="614">
                  <c:v>2.5</c:v>
                </c:pt>
                <c:pt idx="615">
                  <c:v>2.5</c:v>
                </c:pt>
                <c:pt idx="616">
                  <c:v>2.5</c:v>
                </c:pt>
                <c:pt idx="617">
                  <c:v>2.5</c:v>
                </c:pt>
                <c:pt idx="618">
                  <c:v>2.5</c:v>
                </c:pt>
                <c:pt idx="619">
                  <c:v>2.5</c:v>
                </c:pt>
                <c:pt idx="620">
                  <c:v>2.5</c:v>
                </c:pt>
                <c:pt idx="621">
                  <c:v>2.5</c:v>
                </c:pt>
                <c:pt idx="622">
                  <c:v>2.5</c:v>
                </c:pt>
                <c:pt idx="623">
                  <c:v>2.5</c:v>
                </c:pt>
                <c:pt idx="624">
                  <c:v>2.5</c:v>
                </c:pt>
                <c:pt idx="625">
                  <c:v>2.5</c:v>
                </c:pt>
                <c:pt idx="626">
                  <c:v>2.5</c:v>
                </c:pt>
                <c:pt idx="627">
                  <c:v>2.5</c:v>
                </c:pt>
                <c:pt idx="628">
                  <c:v>2.5</c:v>
                </c:pt>
                <c:pt idx="629">
                  <c:v>2.5</c:v>
                </c:pt>
                <c:pt idx="630">
                  <c:v>2.5</c:v>
                </c:pt>
                <c:pt idx="631">
                  <c:v>2.5</c:v>
                </c:pt>
                <c:pt idx="632">
                  <c:v>2.5</c:v>
                </c:pt>
                <c:pt idx="633">
                  <c:v>2.5</c:v>
                </c:pt>
                <c:pt idx="634">
                  <c:v>2.5</c:v>
                </c:pt>
                <c:pt idx="635">
                  <c:v>2.5</c:v>
                </c:pt>
                <c:pt idx="636">
                  <c:v>2.5</c:v>
                </c:pt>
                <c:pt idx="637">
                  <c:v>2.5</c:v>
                </c:pt>
                <c:pt idx="638">
                  <c:v>2.5</c:v>
                </c:pt>
                <c:pt idx="639">
                  <c:v>2.5</c:v>
                </c:pt>
                <c:pt idx="640">
                  <c:v>2.5</c:v>
                </c:pt>
                <c:pt idx="641">
                  <c:v>2.5</c:v>
                </c:pt>
                <c:pt idx="642">
                  <c:v>2.5</c:v>
                </c:pt>
                <c:pt idx="643">
                  <c:v>2.5</c:v>
                </c:pt>
                <c:pt idx="644">
                  <c:v>2.5</c:v>
                </c:pt>
                <c:pt idx="645">
                  <c:v>2.5</c:v>
                </c:pt>
                <c:pt idx="646">
                  <c:v>2.5</c:v>
                </c:pt>
                <c:pt idx="647">
                  <c:v>2.5</c:v>
                </c:pt>
                <c:pt idx="648">
                  <c:v>2.5</c:v>
                </c:pt>
                <c:pt idx="649">
                  <c:v>2.5</c:v>
                </c:pt>
                <c:pt idx="650">
                  <c:v>2.5</c:v>
                </c:pt>
                <c:pt idx="651">
                  <c:v>2.5</c:v>
                </c:pt>
                <c:pt idx="652">
                  <c:v>2.5</c:v>
                </c:pt>
                <c:pt idx="653">
                  <c:v>2.5</c:v>
                </c:pt>
                <c:pt idx="654">
                  <c:v>2.5</c:v>
                </c:pt>
                <c:pt idx="655">
                  <c:v>2.5</c:v>
                </c:pt>
                <c:pt idx="656">
                  <c:v>2.5</c:v>
                </c:pt>
                <c:pt idx="657">
                  <c:v>2.5</c:v>
                </c:pt>
                <c:pt idx="658">
                  <c:v>2.5</c:v>
                </c:pt>
                <c:pt idx="659">
                  <c:v>2.5</c:v>
                </c:pt>
                <c:pt idx="660">
                  <c:v>2.5</c:v>
                </c:pt>
                <c:pt idx="661">
                  <c:v>2.5</c:v>
                </c:pt>
                <c:pt idx="662">
                  <c:v>2.5</c:v>
                </c:pt>
                <c:pt idx="663">
                  <c:v>2.5</c:v>
                </c:pt>
                <c:pt idx="664">
                  <c:v>2.5</c:v>
                </c:pt>
                <c:pt idx="665">
                  <c:v>2.5</c:v>
                </c:pt>
                <c:pt idx="666">
                  <c:v>2.5</c:v>
                </c:pt>
                <c:pt idx="667">
                  <c:v>2.5</c:v>
                </c:pt>
                <c:pt idx="668">
                  <c:v>2.5</c:v>
                </c:pt>
                <c:pt idx="669">
                  <c:v>2.5</c:v>
                </c:pt>
                <c:pt idx="670">
                  <c:v>2.5</c:v>
                </c:pt>
                <c:pt idx="671">
                  <c:v>2.5</c:v>
                </c:pt>
                <c:pt idx="672">
                  <c:v>2.5</c:v>
                </c:pt>
                <c:pt idx="673">
                  <c:v>2.5</c:v>
                </c:pt>
                <c:pt idx="674">
                  <c:v>2.5</c:v>
                </c:pt>
                <c:pt idx="675">
                  <c:v>2.5</c:v>
                </c:pt>
                <c:pt idx="676">
                  <c:v>2.5</c:v>
                </c:pt>
                <c:pt idx="677">
                  <c:v>2.5</c:v>
                </c:pt>
                <c:pt idx="678">
                  <c:v>2.5</c:v>
                </c:pt>
                <c:pt idx="679">
                  <c:v>2.5</c:v>
                </c:pt>
                <c:pt idx="680">
                  <c:v>2.5</c:v>
                </c:pt>
                <c:pt idx="681">
                  <c:v>2.5</c:v>
                </c:pt>
                <c:pt idx="682">
                  <c:v>2.5</c:v>
                </c:pt>
                <c:pt idx="683">
                  <c:v>2.5</c:v>
                </c:pt>
                <c:pt idx="684">
                  <c:v>2.5</c:v>
                </c:pt>
                <c:pt idx="685">
                  <c:v>2.5</c:v>
                </c:pt>
                <c:pt idx="686">
                  <c:v>2.5</c:v>
                </c:pt>
                <c:pt idx="687">
                  <c:v>2.5</c:v>
                </c:pt>
                <c:pt idx="688">
                  <c:v>2.5</c:v>
                </c:pt>
                <c:pt idx="689">
                  <c:v>2.5</c:v>
                </c:pt>
                <c:pt idx="690">
                  <c:v>2.5</c:v>
                </c:pt>
                <c:pt idx="691">
                  <c:v>2.5</c:v>
                </c:pt>
                <c:pt idx="692">
                  <c:v>2.5</c:v>
                </c:pt>
                <c:pt idx="693">
                  <c:v>2.5</c:v>
                </c:pt>
                <c:pt idx="694">
                  <c:v>2.5</c:v>
                </c:pt>
                <c:pt idx="695">
                  <c:v>2.5</c:v>
                </c:pt>
                <c:pt idx="696">
                  <c:v>2.5</c:v>
                </c:pt>
                <c:pt idx="697">
                  <c:v>2.5</c:v>
                </c:pt>
                <c:pt idx="698">
                  <c:v>2.5</c:v>
                </c:pt>
                <c:pt idx="699">
                  <c:v>2.5</c:v>
                </c:pt>
                <c:pt idx="700">
                  <c:v>2.5</c:v>
                </c:pt>
                <c:pt idx="701">
                  <c:v>2.5</c:v>
                </c:pt>
                <c:pt idx="702">
                  <c:v>2.5</c:v>
                </c:pt>
                <c:pt idx="703">
                  <c:v>2.5</c:v>
                </c:pt>
                <c:pt idx="704">
                  <c:v>2.5</c:v>
                </c:pt>
                <c:pt idx="705">
                  <c:v>2.5</c:v>
                </c:pt>
                <c:pt idx="706">
                  <c:v>2.5</c:v>
                </c:pt>
                <c:pt idx="707">
                  <c:v>2.5</c:v>
                </c:pt>
                <c:pt idx="708">
                  <c:v>2.5</c:v>
                </c:pt>
                <c:pt idx="709">
                  <c:v>2.5</c:v>
                </c:pt>
                <c:pt idx="710">
                  <c:v>2.5</c:v>
                </c:pt>
                <c:pt idx="711">
                  <c:v>2.5</c:v>
                </c:pt>
                <c:pt idx="712">
                  <c:v>2.5</c:v>
                </c:pt>
                <c:pt idx="713">
                  <c:v>2.5</c:v>
                </c:pt>
                <c:pt idx="714">
                  <c:v>2.5</c:v>
                </c:pt>
                <c:pt idx="715">
                  <c:v>2.5</c:v>
                </c:pt>
                <c:pt idx="716">
                  <c:v>2.5</c:v>
                </c:pt>
                <c:pt idx="717">
                  <c:v>2.5</c:v>
                </c:pt>
                <c:pt idx="718">
                  <c:v>2.5</c:v>
                </c:pt>
                <c:pt idx="719">
                  <c:v>2.5</c:v>
                </c:pt>
                <c:pt idx="720">
                  <c:v>2.5</c:v>
                </c:pt>
                <c:pt idx="721">
                  <c:v>2.5</c:v>
                </c:pt>
                <c:pt idx="722">
                  <c:v>2.5</c:v>
                </c:pt>
                <c:pt idx="723">
                  <c:v>2.5</c:v>
                </c:pt>
                <c:pt idx="724">
                  <c:v>2.5</c:v>
                </c:pt>
                <c:pt idx="725">
                  <c:v>2.5</c:v>
                </c:pt>
                <c:pt idx="726">
                  <c:v>2.5</c:v>
                </c:pt>
                <c:pt idx="727">
                  <c:v>2.5</c:v>
                </c:pt>
                <c:pt idx="728">
                  <c:v>2.5</c:v>
                </c:pt>
                <c:pt idx="729">
                  <c:v>2.5</c:v>
                </c:pt>
                <c:pt idx="730">
                  <c:v>2.5</c:v>
                </c:pt>
                <c:pt idx="731">
                  <c:v>2.5</c:v>
                </c:pt>
                <c:pt idx="732">
                  <c:v>2.5</c:v>
                </c:pt>
                <c:pt idx="733">
                  <c:v>2.5</c:v>
                </c:pt>
                <c:pt idx="734">
                  <c:v>2.5</c:v>
                </c:pt>
                <c:pt idx="735">
                  <c:v>2.5</c:v>
                </c:pt>
                <c:pt idx="736">
                  <c:v>2.5</c:v>
                </c:pt>
                <c:pt idx="737">
                  <c:v>2.5</c:v>
                </c:pt>
                <c:pt idx="738">
                  <c:v>2.5</c:v>
                </c:pt>
                <c:pt idx="739">
                  <c:v>2.5</c:v>
                </c:pt>
                <c:pt idx="740">
                  <c:v>2.5</c:v>
                </c:pt>
                <c:pt idx="741">
                  <c:v>2.5</c:v>
                </c:pt>
                <c:pt idx="742">
                  <c:v>2.5</c:v>
                </c:pt>
                <c:pt idx="743">
                  <c:v>2.5</c:v>
                </c:pt>
                <c:pt idx="744">
                  <c:v>2.5</c:v>
                </c:pt>
                <c:pt idx="745">
                  <c:v>2.5</c:v>
                </c:pt>
                <c:pt idx="746">
                  <c:v>2.5</c:v>
                </c:pt>
                <c:pt idx="747">
                  <c:v>2.5</c:v>
                </c:pt>
                <c:pt idx="748">
                  <c:v>2.5</c:v>
                </c:pt>
                <c:pt idx="749">
                  <c:v>2.5</c:v>
                </c:pt>
                <c:pt idx="750">
                  <c:v>2.5</c:v>
                </c:pt>
                <c:pt idx="751">
                  <c:v>2.5</c:v>
                </c:pt>
                <c:pt idx="752">
                  <c:v>2.5</c:v>
                </c:pt>
                <c:pt idx="753">
                  <c:v>2.5</c:v>
                </c:pt>
                <c:pt idx="754">
                  <c:v>2.5</c:v>
                </c:pt>
                <c:pt idx="755">
                  <c:v>2.5</c:v>
                </c:pt>
                <c:pt idx="756">
                  <c:v>2.5</c:v>
                </c:pt>
                <c:pt idx="757">
                  <c:v>2.25</c:v>
                </c:pt>
                <c:pt idx="758">
                  <c:v>2.25</c:v>
                </c:pt>
                <c:pt idx="759">
                  <c:v>2.25</c:v>
                </c:pt>
                <c:pt idx="760">
                  <c:v>2.25</c:v>
                </c:pt>
                <c:pt idx="761">
                  <c:v>2.25</c:v>
                </c:pt>
                <c:pt idx="762">
                  <c:v>2.25</c:v>
                </c:pt>
                <c:pt idx="763">
                  <c:v>2.25</c:v>
                </c:pt>
                <c:pt idx="764">
                  <c:v>2.25</c:v>
                </c:pt>
                <c:pt idx="765">
                  <c:v>2.25</c:v>
                </c:pt>
                <c:pt idx="766">
                  <c:v>2.25</c:v>
                </c:pt>
                <c:pt idx="767">
                  <c:v>2.25</c:v>
                </c:pt>
                <c:pt idx="768">
                  <c:v>2.25</c:v>
                </c:pt>
                <c:pt idx="769">
                  <c:v>2.25</c:v>
                </c:pt>
                <c:pt idx="770">
                  <c:v>2.25</c:v>
                </c:pt>
                <c:pt idx="771">
                  <c:v>2.25</c:v>
                </c:pt>
                <c:pt idx="772">
                  <c:v>2.25</c:v>
                </c:pt>
                <c:pt idx="773">
                  <c:v>2.25</c:v>
                </c:pt>
                <c:pt idx="774">
                  <c:v>2.25</c:v>
                </c:pt>
                <c:pt idx="775">
                  <c:v>2.25</c:v>
                </c:pt>
                <c:pt idx="776">
                  <c:v>2.25</c:v>
                </c:pt>
                <c:pt idx="777">
                  <c:v>2.25</c:v>
                </c:pt>
                <c:pt idx="778">
                  <c:v>2.25</c:v>
                </c:pt>
                <c:pt idx="779">
                  <c:v>2.25</c:v>
                </c:pt>
                <c:pt idx="780">
                  <c:v>2.25</c:v>
                </c:pt>
                <c:pt idx="781">
                  <c:v>2.25</c:v>
                </c:pt>
                <c:pt idx="782">
                  <c:v>2.25</c:v>
                </c:pt>
                <c:pt idx="783">
                  <c:v>2.25</c:v>
                </c:pt>
                <c:pt idx="784">
                  <c:v>2.25</c:v>
                </c:pt>
                <c:pt idx="785">
                  <c:v>2.25</c:v>
                </c:pt>
                <c:pt idx="786">
                  <c:v>2.25</c:v>
                </c:pt>
                <c:pt idx="787">
                  <c:v>2.25</c:v>
                </c:pt>
                <c:pt idx="788">
                  <c:v>2.25</c:v>
                </c:pt>
                <c:pt idx="789">
                  <c:v>2.25</c:v>
                </c:pt>
                <c:pt idx="790">
                  <c:v>2.25</c:v>
                </c:pt>
                <c:pt idx="791">
                  <c:v>2.25</c:v>
                </c:pt>
                <c:pt idx="792">
                  <c:v>2</c:v>
                </c:pt>
                <c:pt idx="793">
                  <c:v>2</c:v>
                </c:pt>
                <c:pt idx="794">
                  <c:v>2</c:v>
                </c:pt>
                <c:pt idx="795">
                  <c:v>2</c:v>
                </c:pt>
                <c:pt idx="796">
                  <c:v>2</c:v>
                </c:pt>
                <c:pt idx="797">
                  <c:v>2</c:v>
                </c:pt>
                <c:pt idx="798">
                  <c:v>2</c:v>
                </c:pt>
                <c:pt idx="799">
                  <c:v>2</c:v>
                </c:pt>
                <c:pt idx="800">
                  <c:v>2</c:v>
                </c:pt>
                <c:pt idx="801">
                  <c:v>2</c:v>
                </c:pt>
                <c:pt idx="802">
                  <c:v>2</c:v>
                </c:pt>
                <c:pt idx="803">
                  <c:v>2</c:v>
                </c:pt>
                <c:pt idx="804">
                  <c:v>2</c:v>
                </c:pt>
                <c:pt idx="805">
                  <c:v>2</c:v>
                </c:pt>
                <c:pt idx="806">
                  <c:v>2</c:v>
                </c:pt>
                <c:pt idx="807">
                  <c:v>2</c:v>
                </c:pt>
                <c:pt idx="808">
                  <c:v>2</c:v>
                </c:pt>
                <c:pt idx="809">
                  <c:v>2</c:v>
                </c:pt>
                <c:pt idx="810">
                  <c:v>2</c:v>
                </c:pt>
                <c:pt idx="811">
                  <c:v>2</c:v>
                </c:pt>
                <c:pt idx="812">
                  <c:v>2</c:v>
                </c:pt>
                <c:pt idx="813">
                  <c:v>2</c:v>
                </c:pt>
                <c:pt idx="814">
                  <c:v>2</c:v>
                </c:pt>
                <c:pt idx="815">
                  <c:v>2</c:v>
                </c:pt>
                <c:pt idx="816">
                  <c:v>2</c:v>
                </c:pt>
                <c:pt idx="817">
                  <c:v>2</c:v>
                </c:pt>
                <c:pt idx="818">
                  <c:v>2</c:v>
                </c:pt>
                <c:pt idx="819">
                  <c:v>2</c:v>
                </c:pt>
                <c:pt idx="820">
                  <c:v>2</c:v>
                </c:pt>
                <c:pt idx="821">
                  <c:v>2</c:v>
                </c:pt>
                <c:pt idx="822">
                  <c:v>1.75</c:v>
                </c:pt>
                <c:pt idx="823">
                  <c:v>1.75</c:v>
                </c:pt>
                <c:pt idx="824">
                  <c:v>1.75</c:v>
                </c:pt>
                <c:pt idx="825">
                  <c:v>1.75</c:v>
                </c:pt>
                <c:pt idx="826">
                  <c:v>1.75</c:v>
                </c:pt>
                <c:pt idx="827">
                  <c:v>1.75</c:v>
                </c:pt>
                <c:pt idx="828">
                  <c:v>1.75</c:v>
                </c:pt>
                <c:pt idx="829">
                  <c:v>1.75</c:v>
                </c:pt>
                <c:pt idx="830">
                  <c:v>1.75</c:v>
                </c:pt>
                <c:pt idx="831">
                  <c:v>1.75</c:v>
                </c:pt>
                <c:pt idx="832">
                  <c:v>1.75</c:v>
                </c:pt>
                <c:pt idx="833">
                  <c:v>1.75</c:v>
                </c:pt>
                <c:pt idx="834">
                  <c:v>1.75</c:v>
                </c:pt>
                <c:pt idx="835">
                  <c:v>1.75</c:v>
                </c:pt>
                <c:pt idx="836">
                  <c:v>1.75</c:v>
                </c:pt>
                <c:pt idx="837">
                  <c:v>1.75</c:v>
                </c:pt>
                <c:pt idx="838">
                  <c:v>1.75</c:v>
                </c:pt>
                <c:pt idx="839">
                  <c:v>1.75</c:v>
                </c:pt>
                <c:pt idx="840">
                  <c:v>1.75</c:v>
                </c:pt>
                <c:pt idx="841">
                  <c:v>1.75</c:v>
                </c:pt>
                <c:pt idx="842">
                  <c:v>1.75</c:v>
                </c:pt>
                <c:pt idx="843">
                  <c:v>1.75</c:v>
                </c:pt>
                <c:pt idx="844">
                  <c:v>1.75</c:v>
                </c:pt>
                <c:pt idx="845">
                  <c:v>1.75</c:v>
                </c:pt>
                <c:pt idx="846">
                  <c:v>1.75</c:v>
                </c:pt>
                <c:pt idx="847">
                  <c:v>1.75</c:v>
                </c:pt>
                <c:pt idx="848">
                  <c:v>1.75</c:v>
                </c:pt>
                <c:pt idx="849">
                  <c:v>1.75</c:v>
                </c:pt>
                <c:pt idx="850">
                  <c:v>1.75</c:v>
                </c:pt>
                <c:pt idx="851">
                  <c:v>1.75</c:v>
                </c:pt>
                <c:pt idx="852">
                  <c:v>1.75</c:v>
                </c:pt>
                <c:pt idx="853">
                  <c:v>1.75</c:v>
                </c:pt>
                <c:pt idx="854">
                  <c:v>1.75</c:v>
                </c:pt>
                <c:pt idx="855">
                  <c:v>1.75</c:v>
                </c:pt>
                <c:pt idx="856">
                  <c:v>1.75</c:v>
                </c:pt>
                <c:pt idx="857">
                  <c:v>1.75</c:v>
                </c:pt>
                <c:pt idx="858">
                  <c:v>1.75</c:v>
                </c:pt>
                <c:pt idx="859">
                  <c:v>1.75</c:v>
                </c:pt>
                <c:pt idx="860">
                  <c:v>1.75</c:v>
                </c:pt>
                <c:pt idx="861">
                  <c:v>1.75</c:v>
                </c:pt>
                <c:pt idx="862">
                  <c:v>1.75</c:v>
                </c:pt>
                <c:pt idx="863">
                  <c:v>1.75</c:v>
                </c:pt>
                <c:pt idx="864">
                  <c:v>1.75</c:v>
                </c:pt>
                <c:pt idx="865">
                  <c:v>1.75</c:v>
                </c:pt>
                <c:pt idx="866">
                  <c:v>1.75</c:v>
                </c:pt>
                <c:pt idx="867">
                  <c:v>1.75</c:v>
                </c:pt>
                <c:pt idx="868">
                  <c:v>1.75</c:v>
                </c:pt>
                <c:pt idx="869">
                  <c:v>1.75</c:v>
                </c:pt>
                <c:pt idx="870">
                  <c:v>1.75</c:v>
                </c:pt>
                <c:pt idx="871">
                  <c:v>1.75</c:v>
                </c:pt>
                <c:pt idx="872">
                  <c:v>1.75</c:v>
                </c:pt>
                <c:pt idx="873">
                  <c:v>1.75</c:v>
                </c:pt>
                <c:pt idx="874">
                  <c:v>1.75</c:v>
                </c:pt>
                <c:pt idx="875">
                  <c:v>1.75</c:v>
                </c:pt>
                <c:pt idx="876">
                  <c:v>1.75</c:v>
                </c:pt>
                <c:pt idx="877">
                  <c:v>1.75</c:v>
                </c:pt>
                <c:pt idx="878">
                  <c:v>1.75</c:v>
                </c:pt>
                <c:pt idx="879">
                  <c:v>1.75</c:v>
                </c:pt>
                <c:pt idx="880">
                  <c:v>1.75</c:v>
                </c:pt>
                <c:pt idx="881">
                  <c:v>1.75</c:v>
                </c:pt>
                <c:pt idx="882">
                  <c:v>1.75</c:v>
                </c:pt>
                <c:pt idx="883">
                  <c:v>1.75</c:v>
                </c:pt>
                <c:pt idx="884">
                  <c:v>1.75</c:v>
                </c:pt>
                <c:pt idx="885">
                  <c:v>1.75</c:v>
                </c:pt>
                <c:pt idx="886">
                  <c:v>1.75</c:v>
                </c:pt>
                <c:pt idx="887">
                  <c:v>1.75</c:v>
                </c:pt>
                <c:pt idx="888">
                  <c:v>1.75</c:v>
                </c:pt>
                <c:pt idx="889">
                  <c:v>1.75</c:v>
                </c:pt>
                <c:pt idx="890">
                  <c:v>1.75</c:v>
                </c:pt>
                <c:pt idx="891">
                  <c:v>1.75</c:v>
                </c:pt>
                <c:pt idx="892">
                  <c:v>1.75</c:v>
                </c:pt>
                <c:pt idx="893">
                  <c:v>1.75</c:v>
                </c:pt>
                <c:pt idx="894">
                  <c:v>1.75</c:v>
                </c:pt>
                <c:pt idx="895">
                  <c:v>1.75</c:v>
                </c:pt>
                <c:pt idx="896">
                  <c:v>1.75</c:v>
                </c:pt>
                <c:pt idx="897">
                  <c:v>1.75</c:v>
                </c:pt>
                <c:pt idx="898">
                  <c:v>1.75</c:v>
                </c:pt>
                <c:pt idx="899">
                  <c:v>1.75</c:v>
                </c:pt>
                <c:pt idx="900">
                  <c:v>1.75</c:v>
                </c:pt>
                <c:pt idx="901">
                  <c:v>1.75</c:v>
                </c:pt>
                <c:pt idx="902">
                  <c:v>1.75</c:v>
                </c:pt>
                <c:pt idx="903">
                  <c:v>1.75</c:v>
                </c:pt>
                <c:pt idx="904">
                  <c:v>1.75</c:v>
                </c:pt>
                <c:pt idx="905">
                  <c:v>1.75</c:v>
                </c:pt>
                <c:pt idx="906">
                  <c:v>1.75</c:v>
                </c:pt>
                <c:pt idx="907">
                  <c:v>1.75</c:v>
                </c:pt>
                <c:pt idx="908">
                  <c:v>1.75</c:v>
                </c:pt>
                <c:pt idx="909">
                  <c:v>1.75</c:v>
                </c:pt>
                <c:pt idx="910">
                  <c:v>1.75</c:v>
                </c:pt>
                <c:pt idx="911">
                  <c:v>1.25</c:v>
                </c:pt>
                <c:pt idx="912">
                  <c:v>1.25</c:v>
                </c:pt>
                <c:pt idx="913">
                  <c:v>1.25</c:v>
                </c:pt>
                <c:pt idx="914">
                  <c:v>1.25</c:v>
                </c:pt>
                <c:pt idx="915">
                  <c:v>1.25</c:v>
                </c:pt>
                <c:pt idx="916">
                  <c:v>1.25</c:v>
                </c:pt>
                <c:pt idx="917">
                  <c:v>1.25</c:v>
                </c:pt>
                <c:pt idx="918">
                  <c:v>1.25</c:v>
                </c:pt>
                <c:pt idx="919">
                  <c:v>0.25</c:v>
                </c:pt>
                <c:pt idx="920">
                  <c:v>0.25</c:v>
                </c:pt>
                <c:pt idx="921">
                  <c:v>0.25</c:v>
                </c:pt>
                <c:pt idx="922">
                  <c:v>0.25</c:v>
                </c:pt>
                <c:pt idx="923">
                  <c:v>0.25</c:v>
                </c:pt>
                <c:pt idx="924">
                  <c:v>0.25</c:v>
                </c:pt>
                <c:pt idx="925">
                  <c:v>0.25</c:v>
                </c:pt>
                <c:pt idx="926">
                  <c:v>0.25</c:v>
                </c:pt>
                <c:pt idx="927">
                  <c:v>0.25</c:v>
                </c:pt>
                <c:pt idx="928">
                  <c:v>0.25</c:v>
                </c:pt>
                <c:pt idx="929">
                  <c:v>0.25</c:v>
                </c:pt>
                <c:pt idx="930">
                  <c:v>0.25</c:v>
                </c:pt>
                <c:pt idx="931">
                  <c:v>0.25</c:v>
                </c:pt>
                <c:pt idx="932">
                  <c:v>0.25</c:v>
                </c:pt>
                <c:pt idx="933">
                  <c:v>0.25</c:v>
                </c:pt>
                <c:pt idx="934">
                  <c:v>0.25</c:v>
                </c:pt>
                <c:pt idx="935">
                  <c:v>0.25</c:v>
                </c:pt>
                <c:pt idx="936">
                  <c:v>0.25</c:v>
                </c:pt>
                <c:pt idx="937">
                  <c:v>0.25</c:v>
                </c:pt>
                <c:pt idx="938">
                  <c:v>0.25</c:v>
                </c:pt>
                <c:pt idx="939">
                  <c:v>0.25</c:v>
                </c:pt>
                <c:pt idx="940">
                  <c:v>0.25</c:v>
                </c:pt>
                <c:pt idx="941">
                  <c:v>0.25</c:v>
                </c:pt>
                <c:pt idx="942">
                  <c:v>0.25</c:v>
                </c:pt>
                <c:pt idx="943">
                  <c:v>0.25</c:v>
                </c:pt>
                <c:pt idx="944">
                  <c:v>0.25</c:v>
                </c:pt>
                <c:pt idx="945">
                  <c:v>0.25</c:v>
                </c:pt>
                <c:pt idx="946">
                  <c:v>0.25</c:v>
                </c:pt>
                <c:pt idx="947">
                  <c:v>0.25</c:v>
                </c:pt>
                <c:pt idx="948">
                  <c:v>0.25</c:v>
                </c:pt>
                <c:pt idx="949">
                  <c:v>0.25</c:v>
                </c:pt>
                <c:pt idx="950">
                  <c:v>0.25</c:v>
                </c:pt>
                <c:pt idx="951">
                  <c:v>0.25</c:v>
                </c:pt>
                <c:pt idx="952">
                  <c:v>0.25</c:v>
                </c:pt>
                <c:pt idx="953">
                  <c:v>0.25</c:v>
                </c:pt>
                <c:pt idx="954">
                  <c:v>0.25</c:v>
                </c:pt>
                <c:pt idx="955">
                  <c:v>0.25</c:v>
                </c:pt>
                <c:pt idx="956">
                  <c:v>0.25</c:v>
                </c:pt>
                <c:pt idx="957">
                  <c:v>0.25</c:v>
                </c:pt>
                <c:pt idx="958">
                  <c:v>0.25</c:v>
                </c:pt>
                <c:pt idx="959">
                  <c:v>0.25</c:v>
                </c:pt>
                <c:pt idx="960">
                  <c:v>0.25</c:v>
                </c:pt>
                <c:pt idx="961">
                  <c:v>0.25</c:v>
                </c:pt>
                <c:pt idx="962">
                  <c:v>0.25</c:v>
                </c:pt>
                <c:pt idx="963">
                  <c:v>0.25</c:v>
                </c:pt>
                <c:pt idx="964">
                  <c:v>0.25</c:v>
                </c:pt>
                <c:pt idx="965">
                  <c:v>0.25</c:v>
                </c:pt>
                <c:pt idx="966">
                  <c:v>0.25</c:v>
                </c:pt>
                <c:pt idx="967">
                  <c:v>0.25</c:v>
                </c:pt>
                <c:pt idx="968">
                  <c:v>0.25</c:v>
                </c:pt>
                <c:pt idx="969">
                  <c:v>0.25</c:v>
                </c:pt>
                <c:pt idx="970">
                  <c:v>0.25</c:v>
                </c:pt>
                <c:pt idx="971">
                  <c:v>0.25</c:v>
                </c:pt>
                <c:pt idx="972">
                  <c:v>0.25</c:v>
                </c:pt>
                <c:pt idx="973">
                  <c:v>0.25</c:v>
                </c:pt>
                <c:pt idx="974">
                  <c:v>0.25</c:v>
                </c:pt>
                <c:pt idx="975">
                  <c:v>0.25</c:v>
                </c:pt>
                <c:pt idx="976">
                  <c:v>0.25</c:v>
                </c:pt>
                <c:pt idx="977">
                  <c:v>0.25</c:v>
                </c:pt>
                <c:pt idx="978">
                  <c:v>0.25</c:v>
                </c:pt>
                <c:pt idx="979">
                  <c:v>0.25</c:v>
                </c:pt>
                <c:pt idx="980">
                  <c:v>0.25</c:v>
                </c:pt>
                <c:pt idx="981">
                  <c:v>0.25</c:v>
                </c:pt>
                <c:pt idx="982">
                  <c:v>0.25</c:v>
                </c:pt>
                <c:pt idx="983">
                  <c:v>0.25</c:v>
                </c:pt>
                <c:pt idx="984">
                  <c:v>0.25</c:v>
                </c:pt>
                <c:pt idx="985">
                  <c:v>0.25</c:v>
                </c:pt>
                <c:pt idx="986">
                  <c:v>0.25</c:v>
                </c:pt>
                <c:pt idx="987">
                  <c:v>0.25</c:v>
                </c:pt>
                <c:pt idx="988">
                  <c:v>0.25</c:v>
                </c:pt>
                <c:pt idx="989">
                  <c:v>0.25</c:v>
                </c:pt>
                <c:pt idx="990">
                  <c:v>0.25</c:v>
                </c:pt>
                <c:pt idx="991">
                  <c:v>0.25</c:v>
                </c:pt>
                <c:pt idx="992">
                  <c:v>0.25</c:v>
                </c:pt>
                <c:pt idx="993">
                  <c:v>0.25</c:v>
                </c:pt>
                <c:pt idx="994">
                  <c:v>0.25</c:v>
                </c:pt>
                <c:pt idx="995">
                  <c:v>0.25</c:v>
                </c:pt>
                <c:pt idx="996">
                  <c:v>0.25</c:v>
                </c:pt>
                <c:pt idx="997">
                  <c:v>0.25</c:v>
                </c:pt>
                <c:pt idx="998">
                  <c:v>0.25</c:v>
                </c:pt>
                <c:pt idx="999">
                  <c:v>0.25</c:v>
                </c:pt>
                <c:pt idx="1000">
                  <c:v>0.25</c:v>
                </c:pt>
                <c:pt idx="1001">
                  <c:v>0.25</c:v>
                </c:pt>
                <c:pt idx="1002">
                  <c:v>0.25</c:v>
                </c:pt>
                <c:pt idx="1003">
                  <c:v>0.25</c:v>
                </c:pt>
                <c:pt idx="1004">
                  <c:v>0.25</c:v>
                </c:pt>
                <c:pt idx="1005">
                  <c:v>0.25</c:v>
                </c:pt>
                <c:pt idx="1006">
                  <c:v>0.25</c:v>
                </c:pt>
                <c:pt idx="1007">
                  <c:v>0.25</c:v>
                </c:pt>
                <c:pt idx="1008">
                  <c:v>0.25</c:v>
                </c:pt>
                <c:pt idx="1009">
                  <c:v>0.25</c:v>
                </c:pt>
                <c:pt idx="1010">
                  <c:v>0.25</c:v>
                </c:pt>
                <c:pt idx="1011">
                  <c:v>0.25</c:v>
                </c:pt>
                <c:pt idx="1012">
                  <c:v>0.25</c:v>
                </c:pt>
                <c:pt idx="1013">
                  <c:v>0.25</c:v>
                </c:pt>
                <c:pt idx="1014">
                  <c:v>0.25</c:v>
                </c:pt>
                <c:pt idx="1015">
                  <c:v>0.25</c:v>
                </c:pt>
                <c:pt idx="1016">
                  <c:v>0.25</c:v>
                </c:pt>
                <c:pt idx="1017">
                  <c:v>0.25</c:v>
                </c:pt>
                <c:pt idx="1018">
                  <c:v>0.25</c:v>
                </c:pt>
                <c:pt idx="1019">
                  <c:v>0.25</c:v>
                </c:pt>
                <c:pt idx="1020">
                  <c:v>0.25</c:v>
                </c:pt>
                <c:pt idx="1021">
                  <c:v>0.25</c:v>
                </c:pt>
                <c:pt idx="1022">
                  <c:v>0.25</c:v>
                </c:pt>
                <c:pt idx="1023">
                  <c:v>0.25</c:v>
                </c:pt>
                <c:pt idx="1024">
                  <c:v>0.25</c:v>
                </c:pt>
                <c:pt idx="1025">
                  <c:v>0.25</c:v>
                </c:pt>
                <c:pt idx="1026">
                  <c:v>0.25</c:v>
                </c:pt>
                <c:pt idx="1027">
                  <c:v>0.25</c:v>
                </c:pt>
                <c:pt idx="1028">
                  <c:v>0.25</c:v>
                </c:pt>
                <c:pt idx="1029">
                  <c:v>0.25</c:v>
                </c:pt>
                <c:pt idx="1030">
                  <c:v>0.25</c:v>
                </c:pt>
                <c:pt idx="1031">
                  <c:v>0.25</c:v>
                </c:pt>
                <c:pt idx="1032">
                  <c:v>0.25</c:v>
                </c:pt>
                <c:pt idx="1033">
                  <c:v>0.25</c:v>
                </c:pt>
                <c:pt idx="1034">
                  <c:v>0.25</c:v>
                </c:pt>
                <c:pt idx="1035">
                  <c:v>0.25</c:v>
                </c:pt>
                <c:pt idx="1036">
                  <c:v>0.25</c:v>
                </c:pt>
                <c:pt idx="1037">
                  <c:v>0.25</c:v>
                </c:pt>
                <c:pt idx="1038">
                  <c:v>0.25</c:v>
                </c:pt>
                <c:pt idx="1039">
                  <c:v>0.25</c:v>
                </c:pt>
                <c:pt idx="1040">
                  <c:v>0.25</c:v>
                </c:pt>
                <c:pt idx="1041">
                  <c:v>0.25</c:v>
                </c:pt>
                <c:pt idx="1042">
                  <c:v>0.25</c:v>
                </c:pt>
                <c:pt idx="1043">
                  <c:v>0.25</c:v>
                </c:pt>
                <c:pt idx="1044">
                  <c:v>0.25</c:v>
                </c:pt>
                <c:pt idx="1045">
                  <c:v>0.25</c:v>
                </c:pt>
                <c:pt idx="1046">
                  <c:v>0.25</c:v>
                </c:pt>
                <c:pt idx="1047">
                  <c:v>0.25</c:v>
                </c:pt>
                <c:pt idx="1048">
                  <c:v>0.25</c:v>
                </c:pt>
                <c:pt idx="1049">
                  <c:v>0.25</c:v>
                </c:pt>
                <c:pt idx="1050">
                  <c:v>0.25</c:v>
                </c:pt>
                <c:pt idx="1051">
                  <c:v>0.25</c:v>
                </c:pt>
                <c:pt idx="1052">
                  <c:v>0.25</c:v>
                </c:pt>
                <c:pt idx="1053">
                  <c:v>0.25</c:v>
                </c:pt>
                <c:pt idx="1054">
                  <c:v>0.25</c:v>
                </c:pt>
                <c:pt idx="1055">
                  <c:v>0.25</c:v>
                </c:pt>
                <c:pt idx="1056">
                  <c:v>0.25</c:v>
                </c:pt>
                <c:pt idx="1057">
                  <c:v>0.25</c:v>
                </c:pt>
                <c:pt idx="1058">
                  <c:v>0.25</c:v>
                </c:pt>
                <c:pt idx="1059">
                  <c:v>0.25</c:v>
                </c:pt>
                <c:pt idx="1060">
                  <c:v>0.25</c:v>
                </c:pt>
                <c:pt idx="1061">
                  <c:v>0.25</c:v>
                </c:pt>
                <c:pt idx="1062">
                  <c:v>0.25</c:v>
                </c:pt>
                <c:pt idx="1063">
                  <c:v>0.25</c:v>
                </c:pt>
                <c:pt idx="1064">
                  <c:v>0.25</c:v>
                </c:pt>
                <c:pt idx="1065">
                  <c:v>0.25</c:v>
                </c:pt>
                <c:pt idx="1066">
                  <c:v>0.25</c:v>
                </c:pt>
                <c:pt idx="1067">
                  <c:v>0.25</c:v>
                </c:pt>
                <c:pt idx="1068">
                  <c:v>0.25</c:v>
                </c:pt>
                <c:pt idx="1069">
                  <c:v>0.25</c:v>
                </c:pt>
                <c:pt idx="1070">
                  <c:v>0.25</c:v>
                </c:pt>
                <c:pt idx="1071">
                  <c:v>0.25</c:v>
                </c:pt>
                <c:pt idx="1072">
                  <c:v>0.25</c:v>
                </c:pt>
                <c:pt idx="1073">
                  <c:v>0.25</c:v>
                </c:pt>
                <c:pt idx="1074">
                  <c:v>0.25</c:v>
                </c:pt>
                <c:pt idx="1075">
                  <c:v>0.25</c:v>
                </c:pt>
                <c:pt idx="1076">
                  <c:v>0.25</c:v>
                </c:pt>
                <c:pt idx="1077">
                  <c:v>0.25</c:v>
                </c:pt>
                <c:pt idx="1078">
                  <c:v>0.25</c:v>
                </c:pt>
                <c:pt idx="1079">
                  <c:v>0.25</c:v>
                </c:pt>
                <c:pt idx="1080">
                  <c:v>0.25</c:v>
                </c:pt>
                <c:pt idx="1081">
                  <c:v>0.25</c:v>
                </c:pt>
                <c:pt idx="1082">
                  <c:v>0.25</c:v>
                </c:pt>
                <c:pt idx="1083">
                  <c:v>0.25</c:v>
                </c:pt>
                <c:pt idx="1084">
                  <c:v>0.25</c:v>
                </c:pt>
                <c:pt idx="1085">
                  <c:v>0.25</c:v>
                </c:pt>
                <c:pt idx="1086">
                  <c:v>0.25</c:v>
                </c:pt>
                <c:pt idx="1087">
                  <c:v>0.25</c:v>
                </c:pt>
                <c:pt idx="1088">
                  <c:v>0.25</c:v>
                </c:pt>
                <c:pt idx="1089">
                  <c:v>0.25</c:v>
                </c:pt>
                <c:pt idx="1090">
                  <c:v>0.25</c:v>
                </c:pt>
                <c:pt idx="1091">
                  <c:v>0.25</c:v>
                </c:pt>
                <c:pt idx="1092">
                  <c:v>0.25</c:v>
                </c:pt>
                <c:pt idx="1093">
                  <c:v>0.25</c:v>
                </c:pt>
                <c:pt idx="1094">
                  <c:v>0.25</c:v>
                </c:pt>
                <c:pt idx="1095">
                  <c:v>0.25</c:v>
                </c:pt>
                <c:pt idx="1096">
                  <c:v>0.25</c:v>
                </c:pt>
                <c:pt idx="1097">
                  <c:v>0.25</c:v>
                </c:pt>
                <c:pt idx="1098">
                  <c:v>0.25</c:v>
                </c:pt>
                <c:pt idx="1099">
                  <c:v>0.25</c:v>
                </c:pt>
                <c:pt idx="1100">
                  <c:v>0.25</c:v>
                </c:pt>
                <c:pt idx="1101">
                  <c:v>0.25</c:v>
                </c:pt>
                <c:pt idx="1102">
                  <c:v>0.25</c:v>
                </c:pt>
                <c:pt idx="1103">
                  <c:v>0.25</c:v>
                </c:pt>
                <c:pt idx="1104">
                  <c:v>0.25</c:v>
                </c:pt>
                <c:pt idx="1105">
                  <c:v>0.25</c:v>
                </c:pt>
                <c:pt idx="1106">
                  <c:v>0.25</c:v>
                </c:pt>
                <c:pt idx="1107">
                  <c:v>0.25</c:v>
                </c:pt>
                <c:pt idx="1108">
                  <c:v>0.25</c:v>
                </c:pt>
                <c:pt idx="1109">
                  <c:v>0.25</c:v>
                </c:pt>
                <c:pt idx="1110">
                  <c:v>0.25</c:v>
                </c:pt>
                <c:pt idx="1111">
                  <c:v>0.25</c:v>
                </c:pt>
                <c:pt idx="1112">
                  <c:v>0.25</c:v>
                </c:pt>
                <c:pt idx="1113">
                  <c:v>0.25</c:v>
                </c:pt>
                <c:pt idx="1114">
                  <c:v>0.25</c:v>
                </c:pt>
                <c:pt idx="1115">
                  <c:v>0.25</c:v>
                </c:pt>
                <c:pt idx="1116">
                  <c:v>0.25</c:v>
                </c:pt>
                <c:pt idx="1117">
                  <c:v>0.25</c:v>
                </c:pt>
                <c:pt idx="1118">
                  <c:v>0.25</c:v>
                </c:pt>
                <c:pt idx="1119">
                  <c:v>0.25</c:v>
                </c:pt>
                <c:pt idx="1120">
                  <c:v>0.25</c:v>
                </c:pt>
                <c:pt idx="1121">
                  <c:v>0.25</c:v>
                </c:pt>
                <c:pt idx="1122">
                  <c:v>0.25</c:v>
                </c:pt>
                <c:pt idx="1123">
                  <c:v>0.25</c:v>
                </c:pt>
                <c:pt idx="1124">
                  <c:v>0.25</c:v>
                </c:pt>
                <c:pt idx="1125">
                  <c:v>0.25</c:v>
                </c:pt>
                <c:pt idx="1126">
                  <c:v>0.25</c:v>
                </c:pt>
                <c:pt idx="1127">
                  <c:v>0.25</c:v>
                </c:pt>
                <c:pt idx="1128">
                  <c:v>0.25</c:v>
                </c:pt>
                <c:pt idx="1129">
                  <c:v>0.25</c:v>
                </c:pt>
                <c:pt idx="1130">
                  <c:v>0.25</c:v>
                </c:pt>
                <c:pt idx="1131">
                  <c:v>0.25</c:v>
                </c:pt>
                <c:pt idx="1132">
                  <c:v>0.25</c:v>
                </c:pt>
                <c:pt idx="1133">
                  <c:v>0.25</c:v>
                </c:pt>
                <c:pt idx="1134">
                  <c:v>0.25</c:v>
                </c:pt>
                <c:pt idx="1135">
                  <c:v>0.25</c:v>
                </c:pt>
                <c:pt idx="1136">
                  <c:v>0.25</c:v>
                </c:pt>
                <c:pt idx="1137">
                  <c:v>0.25</c:v>
                </c:pt>
                <c:pt idx="1138">
                  <c:v>0.25</c:v>
                </c:pt>
                <c:pt idx="1139">
                  <c:v>0.25</c:v>
                </c:pt>
                <c:pt idx="1140">
                  <c:v>0.25</c:v>
                </c:pt>
                <c:pt idx="1141">
                  <c:v>0.25</c:v>
                </c:pt>
                <c:pt idx="1142">
                  <c:v>0.25</c:v>
                </c:pt>
                <c:pt idx="1143">
                  <c:v>0.25</c:v>
                </c:pt>
                <c:pt idx="1144">
                  <c:v>0.25</c:v>
                </c:pt>
                <c:pt idx="1145">
                  <c:v>0.25</c:v>
                </c:pt>
                <c:pt idx="1146">
                  <c:v>0.25</c:v>
                </c:pt>
                <c:pt idx="1147">
                  <c:v>0.25</c:v>
                </c:pt>
                <c:pt idx="1148">
                  <c:v>0.25</c:v>
                </c:pt>
                <c:pt idx="1149">
                  <c:v>0.25</c:v>
                </c:pt>
                <c:pt idx="1150">
                  <c:v>0.25</c:v>
                </c:pt>
                <c:pt idx="1151">
                  <c:v>0.25</c:v>
                </c:pt>
                <c:pt idx="1152">
                  <c:v>0.25</c:v>
                </c:pt>
                <c:pt idx="1153">
                  <c:v>0.25</c:v>
                </c:pt>
                <c:pt idx="1154">
                  <c:v>0.25</c:v>
                </c:pt>
                <c:pt idx="1155">
                  <c:v>0.25</c:v>
                </c:pt>
                <c:pt idx="1156">
                  <c:v>0.25</c:v>
                </c:pt>
                <c:pt idx="1157">
                  <c:v>0.25</c:v>
                </c:pt>
                <c:pt idx="1158">
                  <c:v>0.25</c:v>
                </c:pt>
                <c:pt idx="1159">
                  <c:v>0.25</c:v>
                </c:pt>
                <c:pt idx="1160">
                  <c:v>0.25</c:v>
                </c:pt>
                <c:pt idx="1161">
                  <c:v>0.25</c:v>
                </c:pt>
                <c:pt idx="1162">
                  <c:v>0.25</c:v>
                </c:pt>
                <c:pt idx="1163">
                  <c:v>0.25</c:v>
                </c:pt>
                <c:pt idx="1164">
                  <c:v>0.25</c:v>
                </c:pt>
                <c:pt idx="1165">
                  <c:v>0.25</c:v>
                </c:pt>
                <c:pt idx="1166">
                  <c:v>0.25</c:v>
                </c:pt>
                <c:pt idx="1167">
                  <c:v>0.25</c:v>
                </c:pt>
                <c:pt idx="1168">
                  <c:v>0.25</c:v>
                </c:pt>
                <c:pt idx="1169">
                  <c:v>0.25</c:v>
                </c:pt>
                <c:pt idx="1170">
                  <c:v>0.25</c:v>
                </c:pt>
                <c:pt idx="1171">
                  <c:v>0.25</c:v>
                </c:pt>
                <c:pt idx="1172">
                  <c:v>0.25</c:v>
                </c:pt>
                <c:pt idx="1173">
                  <c:v>0.25</c:v>
                </c:pt>
                <c:pt idx="1174">
                  <c:v>0.25</c:v>
                </c:pt>
                <c:pt idx="1175">
                  <c:v>0.25</c:v>
                </c:pt>
                <c:pt idx="1176">
                  <c:v>0.25</c:v>
                </c:pt>
                <c:pt idx="1177">
                  <c:v>0.25</c:v>
                </c:pt>
                <c:pt idx="1178">
                  <c:v>0.25</c:v>
                </c:pt>
                <c:pt idx="1179">
                  <c:v>0.25</c:v>
                </c:pt>
                <c:pt idx="1180">
                  <c:v>0.25</c:v>
                </c:pt>
                <c:pt idx="1181">
                  <c:v>0.25</c:v>
                </c:pt>
                <c:pt idx="1182">
                  <c:v>0.25</c:v>
                </c:pt>
                <c:pt idx="1183">
                  <c:v>0.25</c:v>
                </c:pt>
                <c:pt idx="1184">
                  <c:v>0.25</c:v>
                </c:pt>
                <c:pt idx="1185">
                  <c:v>0.25</c:v>
                </c:pt>
                <c:pt idx="1186">
                  <c:v>0.25</c:v>
                </c:pt>
                <c:pt idx="1187">
                  <c:v>0.25</c:v>
                </c:pt>
                <c:pt idx="1188">
                  <c:v>0.25</c:v>
                </c:pt>
                <c:pt idx="1189">
                  <c:v>0.25</c:v>
                </c:pt>
                <c:pt idx="1190">
                  <c:v>0.25</c:v>
                </c:pt>
                <c:pt idx="1191">
                  <c:v>0.25</c:v>
                </c:pt>
                <c:pt idx="1192">
                  <c:v>0.25</c:v>
                </c:pt>
                <c:pt idx="1193">
                  <c:v>0.25</c:v>
                </c:pt>
                <c:pt idx="1194">
                  <c:v>0.25</c:v>
                </c:pt>
                <c:pt idx="1195">
                  <c:v>0.25</c:v>
                </c:pt>
                <c:pt idx="1196">
                  <c:v>0.25</c:v>
                </c:pt>
                <c:pt idx="1197">
                  <c:v>0.25</c:v>
                </c:pt>
                <c:pt idx="1198">
                  <c:v>0.25</c:v>
                </c:pt>
                <c:pt idx="1199">
                  <c:v>0.25</c:v>
                </c:pt>
                <c:pt idx="1200">
                  <c:v>0.25</c:v>
                </c:pt>
                <c:pt idx="1201">
                  <c:v>0.25</c:v>
                </c:pt>
                <c:pt idx="1202">
                  <c:v>0.25</c:v>
                </c:pt>
                <c:pt idx="1203">
                  <c:v>0.25</c:v>
                </c:pt>
                <c:pt idx="1204">
                  <c:v>0.25</c:v>
                </c:pt>
                <c:pt idx="1205">
                  <c:v>0.25</c:v>
                </c:pt>
                <c:pt idx="1206">
                  <c:v>0.25</c:v>
                </c:pt>
                <c:pt idx="1207">
                  <c:v>0.25</c:v>
                </c:pt>
                <c:pt idx="1208">
                  <c:v>0.25</c:v>
                </c:pt>
                <c:pt idx="1209">
                  <c:v>0.25</c:v>
                </c:pt>
                <c:pt idx="1210">
                  <c:v>0.25</c:v>
                </c:pt>
                <c:pt idx="1211">
                  <c:v>0.25</c:v>
                </c:pt>
                <c:pt idx="1212">
                  <c:v>0.25</c:v>
                </c:pt>
                <c:pt idx="1213">
                  <c:v>0.25</c:v>
                </c:pt>
                <c:pt idx="1214">
                  <c:v>0.25</c:v>
                </c:pt>
                <c:pt idx="1215">
                  <c:v>0.25</c:v>
                </c:pt>
                <c:pt idx="1216">
                  <c:v>0.25</c:v>
                </c:pt>
                <c:pt idx="1217">
                  <c:v>0.25</c:v>
                </c:pt>
                <c:pt idx="1218">
                  <c:v>0.25</c:v>
                </c:pt>
                <c:pt idx="1219">
                  <c:v>0.25</c:v>
                </c:pt>
                <c:pt idx="1220">
                  <c:v>0.25</c:v>
                </c:pt>
                <c:pt idx="1221">
                  <c:v>0.25</c:v>
                </c:pt>
                <c:pt idx="1222">
                  <c:v>0.25</c:v>
                </c:pt>
                <c:pt idx="1223">
                  <c:v>0.25</c:v>
                </c:pt>
                <c:pt idx="1224">
                  <c:v>0.25</c:v>
                </c:pt>
                <c:pt idx="1225">
                  <c:v>0.25</c:v>
                </c:pt>
                <c:pt idx="1226">
                  <c:v>0.25</c:v>
                </c:pt>
                <c:pt idx="1227">
                  <c:v>0.25</c:v>
                </c:pt>
                <c:pt idx="1228">
                  <c:v>0.25</c:v>
                </c:pt>
                <c:pt idx="1229">
                  <c:v>0.25</c:v>
                </c:pt>
                <c:pt idx="1230">
                  <c:v>0.25</c:v>
                </c:pt>
                <c:pt idx="1231">
                  <c:v>0.25</c:v>
                </c:pt>
                <c:pt idx="1232">
                  <c:v>0.25</c:v>
                </c:pt>
                <c:pt idx="1233">
                  <c:v>0.25</c:v>
                </c:pt>
                <c:pt idx="1234">
                  <c:v>0.25</c:v>
                </c:pt>
                <c:pt idx="1235">
                  <c:v>0.25</c:v>
                </c:pt>
                <c:pt idx="1236">
                  <c:v>0.25</c:v>
                </c:pt>
                <c:pt idx="1237">
                  <c:v>0.25</c:v>
                </c:pt>
                <c:pt idx="1238">
                  <c:v>0.25</c:v>
                </c:pt>
                <c:pt idx="1239">
                  <c:v>0.25</c:v>
                </c:pt>
                <c:pt idx="1240">
                  <c:v>0.25</c:v>
                </c:pt>
                <c:pt idx="1241">
                  <c:v>0.25</c:v>
                </c:pt>
                <c:pt idx="1242">
                  <c:v>0.25</c:v>
                </c:pt>
                <c:pt idx="1243">
                  <c:v>0.25</c:v>
                </c:pt>
                <c:pt idx="1244">
                  <c:v>0.25</c:v>
                </c:pt>
                <c:pt idx="1245">
                  <c:v>0.25</c:v>
                </c:pt>
                <c:pt idx="1246">
                  <c:v>0.25</c:v>
                </c:pt>
                <c:pt idx="1247">
                  <c:v>0.25</c:v>
                </c:pt>
                <c:pt idx="1248">
                  <c:v>0.25</c:v>
                </c:pt>
                <c:pt idx="1249">
                  <c:v>0.25</c:v>
                </c:pt>
                <c:pt idx="1250">
                  <c:v>0.25</c:v>
                </c:pt>
                <c:pt idx="1251">
                  <c:v>0.25</c:v>
                </c:pt>
                <c:pt idx="1252">
                  <c:v>0.25</c:v>
                </c:pt>
                <c:pt idx="1253">
                  <c:v>0.25</c:v>
                </c:pt>
                <c:pt idx="1254">
                  <c:v>0.25</c:v>
                </c:pt>
                <c:pt idx="1255">
                  <c:v>0.25</c:v>
                </c:pt>
                <c:pt idx="1256">
                  <c:v>0.25</c:v>
                </c:pt>
                <c:pt idx="1257">
                  <c:v>0.25</c:v>
                </c:pt>
                <c:pt idx="1258">
                  <c:v>0.25</c:v>
                </c:pt>
                <c:pt idx="1259">
                  <c:v>0.25</c:v>
                </c:pt>
                <c:pt idx="1260">
                  <c:v>0.25</c:v>
                </c:pt>
                <c:pt idx="1261">
                  <c:v>0.25</c:v>
                </c:pt>
                <c:pt idx="1262">
                  <c:v>0.25</c:v>
                </c:pt>
                <c:pt idx="1263">
                  <c:v>0.25</c:v>
                </c:pt>
                <c:pt idx="1264">
                  <c:v>0.25</c:v>
                </c:pt>
                <c:pt idx="1265">
                  <c:v>0.25</c:v>
                </c:pt>
                <c:pt idx="1266">
                  <c:v>0.25</c:v>
                </c:pt>
                <c:pt idx="1267">
                  <c:v>0.25</c:v>
                </c:pt>
                <c:pt idx="1268">
                  <c:v>0.25</c:v>
                </c:pt>
                <c:pt idx="1269">
                  <c:v>0.25</c:v>
                </c:pt>
                <c:pt idx="1270">
                  <c:v>0.25</c:v>
                </c:pt>
                <c:pt idx="1271">
                  <c:v>0.25</c:v>
                </c:pt>
                <c:pt idx="1272">
                  <c:v>0.25</c:v>
                </c:pt>
                <c:pt idx="1273">
                  <c:v>0.25</c:v>
                </c:pt>
                <c:pt idx="1274">
                  <c:v>0.25</c:v>
                </c:pt>
                <c:pt idx="1275">
                  <c:v>0.25</c:v>
                </c:pt>
                <c:pt idx="1276">
                  <c:v>0.25</c:v>
                </c:pt>
                <c:pt idx="1277">
                  <c:v>0.25</c:v>
                </c:pt>
                <c:pt idx="1278">
                  <c:v>0.25</c:v>
                </c:pt>
                <c:pt idx="1279">
                  <c:v>0.25</c:v>
                </c:pt>
                <c:pt idx="1280">
                  <c:v>0.25</c:v>
                </c:pt>
                <c:pt idx="1281">
                  <c:v>0.25</c:v>
                </c:pt>
                <c:pt idx="1282">
                  <c:v>0.25</c:v>
                </c:pt>
                <c:pt idx="1283">
                  <c:v>0.25</c:v>
                </c:pt>
                <c:pt idx="1284">
                  <c:v>0.25</c:v>
                </c:pt>
                <c:pt idx="1285">
                  <c:v>0.25</c:v>
                </c:pt>
                <c:pt idx="1286">
                  <c:v>0.25</c:v>
                </c:pt>
                <c:pt idx="1287">
                  <c:v>0.25</c:v>
                </c:pt>
                <c:pt idx="1288">
                  <c:v>0.25</c:v>
                </c:pt>
                <c:pt idx="1289">
                  <c:v>0.25</c:v>
                </c:pt>
                <c:pt idx="1290">
                  <c:v>0.25</c:v>
                </c:pt>
                <c:pt idx="1291">
                  <c:v>0.25</c:v>
                </c:pt>
                <c:pt idx="1292">
                  <c:v>0.25</c:v>
                </c:pt>
                <c:pt idx="1293">
                  <c:v>0.25</c:v>
                </c:pt>
                <c:pt idx="1294">
                  <c:v>0.25</c:v>
                </c:pt>
                <c:pt idx="1295">
                  <c:v>0.25</c:v>
                </c:pt>
                <c:pt idx="1296">
                  <c:v>0.25</c:v>
                </c:pt>
                <c:pt idx="1297">
                  <c:v>0.25</c:v>
                </c:pt>
                <c:pt idx="1298">
                  <c:v>0.25</c:v>
                </c:pt>
                <c:pt idx="1299">
                  <c:v>0.25</c:v>
                </c:pt>
                <c:pt idx="1300">
                  <c:v>0.25</c:v>
                </c:pt>
                <c:pt idx="1301">
                  <c:v>0.25</c:v>
                </c:pt>
                <c:pt idx="1302">
                  <c:v>0.25</c:v>
                </c:pt>
                <c:pt idx="1303">
                  <c:v>0.25</c:v>
                </c:pt>
                <c:pt idx="1304">
                  <c:v>0.25</c:v>
                </c:pt>
                <c:pt idx="1305">
                  <c:v>0.25</c:v>
                </c:pt>
                <c:pt idx="1306">
                  <c:v>0.25</c:v>
                </c:pt>
                <c:pt idx="1307">
                  <c:v>0.25</c:v>
                </c:pt>
                <c:pt idx="1308">
                  <c:v>0.25</c:v>
                </c:pt>
                <c:pt idx="1309">
                  <c:v>0.25</c:v>
                </c:pt>
                <c:pt idx="1310">
                  <c:v>0.25</c:v>
                </c:pt>
                <c:pt idx="1311">
                  <c:v>0.25</c:v>
                </c:pt>
                <c:pt idx="1312">
                  <c:v>0.25</c:v>
                </c:pt>
                <c:pt idx="1313">
                  <c:v>0.25</c:v>
                </c:pt>
                <c:pt idx="1314">
                  <c:v>0.25</c:v>
                </c:pt>
                <c:pt idx="1315">
                  <c:v>0.25</c:v>
                </c:pt>
                <c:pt idx="1316">
                  <c:v>0.25</c:v>
                </c:pt>
                <c:pt idx="1317">
                  <c:v>0.25</c:v>
                </c:pt>
                <c:pt idx="1318">
                  <c:v>0.25</c:v>
                </c:pt>
                <c:pt idx="1319">
                  <c:v>0.25</c:v>
                </c:pt>
                <c:pt idx="1320">
                  <c:v>0.25</c:v>
                </c:pt>
                <c:pt idx="1321">
                  <c:v>0.25</c:v>
                </c:pt>
                <c:pt idx="1322">
                  <c:v>0.25</c:v>
                </c:pt>
                <c:pt idx="1323">
                  <c:v>0.25</c:v>
                </c:pt>
                <c:pt idx="1324">
                  <c:v>0.25</c:v>
                </c:pt>
                <c:pt idx="1325">
                  <c:v>0.25</c:v>
                </c:pt>
                <c:pt idx="1326">
                  <c:v>0.25</c:v>
                </c:pt>
                <c:pt idx="1327">
                  <c:v>0.25</c:v>
                </c:pt>
                <c:pt idx="1328">
                  <c:v>0.25</c:v>
                </c:pt>
                <c:pt idx="1329">
                  <c:v>0.25</c:v>
                </c:pt>
                <c:pt idx="1330">
                  <c:v>0.25</c:v>
                </c:pt>
                <c:pt idx="1331">
                  <c:v>0.25</c:v>
                </c:pt>
                <c:pt idx="1332">
                  <c:v>0.25</c:v>
                </c:pt>
                <c:pt idx="1333">
                  <c:v>0.25</c:v>
                </c:pt>
                <c:pt idx="1334">
                  <c:v>0.25</c:v>
                </c:pt>
                <c:pt idx="1335">
                  <c:v>0.25</c:v>
                </c:pt>
                <c:pt idx="1336">
                  <c:v>0.25</c:v>
                </c:pt>
                <c:pt idx="1337">
                  <c:v>0.25</c:v>
                </c:pt>
                <c:pt idx="1338">
                  <c:v>0.25</c:v>
                </c:pt>
                <c:pt idx="1339">
                  <c:v>0.25</c:v>
                </c:pt>
                <c:pt idx="1340">
                  <c:v>0.25</c:v>
                </c:pt>
                <c:pt idx="1341">
                  <c:v>0.25</c:v>
                </c:pt>
                <c:pt idx="1342">
                  <c:v>0.25</c:v>
                </c:pt>
                <c:pt idx="1343">
                  <c:v>0.25</c:v>
                </c:pt>
                <c:pt idx="1344">
                  <c:v>0.25</c:v>
                </c:pt>
                <c:pt idx="1345">
                  <c:v>0.25</c:v>
                </c:pt>
                <c:pt idx="1346">
                  <c:v>0.25</c:v>
                </c:pt>
                <c:pt idx="1347">
                  <c:v>0.25</c:v>
                </c:pt>
                <c:pt idx="1348">
                  <c:v>0.25</c:v>
                </c:pt>
                <c:pt idx="1349">
                  <c:v>0.25</c:v>
                </c:pt>
                <c:pt idx="1350">
                  <c:v>0.25</c:v>
                </c:pt>
                <c:pt idx="1351">
                  <c:v>0.25</c:v>
                </c:pt>
                <c:pt idx="1352">
                  <c:v>0.25</c:v>
                </c:pt>
                <c:pt idx="1353">
                  <c:v>0.25</c:v>
                </c:pt>
                <c:pt idx="1354">
                  <c:v>0.25</c:v>
                </c:pt>
                <c:pt idx="1355">
                  <c:v>0.25</c:v>
                </c:pt>
                <c:pt idx="1356">
                  <c:v>0.25</c:v>
                </c:pt>
                <c:pt idx="1357">
                  <c:v>0.25</c:v>
                </c:pt>
                <c:pt idx="1358">
                  <c:v>0.25</c:v>
                </c:pt>
                <c:pt idx="1359">
                  <c:v>0.25</c:v>
                </c:pt>
                <c:pt idx="1360">
                  <c:v>0.25</c:v>
                </c:pt>
                <c:pt idx="1361">
                  <c:v>0.25</c:v>
                </c:pt>
                <c:pt idx="1362">
                  <c:v>0.25</c:v>
                </c:pt>
                <c:pt idx="1363">
                  <c:v>0.25</c:v>
                </c:pt>
                <c:pt idx="1364">
                  <c:v>0.25</c:v>
                </c:pt>
                <c:pt idx="1365">
                  <c:v>0.25</c:v>
                </c:pt>
                <c:pt idx="1366">
                  <c:v>0.25</c:v>
                </c:pt>
                <c:pt idx="1367">
                  <c:v>0.25</c:v>
                </c:pt>
                <c:pt idx="1368">
                  <c:v>0.25</c:v>
                </c:pt>
                <c:pt idx="1369">
                  <c:v>0.25</c:v>
                </c:pt>
                <c:pt idx="1370">
                  <c:v>0.25</c:v>
                </c:pt>
                <c:pt idx="1371">
                  <c:v>0.25</c:v>
                </c:pt>
                <c:pt idx="1372">
                  <c:v>0.25</c:v>
                </c:pt>
                <c:pt idx="1373">
                  <c:v>0.25</c:v>
                </c:pt>
                <c:pt idx="1374">
                  <c:v>0.25</c:v>
                </c:pt>
                <c:pt idx="1375">
                  <c:v>0.25</c:v>
                </c:pt>
                <c:pt idx="1376">
                  <c:v>0.25</c:v>
                </c:pt>
                <c:pt idx="1377">
                  <c:v>0.25</c:v>
                </c:pt>
                <c:pt idx="1378">
                  <c:v>0.25</c:v>
                </c:pt>
                <c:pt idx="1379">
                  <c:v>0.25</c:v>
                </c:pt>
                <c:pt idx="1380">
                  <c:v>0.25</c:v>
                </c:pt>
                <c:pt idx="1381">
                  <c:v>0.25</c:v>
                </c:pt>
                <c:pt idx="1382">
                  <c:v>0.25</c:v>
                </c:pt>
                <c:pt idx="1383">
                  <c:v>0.25</c:v>
                </c:pt>
                <c:pt idx="1384">
                  <c:v>0.25</c:v>
                </c:pt>
                <c:pt idx="1385">
                  <c:v>0.25</c:v>
                </c:pt>
                <c:pt idx="1386">
                  <c:v>0.25</c:v>
                </c:pt>
                <c:pt idx="1387">
                  <c:v>0.25</c:v>
                </c:pt>
                <c:pt idx="1388">
                  <c:v>0.25</c:v>
                </c:pt>
                <c:pt idx="1389">
                  <c:v>0.25</c:v>
                </c:pt>
                <c:pt idx="1390">
                  <c:v>0.25</c:v>
                </c:pt>
                <c:pt idx="1391">
                  <c:v>0.25</c:v>
                </c:pt>
                <c:pt idx="1392">
                  <c:v>0.25</c:v>
                </c:pt>
                <c:pt idx="1393">
                  <c:v>0.25</c:v>
                </c:pt>
                <c:pt idx="1394">
                  <c:v>0.25</c:v>
                </c:pt>
                <c:pt idx="1395">
                  <c:v>0.25</c:v>
                </c:pt>
                <c:pt idx="1396">
                  <c:v>0.25</c:v>
                </c:pt>
                <c:pt idx="1397">
                  <c:v>0.25</c:v>
                </c:pt>
                <c:pt idx="1398">
                  <c:v>0.25</c:v>
                </c:pt>
                <c:pt idx="1399">
                  <c:v>0.25</c:v>
                </c:pt>
                <c:pt idx="1400">
                  <c:v>0.25</c:v>
                </c:pt>
                <c:pt idx="1401">
                  <c:v>0.25</c:v>
                </c:pt>
                <c:pt idx="1402">
                  <c:v>0.25</c:v>
                </c:pt>
                <c:pt idx="1403">
                  <c:v>0.25</c:v>
                </c:pt>
                <c:pt idx="1404">
                  <c:v>0.25</c:v>
                </c:pt>
                <c:pt idx="1405">
                  <c:v>0.25</c:v>
                </c:pt>
                <c:pt idx="1406">
                  <c:v>0.25</c:v>
                </c:pt>
                <c:pt idx="1407">
                  <c:v>0.25</c:v>
                </c:pt>
                <c:pt idx="1408">
                  <c:v>0.25</c:v>
                </c:pt>
                <c:pt idx="1409">
                  <c:v>0.25</c:v>
                </c:pt>
                <c:pt idx="1410">
                  <c:v>0.25</c:v>
                </c:pt>
                <c:pt idx="1411">
                  <c:v>0.25</c:v>
                </c:pt>
                <c:pt idx="1412">
                  <c:v>0.25</c:v>
                </c:pt>
                <c:pt idx="1413">
                  <c:v>0.25</c:v>
                </c:pt>
                <c:pt idx="1414">
                  <c:v>0.25</c:v>
                </c:pt>
                <c:pt idx="1415">
                  <c:v>0.25</c:v>
                </c:pt>
                <c:pt idx="1416">
                  <c:v>0.25</c:v>
                </c:pt>
                <c:pt idx="1417">
                  <c:v>0.25</c:v>
                </c:pt>
                <c:pt idx="1418">
                  <c:v>0.25</c:v>
                </c:pt>
                <c:pt idx="1419">
                  <c:v>0.25</c:v>
                </c:pt>
                <c:pt idx="1420">
                  <c:v>0.25</c:v>
                </c:pt>
                <c:pt idx="1421">
                  <c:v>0.25</c:v>
                </c:pt>
                <c:pt idx="1422">
                  <c:v>0.25</c:v>
                </c:pt>
                <c:pt idx="1423">
                  <c:v>0.25</c:v>
                </c:pt>
                <c:pt idx="1424">
                  <c:v>0.25</c:v>
                </c:pt>
                <c:pt idx="1425">
                  <c:v>0.25</c:v>
                </c:pt>
                <c:pt idx="1426">
                  <c:v>0.25</c:v>
                </c:pt>
                <c:pt idx="1427">
                  <c:v>0.25</c:v>
                </c:pt>
                <c:pt idx="1428">
                  <c:v>0.25</c:v>
                </c:pt>
                <c:pt idx="1429">
                  <c:v>0.25</c:v>
                </c:pt>
                <c:pt idx="1430">
                  <c:v>0.25</c:v>
                </c:pt>
                <c:pt idx="1431">
                  <c:v>0.25</c:v>
                </c:pt>
                <c:pt idx="1432">
                  <c:v>0.25</c:v>
                </c:pt>
                <c:pt idx="1433">
                  <c:v>0.25</c:v>
                </c:pt>
                <c:pt idx="1434">
                  <c:v>0.25</c:v>
                </c:pt>
                <c:pt idx="1435">
                  <c:v>0.25</c:v>
                </c:pt>
                <c:pt idx="1436">
                  <c:v>0.25</c:v>
                </c:pt>
                <c:pt idx="1437">
                  <c:v>0.25</c:v>
                </c:pt>
                <c:pt idx="1438">
                  <c:v>0.25</c:v>
                </c:pt>
                <c:pt idx="1439">
                  <c:v>0.25</c:v>
                </c:pt>
                <c:pt idx="1440">
                  <c:v>0.25</c:v>
                </c:pt>
                <c:pt idx="1441">
                  <c:v>0.25</c:v>
                </c:pt>
                <c:pt idx="1442">
                  <c:v>0.25</c:v>
                </c:pt>
                <c:pt idx="1443">
                  <c:v>0.25</c:v>
                </c:pt>
                <c:pt idx="1444">
                  <c:v>0.25</c:v>
                </c:pt>
                <c:pt idx="1445">
                  <c:v>0.25</c:v>
                </c:pt>
                <c:pt idx="1446">
                  <c:v>0.25</c:v>
                </c:pt>
                <c:pt idx="1447">
                  <c:v>0.5</c:v>
                </c:pt>
                <c:pt idx="1448">
                  <c:v>0.5</c:v>
                </c:pt>
                <c:pt idx="1449">
                  <c:v>0.5</c:v>
                </c:pt>
                <c:pt idx="1450">
                  <c:v>0.5</c:v>
                </c:pt>
                <c:pt idx="1451">
                  <c:v>0.5</c:v>
                </c:pt>
                <c:pt idx="1452">
                  <c:v>0.5</c:v>
                </c:pt>
                <c:pt idx="1453">
                  <c:v>0.5</c:v>
                </c:pt>
                <c:pt idx="1454">
                  <c:v>0.5</c:v>
                </c:pt>
                <c:pt idx="1455">
                  <c:v>0.5</c:v>
                </c:pt>
                <c:pt idx="1456">
                  <c:v>0.5</c:v>
                </c:pt>
                <c:pt idx="1457">
                  <c:v>0.5</c:v>
                </c:pt>
                <c:pt idx="1458">
                  <c:v>0.5</c:v>
                </c:pt>
                <c:pt idx="1459">
                  <c:v>0.5</c:v>
                </c:pt>
                <c:pt idx="1460">
                  <c:v>0.5</c:v>
                </c:pt>
                <c:pt idx="1461">
                  <c:v>0.5</c:v>
                </c:pt>
                <c:pt idx="1462">
                  <c:v>0.5</c:v>
                </c:pt>
                <c:pt idx="1463">
                  <c:v>0.5</c:v>
                </c:pt>
                <c:pt idx="1464">
                  <c:v>0.5</c:v>
                </c:pt>
                <c:pt idx="1465">
                  <c:v>0.5</c:v>
                </c:pt>
                <c:pt idx="1466">
                  <c:v>0.5</c:v>
                </c:pt>
                <c:pt idx="1467">
                  <c:v>0.5</c:v>
                </c:pt>
                <c:pt idx="1468">
                  <c:v>0.5</c:v>
                </c:pt>
                <c:pt idx="1469">
                  <c:v>0.5</c:v>
                </c:pt>
                <c:pt idx="1470">
                  <c:v>0.5</c:v>
                </c:pt>
                <c:pt idx="1471">
                  <c:v>0.5</c:v>
                </c:pt>
                <c:pt idx="1472">
                  <c:v>0.5</c:v>
                </c:pt>
                <c:pt idx="1473">
                  <c:v>0.5</c:v>
                </c:pt>
                <c:pt idx="1474">
                  <c:v>0.5</c:v>
                </c:pt>
                <c:pt idx="1475">
                  <c:v>0.5</c:v>
                </c:pt>
                <c:pt idx="1476">
                  <c:v>0.5</c:v>
                </c:pt>
                <c:pt idx="1477">
                  <c:v>0.5</c:v>
                </c:pt>
                <c:pt idx="1478">
                  <c:v>0.5</c:v>
                </c:pt>
                <c:pt idx="1479">
                  <c:v>0.5</c:v>
                </c:pt>
                <c:pt idx="1480">
                  <c:v>0.5</c:v>
                </c:pt>
                <c:pt idx="1481">
                  <c:v>0.5</c:v>
                </c:pt>
                <c:pt idx="1482">
                  <c:v>1</c:v>
                </c:pt>
                <c:pt idx="1483">
                  <c:v>1</c:v>
                </c:pt>
                <c:pt idx="1484">
                  <c:v>1</c:v>
                </c:pt>
                <c:pt idx="1485">
                  <c:v>1</c:v>
                </c:pt>
                <c:pt idx="1486">
                  <c:v>1</c:v>
                </c:pt>
                <c:pt idx="1487">
                  <c:v>1</c:v>
                </c:pt>
                <c:pt idx="1488">
                  <c:v>1</c:v>
                </c:pt>
                <c:pt idx="1489">
                  <c:v>1</c:v>
                </c:pt>
                <c:pt idx="1490">
                  <c:v>1</c:v>
                </c:pt>
                <c:pt idx="1491">
                  <c:v>1</c:v>
                </c:pt>
                <c:pt idx="1492">
                  <c:v>1</c:v>
                </c:pt>
                <c:pt idx="1493">
                  <c:v>1</c:v>
                </c:pt>
                <c:pt idx="1494">
                  <c:v>1</c:v>
                </c:pt>
                <c:pt idx="1495">
                  <c:v>1</c:v>
                </c:pt>
                <c:pt idx="1496">
                  <c:v>1</c:v>
                </c:pt>
                <c:pt idx="1497">
                  <c:v>1</c:v>
                </c:pt>
                <c:pt idx="1498">
                  <c:v>1</c:v>
                </c:pt>
                <c:pt idx="1499">
                  <c:v>1</c:v>
                </c:pt>
                <c:pt idx="1500">
                  <c:v>1</c:v>
                </c:pt>
                <c:pt idx="1501">
                  <c:v>1</c:v>
                </c:pt>
                <c:pt idx="1502">
                  <c:v>1</c:v>
                </c:pt>
                <c:pt idx="1503">
                  <c:v>1</c:v>
                </c:pt>
                <c:pt idx="1504">
                  <c:v>1</c:v>
                </c:pt>
                <c:pt idx="1505">
                  <c:v>1</c:v>
                </c:pt>
                <c:pt idx="1506">
                  <c:v>1</c:v>
                </c:pt>
                <c:pt idx="1507">
                  <c:v>1</c:v>
                </c:pt>
                <c:pt idx="1508">
                  <c:v>1</c:v>
                </c:pt>
                <c:pt idx="1509">
                  <c:v>1</c:v>
                </c:pt>
                <c:pt idx="1510">
                  <c:v>1</c:v>
                </c:pt>
                <c:pt idx="1511">
                  <c:v>1</c:v>
                </c:pt>
                <c:pt idx="1512">
                  <c:v>1.75</c:v>
                </c:pt>
                <c:pt idx="1513">
                  <c:v>1.75</c:v>
                </c:pt>
                <c:pt idx="1514">
                  <c:v>1.75</c:v>
                </c:pt>
                <c:pt idx="1515">
                  <c:v>1.75</c:v>
                </c:pt>
                <c:pt idx="1516">
                  <c:v>1.75</c:v>
                </c:pt>
                <c:pt idx="1517">
                  <c:v>1.75</c:v>
                </c:pt>
                <c:pt idx="1518">
                  <c:v>1.75</c:v>
                </c:pt>
                <c:pt idx="1519">
                  <c:v>1.75</c:v>
                </c:pt>
                <c:pt idx="1520">
                  <c:v>1.75</c:v>
                </c:pt>
                <c:pt idx="1521">
                  <c:v>1.75</c:v>
                </c:pt>
                <c:pt idx="1522">
                  <c:v>1.75</c:v>
                </c:pt>
                <c:pt idx="1523">
                  <c:v>1.75</c:v>
                </c:pt>
                <c:pt idx="1524">
                  <c:v>1.75</c:v>
                </c:pt>
                <c:pt idx="1525">
                  <c:v>1.75</c:v>
                </c:pt>
                <c:pt idx="1526">
                  <c:v>1.75</c:v>
                </c:pt>
                <c:pt idx="1527">
                  <c:v>1.75</c:v>
                </c:pt>
                <c:pt idx="1528">
                  <c:v>1.75</c:v>
                </c:pt>
                <c:pt idx="1529">
                  <c:v>1.75</c:v>
                </c:pt>
                <c:pt idx="1530">
                  <c:v>1.75</c:v>
                </c:pt>
                <c:pt idx="1531">
                  <c:v>1.75</c:v>
                </c:pt>
                <c:pt idx="1532">
                  <c:v>1.75</c:v>
                </c:pt>
                <c:pt idx="1533">
                  <c:v>1.75</c:v>
                </c:pt>
                <c:pt idx="1534">
                  <c:v>1.75</c:v>
                </c:pt>
                <c:pt idx="1535">
                  <c:v>1.75</c:v>
                </c:pt>
                <c:pt idx="1536">
                  <c:v>1.75</c:v>
                </c:pt>
                <c:pt idx="1537">
                  <c:v>1.75</c:v>
                </c:pt>
                <c:pt idx="1538">
                  <c:v>1.75</c:v>
                </c:pt>
                <c:pt idx="1539">
                  <c:v>1.75</c:v>
                </c:pt>
                <c:pt idx="1540">
                  <c:v>1.75</c:v>
                </c:pt>
                <c:pt idx="1541">
                  <c:v>1.75</c:v>
                </c:pt>
                <c:pt idx="1542">
                  <c:v>2.5</c:v>
                </c:pt>
                <c:pt idx="1543">
                  <c:v>2.5</c:v>
                </c:pt>
                <c:pt idx="1544">
                  <c:v>2.5</c:v>
                </c:pt>
                <c:pt idx="1545">
                  <c:v>2.5</c:v>
                </c:pt>
                <c:pt idx="1546">
                  <c:v>2.5</c:v>
                </c:pt>
                <c:pt idx="1547">
                  <c:v>2.5</c:v>
                </c:pt>
                <c:pt idx="1548">
                  <c:v>2.5</c:v>
                </c:pt>
                <c:pt idx="1549">
                  <c:v>2.5</c:v>
                </c:pt>
                <c:pt idx="1550">
                  <c:v>2.5</c:v>
                </c:pt>
                <c:pt idx="1551">
                  <c:v>2.5</c:v>
                </c:pt>
                <c:pt idx="1552">
                  <c:v>2.5</c:v>
                </c:pt>
                <c:pt idx="1553">
                  <c:v>2.5</c:v>
                </c:pt>
                <c:pt idx="1554">
                  <c:v>2.5</c:v>
                </c:pt>
                <c:pt idx="1555">
                  <c:v>2.5</c:v>
                </c:pt>
                <c:pt idx="1556">
                  <c:v>2.5</c:v>
                </c:pt>
                <c:pt idx="1557">
                  <c:v>2.5</c:v>
                </c:pt>
                <c:pt idx="1558">
                  <c:v>2.5</c:v>
                </c:pt>
                <c:pt idx="1559">
                  <c:v>2.5</c:v>
                </c:pt>
                <c:pt idx="1560">
                  <c:v>2.5</c:v>
                </c:pt>
                <c:pt idx="1561">
                  <c:v>2.5</c:v>
                </c:pt>
                <c:pt idx="1562">
                  <c:v>2.5</c:v>
                </c:pt>
                <c:pt idx="1563">
                  <c:v>2.5</c:v>
                </c:pt>
                <c:pt idx="1564">
                  <c:v>2.5</c:v>
                </c:pt>
                <c:pt idx="1565">
                  <c:v>2.5</c:v>
                </c:pt>
                <c:pt idx="1566">
                  <c:v>2.5</c:v>
                </c:pt>
                <c:pt idx="1567">
                  <c:v>2.5</c:v>
                </c:pt>
                <c:pt idx="1568">
                  <c:v>2.5</c:v>
                </c:pt>
                <c:pt idx="1569">
                  <c:v>2.5</c:v>
                </c:pt>
                <c:pt idx="1570">
                  <c:v>2.5</c:v>
                </c:pt>
                <c:pt idx="1571">
                  <c:v>2.5</c:v>
                </c:pt>
                <c:pt idx="1572">
                  <c:v>2.5</c:v>
                </c:pt>
                <c:pt idx="1573">
                  <c:v>2.5</c:v>
                </c:pt>
                <c:pt idx="1574">
                  <c:v>2.5</c:v>
                </c:pt>
                <c:pt idx="1575">
                  <c:v>2.5</c:v>
                </c:pt>
                <c:pt idx="1576">
                  <c:v>2.5</c:v>
                </c:pt>
                <c:pt idx="1577">
                  <c:v>2.5</c:v>
                </c:pt>
                <c:pt idx="1578">
                  <c:v>2.5</c:v>
                </c:pt>
                <c:pt idx="1579">
                  <c:v>2.5</c:v>
                </c:pt>
                <c:pt idx="1580">
                  <c:v>2.5</c:v>
                </c:pt>
                <c:pt idx="1581">
                  <c:v>2.5</c:v>
                </c:pt>
                <c:pt idx="1582">
                  <c:v>3.25</c:v>
                </c:pt>
                <c:pt idx="1583">
                  <c:v>3.25</c:v>
                </c:pt>
                <c:pt idx="1584">
                  <c:v>3.25</c:v>
                </c:pt>
                <c:pt idx="1585">
                  <c:v>3.25</c:v>
                </c:pt>
                <c:pt idx="1586">
                  <c:v>3.25</c:v>
                </c:pt>
                <c:pt idx="1587">
                  <c:v>3.25</c:v>
                </c:pt>
                <c:pt idx="1588">
                  <c:v>3.25</c:v>
                </c:pt>
                <c:pt idx="1589">
                  <c:v>3.25</c:v>
                </c:pt>
                <c:pt idx="1590">
                  <c:v>3.25</c:v>
                </c:pt>
                <c:pt idx="1591">
                  <c:v>3.25</c:v>
                </c:pt>
                <c:pt idx="1592">
                  <c:v>3.25</c:v>
                </c:pt>
                <c:pt idx="1593">
                  <c:v>3.25</c:v>
                </c:pt>
                <c:pt idx="1594">
                  <c:v>3.25</c:v>
                </c:pt>
                <c:pt idx="1595">
                  <c:v>3.25</c:v>
                </c:pt>
                <c:pt idx="1596">
                  <c:v>3.25</c:v>
                </c:pt>
                <c:pt idx="1597">
                  <c:v>3.25</c:v>
                </c:pt>
                <c:pt idx="1598">
                  <c:v>3.25</c:v>
                </c:pt>
                <c:pt idx="1599">
                  <c:v>3.25</c:v>
                </c:pt>
                <c:pt idx="1600">
                  <c:v>3.25</c:v>
                </c:pt>
                <c:pt idx="1601">
                  <c:v>3.25</c:v>
                </c:pt>
                <c:pt idx="1602">
                  <c:v>3.25</c:v>
                </c:pt>
                <c:pt idx="1603">
                  <c:v>3.25</c:v>
                </c:pt>
                <c:pt idx="1604">
                  <c:v>3.25</c:v>
                </c:pt>
                <c:pt idx="1605">
                  <c:v>3.25</c:v>
                </c:pt>
                <c:pt idx="1606">
                  <c:v>3.25</c:v>
                </c:pt>
                <c:pt idx="1607">
                  <c:v>3.25</c:v>
                </c:pt>
                <c:pt idx="1608">
                  <c:v>3.25</c:v>
                </c:pt>
                <c:pt idx="1609">
                  <c:v>3.25</c:v>
                </c:pt>
                <c:pt idx="1610">
                  <c:v>3.25</c:v>
                </c:pt>
                <c:pt idx="1611">
                  <c:v>3.25</c:v>
                </c:pt>
                <c:pt idx="1612">
                  <c:v>4</c:v>
                </c:pt>
                <c:pt idx="1613">
                  <c:v>4</c:v>
                </c:pt>
                <c:pt idx="1614">
                  <c:v>4</c:v>
                </c:pt>
                <c:pt idx="1615">
                  <c:v>4</c:v>
                </c:pt>
                <c:pt idx="1616">
                  <c:v>4</c:v>
                </c:pt>
                <c:pt idx="1617">
                  <c:v>4</c:v>
                </c:pt>
                <c:pt idx="1618">
                  <c:v>4</c:v>
                </c:pt>
                <c:pt idx="1619">
                  <c:v>4</c:v>
                </c:pt>
                <c:pt idx="1620">
                  <c:v>4</c:v>
                </c:pt>
                <c:pt idx="1621">
                  <c:v>4</c:v>
                </c:pt>
                <c:pt idx="1622">
                  <c:v>4</c:v>
                </c:pt>
                <c:pt idx="1623">
                  <c:v>4</c:v>
                </c:pt>
                <c:pt idx="1624">
                  <c:v>4</c:v>
                </c:pt>
                <c:pt idx="1625">
                  <c:v>4</c:v>
                </c:pt>
                <c:pt idx="1626">
                  <c:v>4</c:v>
                </c:pt>
                <c:pt idx="1627">
                  <c:v>4</c:v>
                </c:pt>
                <c:pt idx="1628">
                  <c:v>4</c:v>
                </c:pt>
                <c:pt idx="1629">
                  <c:v>4</c:v>
                </c:pt>
                <c:pt idx="1630">
                  <c:v>4</c:v>
                </c:pt>
                <c:pt idx="1631">
                  <c:v>4</c:v>
                </c:pt>
                <c:pt idx="1632">
                  <c:v>4</c:v>
                </c:pt>
                <c:pt idx="1633">
                  <c:v>4</c:v>
                </c:pt>
                <c:pt idx="1634">
                  <c:v>4</c:v>
                </c:pt>
                <c:pt idx="1635">
                  <c:v>4</c:v>
                </c:pt>
                <c:pt idx="1636">
                  <c:v>4</c:v>
                </c:pt>
                <c:pt idx="1637">
                  <c:v>4</c:v>
                </c:pt>
                <c:pt idx="1638">
                  <c:v>4</c:v>
                </c:pt>
                <c:pt idx="1639">
                  <c:v>4</c:v>
                </c:pt>
                <c:pt idx="1640">
                  <c:v>4</c:v>
                </c:pt>
                <c:pt idx="1641">
                  <c:v>4</c:v>
                </c:pt>
                <c:pt idx="1642">
                  <c:v>4.5</c:v>
                </c:pt>
                <c:pt idx="1643">
                  <c:v>4.5</c:v>
                </c:pt>
                <c:pt idx="1644">
                  <c:v>4.5</c:v>
                </c:pt>
                <c:pt idx="1645">
                  <c:v>4.5</c:v>
                </c:pt>
                <c:pt idx="1646">
                  <c:v>4.5</c:v>
                </c:pt>
                <c:pt idx="1647">
                  <c:v>4.5</c:v>
                </c:pt>
                <c:pt idx="1648">
                  <c:v>4.5</c:v>
                </c:pt>
                <c:pt idx="1649">
                  <c:v>4.5</c:v>
                </c:pt>
                <c:pt idx="1650">
                  <c:v>4.5</c:v>
                </c:pt>
                <c:pt idx="1651">
                  <c:v>4.5</c:v>
                </c:pt>
                <c:pt idx="1652">
                  <c:v>4.5</c:v>
                </c:pt>
                <c:pt idx="1653">
                  <c:v>4.5</c:v>
                </c:pt>
                <c:pt idx="1654">
                  <c:v>4.5</c:v>
                </c:pt>
                <c:pt idx="1655">
                  <c:v>4.5</c:v>
                </c:pt>
                <c:pt idx="1656">
                  <c:v>4.5</c:v>
                </c:pt>
                <c:pt idx="1657">
                  <c:v>4.5</c:v>
                </c:pt>
                <c:pt idx="1658">
                  <c:v>4.5</c:v>
                </c:pt>
                <c:pt idx="1659">
                  <c:v>4.5</c:v>
                </c:pt>
                <c:pt idx="1660">
                  <c:v>4.5</c:v>
                </c:pt>
                <c:pt idx="1661">
                  <c:v>4.5</c:v>
                </c:pt>
                <c:pt idx="1662">
                  <c:v>4.5</c:v>
                </c:pt>
                <c:pt idx="1663">
                  <c:v>4.5</c:v>
                </c:pt>
                <c:pt idx="1664">
                  <c:v>4.5</c:v>
                </c:pt>
                <c:pt idx="1665">
                  <c:v>4.5</c:v>
                </c:pt>
                <c:pt idx="1666">
                  <c:v>4.5</c:v>
                </c:pt>
                <c:pt idx="1667">
                  <c:v>4.5</c:v>
                </c:pt>
                <c:pt idx="1668">
                  <c:v>4.5</c:v>
                </c:pt>
                <c:pt idx="1669">
                  <c:v>4.5</c:v>
                </c:pt>
                <c:pt idx="1670">
                  <c:v>4.5</c:v>
                </c:pt>
                <c:pt idx="1671">
                  <c:v>4.5</c:v>
                </c:pt>
                <c:pt idx="1672">
                  <c:v>4.5</c:v>
                </c:pt>
                <c:pt idx="1673">
                  <c:v>4.5</c:v>
                </c:pt>
                <c:pt idx="1674">
                  <c:v>4.5</c:v>
                </c:pt>
                <c:pt idx="1675">
                  <c:v>4.5</c:v>
                </c:pt>
                <c:pt idx="1676">
                  <c:v>4.5</c:v>
                </c:pt>
                <c:pt idx="1677">
                  <c:v>4.75</c:v>
                </c:pt>
                <c:pt idx="1678">
                  <c:v>4.75</c:v>
                </c:pt>
                <c:pt idx="1679">
                  <c:v>4.75</c:v>
                </c:pt>
                <c:pt idx="1680">
                  <c:v>4.75</c:v>
                </c:pt>
                <c:pt idx="1681">
                  <c:v>4.75</c:v>
                </c:pt>
                <c:pt idx="1682">
                  <c:v>4.75</c:v>
                </c:pt>
                <c:pt idx="1683">
                  <c:v>4.75</c:v>
                </c:pt>
                <c:pt idx="1684">
                  <c:v>4.75</c:v>
                </c:pt>
                <c:pt idx="1685">
                  <c:v>4.75</c:v>
                </c:pt>
                <c:pt idx="1686">
                  <c:v>4.75</c:v>
                </c:pt>
                <c:pt idx="1687">
                  <c:v>4.75</c:v>
                </c:pt>
                <c:pt idx="1688">
                  <c:v>4.75</c:v>
                </c:pt>
                <c:pt idx="1689">
                  <c:v>4.75</c:v>
                </c:pt>
                <c:pt idx="1690">
                  <c:v>4.75</c:v>
                </c:pt>
                <c:pt idx="1691">
                  <c:v>4.75</c:v>
                </c:pt>
                <c:pt idx="1692">
                  <c:v>4.75</c:v>
                </c:pt>
                <c:pt idx="1693">
                  <c:v>4.75</c:v>
                </c:pt>
                <c:pt idx="1694">
                  <c:v>4.75</c:v>
                </c:pt>
                <c:pt idx="1695">
                  <c:v>4.75</c:v>
                </c:pt>
                <c:pt idx="1696">
                  <c:v>4.75</c:v>
                </c:pt>
                <c:pt idx="1697">
                  <c:v>4.75</c:v>
                </c:pt>
                <c:pt idx="1698">
                  <c:v>4.75</c:v>
                </c:pt>
                <c:pt idx="1699">
                  <c:v>4.75</c:v>
                </c:pt>
                <c:pt idx="1700">
                  <c:v>4.75</c:v>
                </c:pt>
                <c:pt idx="1701">
                  <c:v>4.75</c:v>
                </c:pt>
                <c:pt idx="1702">
                  <c:v>4.75</c:v>
                </c:pt>
                <c:pt idx="1703">
                  <c:v>4.75</c:v>
                </c:pt>
                <c:pt idx="1704">
                  <c:v>4.75</c:v>
                </c:pt>
                <c:pt idx="1705">
                  <c:v>4.75</c:v>
                </c:pt>
                <c:pt idx="1706">
                  <c:v>4.75</c:v>
                </c:pt>
                <c:pt idx="1707">
                  <c:v>4.75</c:v>
                </c:pt>
                <c:pt idx="1708">
                  <c:v>4.75</c:v>
                </c:pt>
                <c:pt idx="1709">
                  <c:v>4.75</c:v>
                </c:pt>
                <c:pt idx="1710">
                  <c:v>4.75</c:v>
                </c:pt>
                <c:pt idx="1711">
                  <c:v>4.75</c:v>
                </c:pt>
                <c:pt idx="1712">
                  <c:v>5</c:v>
                </c:pt>
                <c:pt idx="1713">
                  <c:v>5</c:v>
                </c:pt>
                <c:pt idx="1714">
                  <c:v>5</c:v>
                </c:pt>
                <c:pt idx="1715">
                  <c:v>5</c:v>
                </c:pt>
                <c:pt idx="1716">
                  <c:v>5</c:v>
                </c:pt>
                <c:pt idx="1717">
                  <c:v>5</c:v>
                </c:pt>
                <c:pt idx="1718">
                  <c:v>5</c:v>
                </c:pt>
                <c:pt idx="1719">
                  <c:v>5</c:v>
                </c:pt>
                <c:pt idx="1720">
                  <c:v>5</c:v>
                </c:pt>
                <c:pt idx="1721">
                  <c:v>5</c:v>
                </c:pt>
                <c:pt idx="1722">
                  <c:v>5</c:v>
                </c:pt>
                <c:pt idx="1723">
                  <c:v>5</c:v>
                </c:pt>
                <c:pt idx="1724">
                  <c:v>5</c:v>
                </c:pt>
                <c:pt idx="1725">
                  <c:v>5</c:v>
                </c:pt>
                <c:pt idx="1726">
                  <c:v>5</c:v>
                </c:pt>
                <c:pt idx="1727">
                  <c:v>5</c:v>
                </c:pt>
                <c:pt idx="1728">
                  <c:v>5</c:v>
                </c:pt>
                <c:pt idx="1729">
                  <c:v>5</c:v>
                </c:pt>
                <c:pt idx="1730">
                  <c:v>5</c:v>
                </c:pt>
                <c:pt idx="1731">
                  <c:v>5</c:v>
                </c:pt>
                <c:pt idx="1732">
                  <c:v>5</c:v>
                </c:pt>
                <c:pt idx="1733">
                  <c:v>5</c:v>
                </c:pt>
                <c:pt idx="1734">
                  <c:v>5</c:v>
                </c:pt>
                <c:pt idx="1735">
                  <c:v>5</c:v>
                </c:pt>
                <c:pt idx="1736">
                  <c:v>5</c:v>
                </c:pt>
                <c:pt idx="1737">
                  <c:v>5</c:v>
                </c:pt>
                <c:pt idx="1738">
                  <c:v>5</c:v>
                </c:pt>
                <c:pt idx="1739">
                  <c:v>5</c:v>
                </c:pt>
                <c:pt idx="1740">
                  <c:v>5</c:v>
                </c:pt>
                <c:pt idx="1741">
                  <c:v>5</c:v>
                </c:pt>
                <c:pt idx="1742">
                  <c:v>5.25</c:v>
                </c:pt>
                <c:pt idx="1743">
                  <c:v>5.25</c:v>
                </c:pt>
                <c:pt idx="1744">
                  <c:v>5.25</c:v>
                </c:pt>
                <c:pt idx="1745">
                  <c:v>5.25</c:v>
                </c:pt>
                <c:pt idx="1746">
                  <c:v>5.25</c:v>
                </c:pt>
                <c:pt idx="1747">
                  <c:v>5.25</c:v>
                </c:pt>
                <c:pt idx="1748">
                  <c:v>5.25</c:v>
                </c:pt>
                <c:pt idx="1749">
                  <c:v>5.25</c:v>
                </c:pt>
                <c:pt idx="1750">
                  <c:v>5.25</c:v>
                </c:pt>
                <c:pt idx="1751">
                  <c:v>5.25</c:v>
                </c:pt>
                <c:pt idx="1752">
                  <c:v>5.25</c:v>
                </c:pt>
                <c:pt idx="1753">
                  <c:v>5.25</c:v>
                </c:pt>
                <c:pt idx="1754">
                  <c:v>5.25</c:v>
                </c:pt>
                <c:pt idx="1755">
                  <c:v>5.25</c:v>
                </c:pt>
                <c:pt idx="1756">
                  <c:v>5.25</c:v>
                </c:pt>
                <c:pt idx="1757">
                  <c:v>5.25</c:v>
                </c:pt>
                <c:pt idx="1758">
                  <c:v>5.25</c:v>
                </c:pt>
                <c:pt idx="1759">
                  <c:v>5.25</c:v>
                </c:pt>
                <c:pt idx="1760">
                  <c:v>5.25</c:v>
                </c:pt>
                <c:pt idx="1761">
                  <c:v>5.25</c:v>
                </c:pt>
                <c:pt idx="1762">
                  <c:v>5.25</c:v>
                </c:pt>
                <c:pt idx="1763">
                  <c:v>5.25</c:v>
                </c:pt>
                <c:pt idx="1764">
                  <c:v>5.25</c:v>
                </c:pt>
                <c:pt idx="1765">
                  <c:v>5.25</c:v>
                </c:pt>
                <c:pt idx="1766">
                  <c:v>5.25</c:v>
                </c:pt>
                <c:pt idx="1767">
                  <c:v>5.25</c:v>
                </c:pt>
                <c:pt idx="1768">
                  <c:v>5.25</c:v>
                </c:pt>
                <c:pt idx="1769">
                  <c:v>5.25</c:v>
                </c:pt>
                <c:pt idx="1770">
                  <c:v>5.25</c:v>
                </c:pt>
                <c:pt idx="1771">
                  <c:v>5.25</c:v>
                </c:pt>
                <c:pt idx="1772">
                  <c:v>5.25</c:v>
                </c:pt>
                <c:pt idx="1773">
                  <c:v>5.25</c:v>
                </c:pt>
                <c:pt idx="1774">
                  <c:v>5.25</c:v>
                </c:pt>
                <c:pt idx="1775">
                  <c:v>5.25</c:v>
                </c:pt>
                <c:pt idx="1776">
                  <c:v>5.25</c:v>
                </c:pt>
                <c:pt idx="1777">
                  <c:v>5.25</c:v>
                </c:pt>
                <c:pt idx="1778">
                  <c:v>5.25</c:v>
                </c:pt>
                <c:pt idx="1779">
                  <c:v>5.25</c:v>
                </c:pt>
                <c:pt idx="1780">
                  <c:v>5.25</c:v>
                </c:pt>
                <c:pt idx="1781">
                  <c:v>5.25</c:v>
                </c:pt>
                <c:pt idx="1782">
                  <c:v>5.25</c:v>
                </c:pt>
                <c:pt idx="1783">
                  <c:v>5.25</c:v>
                </c:pt>
                <c:pt idx="1784">
                  <c:v>5.25</c:v>
                </c:pt>
                <c:pt idx="1785">
                  <c:v>5.25</c:v>
                </c:pt>
                <c:pt idx="1786">
                  <c:v>5.25</c:v>
                </c:pt>
                <c:pt idx="1787">
                  <c:v>5.25</c:v>
                </c:pt>
                <c:pt idx="1788">
                  <c:v>5.25</c:v>
                </c:pt>
                <c:pt idx="1789">
                  <c:v>5.25</c:v>
                </c:pt>
                <c:pt idx="1790">
                  <c:v>5.25</c:v>
                </c:pt>
                <c:pt idx="1791">
                  <c:v>5.25</c:v>
                </c:pt>
                <c:pt idx="1792">
                  <c:v>5.25</c:v>
                </c:pt>
                <c:pt idx="1793">
                  <c:v>5.25</c:v>
                </c:pt>
                <c:pt idx="1794">
                  <c:v>5.25</c:v>
                </c:pt>
                <c:pt idx="1795">
                  <c:v>5.25</c:v>
                </c:pt>
                <c:pt idx="1796">
                  <c:v>5.25</c:v>
                </c:pt>
                <c:pt idx="1797">
                  <c:v>5.25</c:v>
                </c:pt>
                <c:pt idx="1798">
                  <c:v>5.25</c:v>
                </c:pt>
                <c:pt idx="1799">
                  <c:v>5.25</c:v>
                </c:pt>
                <c:pt idx="1800">
                  <c:v>5.25</c:v>
                </c:pt>
                <c:pt idx="1801">
                  <c:v>5.25</c:v>
                </c:pt>
                <c:pt idx="1802">
                  <c:v>5.5</c:v>
                </c:pt>
                <c:pt idx="1803">
                  <c:v>5.5</c:v>
                </c:pt>
                <c:pt idx="1804">
                  <c:v>5.5</c:v>
                </c:pt>
                <c:pt idx="1805">
                  <c:v>5.5</c:v>
                </c:pt>
                <c:pt idx="1806">
                  <c:v>5.5</c:v>
                </c:pt>
                <c:pt idx="1807">
                  <c:v>5.5</c:v>
                </c:pt>
                <c:pt idx="1808">
                  <c:v>5.5</c:v>
                </c:pt>
                <c:pt idx="1809">
                  <c:v>5.5</c:v>
                </c:pt>
                <c:pt idx="1810">
                  <c:v>5.5</c:v>
                </c:pt>
                <c:pt idx="1811">
                  <c:v>5.5</c:v>
                </c:pt>
                <c:pt idx="1812">
                  <c:v>5.5</c:v>
                </c:pt>
                <c:pt idx="1813">
                  <c:v>5.5</c:v>
                </c:pt>
                <c:pt idx="1814">
                  <c:v>5.5</c:v>
                </c:pt>
                <c:pt idx="1815">
                  <c:v>5.5</c:v>
                </c:pt>
                <c:pt idx="1816">
                  <c:v>5.5</c:v>
                </c:pt>
                <c:pt idx="1817">
                  <c:v>5.5</c:v>
                </c:pt>
                <c:pt idx="1818">
                  <c:v>5.5</c:v>
                </c:pt>
                <c:pt idx="1819">
                  <c:v>5.5</c:v>
                </c:pt>
                <c:pt idx="1820">
                  <c:v>5.5</c:v>
                </c:pt>
                <c:pt idx="1821">
                  <c:v>5.5</c:v>
                </c:pt>
                <c:pt idx="1822">
                  <c:v>5.5</c:v>
                </c:pt>
                <c:pt idx="1823">
                  <c:v>5.5</c:v>
                </c:pt>
                <c:pt idx="1824">
                  <c:v>5.5</c:v>
                </c:pt>
                <c:pt idx="1825">
                  <c:v>5.5</c:v>
                </c:pt>
                <c:pt idx="1826">
                  <c:v>5.5</c:v>
                </c:pt>
                <c:pt idx="1827">
                  <c:v>5.5</c:v>
                </c:pt>
                <c:pt idx="1828">
                  <c:v>5.5</c:v>
                </c:pt>
                <c:pt idx="1829">
                  <c:v>5.5</c:v>
                </c:pt>
                <c:pt idx="1830">
                  <c:v>5.5</c:v>
                </c:pt>
                <c:pt idx="1831">
                  <c:v>5.5</c:v>
                </c:pt>
                <c:pt idx="1832">
                  <c:v>5.5</c:v>
                </c:pt>
                <c:pt idx="1833">
                  <c:v>5.5</c:v>
                </c:pt>
                <c:pt idx="1834">
                  <c:v>5.5</c:v>
                </c:pt>
                <c:pt idx="1835">
                  <c:v>5.5</c:v>
                </c:pt>
                <c:pt idx="1836">
                  <c:v>5.5</c:v>
                </c:pt>
                <c:pt idx="1837">
                  <c:v>5.5</c:v>
                </c:pt>
                <c:pt idx="1838">
                  <c:v>5.5</c:v>
                </c:pt>
                <c:pt idx="1839">
                  <c:v>5.5</c:v>
                </c:pt>
                <c:pt idx="1840">
                  <c:v>5.5</c:v>
                </c:pt>
                <c:pt idx="1841">
                  <c:v>5.5</c:v>
                </c:pt>
                <c:pt idx="1842">
                  <c:v>5.5</c:v>
                </c:pt>
                <c:pt idx="1843">
                  <c:v>5.5</c:v>
                </c:pt>
                <c:pt idx="1844">
                  <c:v>5.5</c:v>
                </c:pt>
                <c:pt idx="1845">
                  <c:v>5.5</c:v>
                </c:pt>
                <c:pt idx="1846">
                  <c:v>5.5</c:v>
                </c:pt>
                <c:pt idx="1847">
                  <c:v>5.5</c:v>
                </c:pt>
                <c:pt idx="1848">
                  <c:v>5.5</c:v>
                </c:pt>
                <c:pt idx="1849">
                  <c:v>5.5</c:v>
                </c:pt>
                <c:pt idx="1850">
                  <c:v>5.5</c:v>
                </c:pt>
                <c:pt idx="1851">
                  <c:v>5.5</c:v>
                </c:pt>
                <c:pt idx="1852">
                  <c:v>5.5</c:v>
                </c:pt>
                <c:pt idx="1853">
                  <c:v>5.5</c:v>
                </c:pt>
                <c:pt idx="1854">
                  <c:v>5.5</c:v>
                </c:pt>
                <c:pt idx="1855">
                  <c:v>5.5</c:v>
                </c:pt>
                <c:pt idx="1856">
                  <c:v>5.5</c:v>
                </c:pt>
                <c:pt idx="1857">
                  <c:v>5.5</c:v>
                </c:pt>
                <c:pt idx="1858">
                  <c:v>5.5</c:v>
                </c:pt>
                <c:pt idx="1859">
                  <c:v>5.5</c:v>
                </c:pt>
                <c:pt idx="1860">
                  <c:v>5.5</c:v>
                </c:pt>
                <c:pt idx="1861">
                  <c:v>5.5</c:v>
                </c:pt>
                <c:pt idx="1862">
                  <c:v>5.5</c:v>
                </c:pt>
                <c:pt idx="1863">
                  <c:v>5.5</c:v>
                </c:pt>
                <c:pt idx="1864">
                  <c:v>5.5</c:v>
                </c:pt>
                <c:pt idx="1865">
                  <c:v>5.5</c:v>
                </c:pt>
                <c:pt idx="1866">
                  <c:v>5.5</c:v>
                </c:pt>
                <c:pt idx="1867">
                  <c:v>5.5</c:v>
                </c:pt>
                <c:pt idx="1868">
                  <c:v>5.5</c:v>
                </c:pt>
                <c:pt idx="1869">
                  <c:v>5.5</c:v>
                </c:pt>
                <c:pt idx="1870">
                  <c:v>5.5</c:v>
                </c:pt>
                <c:pt idx="1871">
                  <c:v>5.5</c:v>
                </c:pt>
                <c:pt idx="1872">
                  <c:v>5.5</c:v>
                </c:pt>
                <c:pt idx="1873">
                  <c:v>5.5</c:v>
                </c:pt>
                <c:pt idx="1874">
                  <c:v>5.5</c:v>
                </c:pt>
                <c:pt idx="1875">
                  <c:v>5.5</c:v>
                </c:pt>
                <c:pt idx="1876">
                  <c:v>5.5</c:v>
                </c:pt>
                <c:pt idx="1877">
                  <c:v>5.5</c:v>
                </c:pt>
                <c:pt idx="1878">
                  <c:v>5.5</c:v>
                </c:pt>
                <c:pt idx="1879">
                  <c:v>5.5</c:v>
                </c:pt>
                <c:pt idx="1880">
                  <c:v>5.5</c:v>
                </c:pt>
                <c:pt idx="1881">
                  <c:v>5.5</c:v>
                </c:pt>
                <c:pt idx="1882">
                  <c:v>5.5</c:v>
                </c:pt>
                <c:pt idx="1883">
                  <c:v>5.5</c:v>
                </c:pt>
                <c:pt idx="1884">
                  <c:v>5.5</c:v>
                </c:pt>
                <c:pt idx="1885">
                  <c:v>5.5</c:v>
                </c:pt>
                <c:pt idx="1886">
                  <c:v>5.5</c:v>
                </c:pt>
                <c:pt idx="1887">
                  <c:v>5.5</c:v>
                </c:pt>
                <c:pt idx="1888">
                  <c:v>5.5</c:v>
                </c:pt>
                <c:pt idx="1889">
                  <c:v>5.5</c:v>
                </c:pt>
                <c:pt idx="1890">
                  <c:v>5.5</c:v>
                </c:pt>
                <c:pt idx="1891">
                  <c:v>5.5</c:v>
                </c:pt>
                <c:pt idx="1892">
                  <c:v>5.5</c:v>
                </c:pt>
                <c:pt idx="1893">
                  <c:v>5.5</c:v>
                </c:pt>
                <c:pt idx="1894">
                  <c:v>5.5</c:v>
                </c:pt>
                <c:pt idx="1895">
                  <c:v>5.5</c:v>
                </c:pt>
                <c:pt idx="1896">
                  <c:v>5.5</c:v>
                </c:pt>
                <c:pt idx="1897">
                  <c:v>5.5</c:v>
                </c:pt>
                <c:pt idx="1898">
                  <c:v>5.5</c:v>
                </c:pt>
                <c:pt idx="1899">
                  <c:v>5.5</c:v>
                </c:pt>
                <c:pt idx="1900">
                  <c:v>5.5</c:v>
                </c:pt>
                <c:pt idx="1901">
                  <c:v>5.5</c:v>
                </c:pt>
                <c:pt idx="1902">
                  <c:v>5.5</c:v>
                </c:pt>
                <c:pt idx="1903">
                  <c:v>5.5</c:v>
                </c:pt>
                <c:pt idx="1904">
                  <c:v>5.5</c:v>
                </c:pt>
                <c:pt idx="1905">
                  <c:v>5.5</c:v>
                </c:pt>
                <c:pt idx="1906">
                  <c:v>5.5</c:v>
                </c:pt>
                <c:pt idx="1907">
                  <c:v>5.5</c:v>
                </c:pt>
                <c:pt idx="1908">
                  <c:v>5.5</c:v>
                </c:pt>
                <c:pt idx="1909">
                  <c:v>5.5</c:v>
                </c:pt>
                <c:pt idx="1910">
                  <c:v>5.5</c:v>
                </c:pt>
                <c:pt idx="1911">
                  <c:v>5.5</c:v>
                </c:pt>
                <c:pt idx="1912">
                  <c:v>5.5</c:v>
                </c:pt>
                <c:pt idx="1913">
                  <c:v>5.5</c:v>
                </c:pt>
                <c:pt idx="1914">
                  <c:v>5.5</c:v>
                </c:pt>
                <c:pt idx="1915">
                  <c:v>5.5</c:v>
                </c:pt>
                <c:pt idx="1916">
                  <c:v>5.5</c:v>
                </c:pt>
                <c:pt idx="1917">
                  <c:v>5.5</c:v>
                </c:pt>
                <c:pt idx="1918">
                  <c:v>5.5</c:v>
                </c:pt>
                <c:pt idx="1919">
                  <c:v>5.5</c:v>
                </c:pt>
                <c:pt idx="1920">
                  <c:v>5.5</c:v>
                </c:pt>
                <c:pt idx="1921">
                  <c:v>5.5</c:v>
                </c:pt>
                <c:pt idx="1922">
                  <c:v>5.5</c:v>
                </c:pt>
                <c:pt idx="1923">
                  <c:v>5.5</c:v>
                </c:pt>
                <c:pt idx="1924">
                  <c:v>5.5</c:v>
                </c:pt>
                <c:pt idx="1925">
                  <c:v>5.5</c:v>
                </c:pt>
                <c:pt idx="1926">
                  <c:v>5.5</c:v>
                </c:pt>
                <c:pt idx="1927">
                  <c:v>5.5</c:v>
                </c:pt>
                <c:pt idx="1928">
                  <c:v>5.5</c:v>
                </c:pt>
                <c:pt idx="1929">
                  <c:v>5.5</c:v>
                </c:pt>
                <c:pt idx="1930">
                  <c:v>5.5</c:v>
                </c:pt>
                <c:pt idx="1931">
                  <c:v>5.5</c:v>
                </c:pt>
                <c:pt idx="1932">
                  <c:v>5.5</c:v>
                </c:pt>
                <c:pt idx="1933">
                  <c:v>5.5</c:v>
                </c:pt>
                <c:pt idx="1934">
                  <c:v>5.5</c:v>
                </c:pt>
                <c:pt idx="1935">
                  <c:v>5.5</c:v>
                </c:pt>
                <c:pt idx="1936">
                  <c:v>5.5</c:v>
                </c:pt>
                <c:pt idx="1937">
                  <c:v>5.5</c:v>
                </c:pt>
                <c:pt idx="1938">
                  <c:v>5.5</c:v>
                </c:pt>
                <c:pt idx="1939">
                  <c:v>5.5</c:v>
                </c:pt>
                <c:pt idx="1940">
                  <c:v>5.5</c:v>
                </c:pt>
                <c:pt idx="1941">
                  <c:v>5.5</c:v>
                </c:pt>
                <c:pt idx="1942">
                  <c:v>5.5</c:v>
                </c:pt>
                <c:pt idx="1943">
                  <c:v>5.5</c:v>
                </c:pt>
                <c:pt idx="1944">
                  <c:v>5.5</c:v>
                </c:pt>
                <c:pt idx="1945">
                  <c:v>5.5</c:v>
                </c:pt>
                <c:pt idx="1946">
                  <c:v>5.5</c:v>
                </c:pt>
                <c:pt idx="1947">
                  <c:v>5.5</c:v>
                </c:pt>
                <c:pt idx="1948">
                  <c:v>5.5</c:v>
                </c:pt>
                <c:pt idx="1949">
                  <c:v>5.5</c:v>
                </c:pt>
                <c:pt idx="1950">
                  <c:v>5.5</c:v>
                </c:pt>
                <c:pt idx="1951">
                  <c:v>5.5</c:v>
                </c:pt>
                <c:pt idx="1952">
                  <c:v>5.5</c:v>
                </c:pt>
                <c:pt idx="1953">
                  <c:v>5.5</c:v>
                </c:pt>
                <c:pt idx="1954">
                  <c:v>5.5</c:v>
                </c:pt>
                <c:pt idx="1955">
                  <c:v>5.5</c:v>
                </c:pt>
                <c:pt idx="1956">
                  <c:v>5.5</c:v>
                </c:pt>
                <c:pt idx="1957">
                  <c:v>5.5</c:v>
                </c:pt>
                <c:pt idx="1958">
                  <c:v>5.5</c:v>
                </c:pt>
                <c:pt idx="1959">
                  <c:v>5.5</c:v>
                </c:pt>
                <c:pt idx="1960">
                  <c:v>5.5</c:v>
                </c:pt>
                <c:pt idx="1961">
                  <c:v>5.5</c:v>
                </c:pt>
                <c:pt idx="1962">
                  <c:v>5.5</c:v>
                </c:pt>
                <c:pt idx="1963">
                  <c:v>5.5</c:v>
                </c:pt>
                <c:pt idx="1964">
                  <c:v>5.5</c:v>
                </c:pt>
                <c:pt idx="1965">
                  <c:v>5.5</c:v>
                </c:pt>
                <c:pt idx="1966">
                  <c:v>5.5</c:v>
                </c:pt>
                <c:pt idx="1967">
                  <c:v>5.5</c:v>
                </c:pt>
                <c:pt idx="1968">
                  <c:v>5.5</c:v>
                </c:pt>
                <c:pt idx="1969">
                  <c:v>5.5</c:v>
                </c:pt>
                <c:pt idx="1970">
                  <c:v>5.5</c:v>
                </c:pt>
                <c:pt idx="1971">
                  <c:v>5.5</c:v>
                </c:pt>
                <c:pt idx="1972">
                  <c:v>5.5</c:v>
                </c:pt>
                <c:pt idx="1973">
                  <c:v>5.5</c:v>
                </c:pt>
                <c:pt idx="1974">
                  <c:v>5.5</c:v>
                </c:pt>
                <c:pt idx="1975">
                  <c:v>5.5</c:v>
                </c:pt>
                <c:pt idx="1976">
                  <c:v>5.5</c:v>
                </c:pt>
                <c:pt idx="1977">
                  <c:v>5.5</c:v>
                </c:pt>
                <c:pt idx="1978">
                  <c:v>5.5</c:v>
                </c:pt>
                <c:pt idx="1979">
                  <c:v>5.5</c:v>
                </c:pt>
                <c:pt idx="1980">
                  <c:v>5.5</c:v>
                </c:pt>
                <c:pt idx="1981">
                  <c:v>5.5</c:v>
                </c:pt>
                <c:pt idx="1982">
                  <c:v>5.5</c:v>
                </c:pt>
                <c:pt idx="1983">
                  <c:v>5.5</c:v>
                </c:pt>
                <c:pt idx="1984">
                  <c:v>5.5</c:v>
                </c:pt>
                <c:pt idx="1985">
                  <c:v>5.5</c:v>
                </c:pt>
                <c:pt idx="1986">
                  <c:v>5.5</c:v>
                </c:pt>
                <c:pt idx="1987">
                  <c:v>5.5</c:v>
                </c:pt>
                <c:pt idx="1988">
                  <c:v>5.5</c:v>
                </c:pt>
                <c:pt idx="1989">
                  <c:v>5.5</c:v>
                </c:pt>
                <c:pt idx="1990">
                  <c:v>5.5</c:v>
                </c:pt>
                <c:pt idx="1991">
                  <c:v>5.5</c:v>
                </c:pt>
                <c:pt idx="1992">
                  <c:v>5.5</c:v>
                </c:pt>
                <c:pt idx="1993">
                  <c:v>5.5</c:v>
                </c:pt>
                <c:pt idx="1994">
                  <c:v>5.5</c:v>
                </c:pt>
                <c:pt idx="1995">
                  <c:v>5.5</c:v>
                </c:pt>
                <c:pt idx="1996">
                  <c:v>5.5</c:v>
                </c:pt>
                <c:pt idx="1997">
                  <c:v>5.5</c:v>
                </c:pt>
                <c:pt idx="1998">
                  <c:v>5.5</c:v>
                </c:pt>
                <c:pt idx="1999">
                  <c:v>5.5</c:v>
                </c:pt>
                <c:pt idx="2000">
                  <c:v>5.5</c:v>
                </c:pt>
                <c:pt idx="2001">
                  <c:v>5.5</c:v>
                </c:pt>
                <c:pt idx="2002">
                  <c:v>5.5</c:v>
                </c:pt>
                <c:pt idx="2003">
                  <c:v>5.5</c:v>
                </c:pt>
                <c:pt idx="2004">
                  <c:v>5.5</c:v>
                </c:pt>
                <c:pt idx="2005">
                  <c:v>5.5</c:v>
                </c:pt>
                <c:pt idx="2006">
                  <c:v>5.5</c:v>
                </c:pt>
                <c:pt idx="2007">
                  <c:v>5.5</c:v>
                </c:pt>
                <c:pt idx="2008">
                  <c:v>5.5</c:v>
                </c:pt>
                <c:pt idx="2009">
                  <c:v>5.5</c:v>
                </c:pt>
                <c:pt idx="2010">
                  <c:v>5.5</c:v>
                </c:pt>
                <c:pt idx="2011">
                  <c:v>5.5</c:v>
                </c:pt>
                <c:pt idx="2012">
                  <c:v>5.5</c:v>
                </c:pt>
                <c:pt idx="2013">
                  <c:v>5.5</c:v>
                </c:pt>
                <c:pt idx="2014">
                  <c:v>5.5</c:v>
                </c:pt>
                <c:pt idx="2015">
                  <c:v>5.5</c:v>
                </c:pt>
                <c:pt idx="2016">
                  <c:v>5.5</c:v>
                </c:pt>
                <c:pt idx="2017">
                  <c:v>5.5</c:v>
                </c:pt>
                <c:pt idx="2018">
                  <c:v>5.5</c:v>
                </c:pt>
                <c:pt idx="2019">
                  <c:v>5.5</c:v>
                </c:pt>
                <c:pt idx="2020">
                  <c:v>5.5</c:v>
                </c:pt>
                <c:pt idx="2021">
                  <c:v>5.5</c:v>
                </c:pt>
                <c:pt idx="2022">
                  <c:v>5.5</c:v>
                </c:pt>
                <c:pt idx="2023">
                  <c:v>5.5</c:v>
                </c:pt>
                <c:pt idx="2024">
                  <c:v>5.5</c:v>
                </c:pt>
                <c:pt idx="2025">
                  <c:v>5.5</c:v>
                </c:pt>
                <c:pt idx="2026">
                  <c:v>5.5</c:v>
                </c:pt>
                <c:pt idx="2027">
                  <c:v>5.5</c:v>
                </c:pt>
                <c:pt idx="2028">
                  <c:v>5.5</c:v>
                </c:pt>
                <c:pt idx="2029">
                  <c:v>5.5</c:v>
                </c:pt>
                <c:pt idx="2030">
                  <c:v>5.5</c:v>
                </c:pt>
                <c:pt idx="2031">
                  <c:v>5.5</c:v>
                </c:pt>
                <c:pt idx="2032">
                  <c:v>5.5</c:v>
                </c:pt>
                <c:pt idx="2033">
                  <c:v>5.5</c:v>
                </c:pt>
                <c:pt idx="2034">
                  <c:v>5.5</c:v>
                </c:pt>
                <c:pt idx="2035">
                  <c:v>5.5</c:v>
                </c:pt>
                <c:pt idx="2036">
                  <c:v>5.5</c:v>
                </c:pt>
                <c:pt idx="2037">
                  <c:v>5.5</c:v>
                </c:pt>
                <c:pt idx="2038">
                  <c:v>5.5</c:v>
                </c:pt>
                <c:pt idx="2039">
                  <c:v>5.5</c:v>
                </c:pt>
                <c:pt idx="2040">
                  <c:v>5.5</c:v>
                </c:pt>
                <c:pt idx="2041">
                  <c:v>5.5</c:v>
                </c:pt>
                <c:pt idx="2042">
                  <c:v>5.5</c:v>
                </c:pt>
                <c:pt idx="2043">
                  <c:v>5.5</c:v>
                </c:pt>
                <c:pt idx="2044">
                  <c:v>5.5</c:v>
                </c:pt>
                <c:pt idx="2045">
                  <c:v>5.5</c:v>
                </c:pt>
                <c:pt idx="2046">
                  <c:v>5.5</c:v>
                </c:pt>
                <c:pt idx="2047">
                  <c:v>5.5</c:v>
                </c:pt>
                <c:pt idx="2048">
                  <c:v>5.5</c:v>
                </c:pt>
                <c:pt idx="2049">
                  <c:v>5.5</c:v>
                </c:pt>
                <c:pt idx="2050">
                  <c:v>5.5</c:v>
                </c:pt>
                <c:pt idx="2051">
                  <c:v>5.5</c:v>
                </c:pt>
                <c:pt idx="2052">
                  <c:v>5.5</c:v>
                </c:pt>
                <c:pt idx="2053">
                  <c:v>5.5</c:v>
                </c:pt>
                <c:pt idx="2054">
                  <c:v>5.5</c:v>
                </c:pt>
                <c:pt idx="2055">
                  <c:v>5.5</c:v>
                </c:pt>
                <c:pt idx="2056">
                  <c:v>5.5</c:v>
                </c:pt>
                <c:pt idx="2057">
                  <c:v>5.5</c:v>
                </c:pt>
                <c:pt idx="2058">
                  <c:v>5.5</c:v>
                </c:pt>
                <c:pt idx="2059">
                  <c:v>5.5</c:v>
                </c:pt>
                <c:pt idx="2060">
                  <c:v>5.5</c:v>
                </c:pt>
                <c:pt idx="2061">
                  <c:v>5.5</c:v>
                </c:pt>
                <c:pt idx="2062">
                  <c:v>5.5</c:v>
                </c:pt>
                <c:pt idx="2063">
                  <c:v>5.5</c:v>
                </c:pt>
                <c:pt idx="2064">
                  <c:v>5.5</c:v>
                </c:pt>
                <c:pt idx="2065">
                  <c:v>5.5</c:v>
                </c:pt>
                <c:pt idx="2066">
                  <c:v>5.5</c:v>
                </c:pt>
                <c:pt idx="2067">
                  <c:v>5.5</c:v>
                </c:pt>
                <c:pt idx="2068">
                  <c:v>5.5</c:v>
                </c:pt>
                <c:pt idx="2069">
                  <c:v>5.5</c:v>
                </c:pt>
                <c:pt idx="2070">
                  <c:v>5.5</c:v>
                </c:pt>
                <c:pt idx="2071">
                  <c:v>5.5</c:v>
                </c:pt>
                <c:pt idx="2072">
                  <c:v>5.5</c:v>
                </c:pt>
                <c:pt idx="2073">
                  <c:v>5.5</c:v>
                </c:pt>
                <c:pt idx="2074">
                  <c:v>5.5</c:v>
                </c:pt>
                <c:pt idx="2075">
                  <c:v>5.5</c:v>
                </c:pt>
                <c:pt idx="2076">
                  <c:v>5.5</c:v>
                </c:pt>
                <c:pt idx="2077">
                  <c:v>5.5</c:v>
                </c:pt>
                <c:pt idx="2078">
                  <c:v>5.5</c:v>
                </c:pt>
                <c:pt idx="2079">
                  <c:v>5.5</c:v>
                </c:pt>
                <c:pt idx="2080">
                  <c:v>5.5</c:v>
                </c:pt>
                <c:pt idx="2081">
                  <c:v>5.5</c:v>
                </c:pt>
                <c:pt idx="2082">
                  <c:v>5.5</c:v>
                </c:pt>
                <c:pt idx="2083">
                  <c:v>5.5</c:v>
                </c:pt>
                <c:pt idx="2084">
                  <c:v>5.5</c:v>
                </c:pt>
                <c:pt idx="2085">
                  <c:v>5.5</c:v>
                </c:pt>
                <c:pt idx="2086">
                  <c:v>5.5</c:v>
                </c:pt>
                <c:pt idx="2087">
                  <c:v>5.5</c:v>
                </c:pt>
                <c:pt idx="2088">
                  <c:v>5.5</c:v>
                </c:pt>
                <c:pt idx="2089">
                  <c:v>5.5</c:v>
                </c:pt>
                <c:pt idx="2090">
                  <c:v>5.5</c:v>
                </c:pt>
                <c:pt idx="2091">
                  <c:v>5.5</c:v>
                </c:pt>
                <c:pt idx="2092">
                  <c:v>5.5</c:v>
                </c:pt>
                <c:pt idx="2093">
                  <c:v>5.5</c:v>
                </c:pt>
                <c:pt idx="2094">
                  <c:v>5.5</c:v>
                </c:pt>
                <c:pt idx="2095">
                  <c:v>5.5</c:v>
                </c:pt>
                <c:pt idx="2096">
                  <c:v>5.5</c:v>
                </c:pt>
                <c:pt idx="2097">
                  <c:v>5.5</c:v>
                </c:pt>
                <c:pt idx="2098">
                  <c:v>5.5</c:v>
                </c:pt>
                <c:pt idx="2099">
                  <c:v>5.5</c:v>
                </c:pt>
                <c:pt idx="2100">
                  <c:v>5.5</c:v>
                </c:pt>
                <c:pt idx="2101">
                  <c:v>5.5</c:v>
                </c:pt>
                <c:pt idx="2102">
                  <c:v>5.5</c:v>
                </c:pt>
                <c:pt idx="2103">
                  <c:v>5.5</c:v>
                </c:pt>
                <c:pt idx="2104">
                  <c:v>5</c:v>
                </c:pt>
                <c:pt idx="2105">
                  <c:v>5</c:v>
                </c:pt>
                <c:pt idx="2106">
                  <c:v>5</c:v>
                </c:pt>
                <c:pt idx="2107">
                  <c:v>5</c:v>
                </c:pt>
                <c:pt idx="2108">
                  <c:v>5</c:v>
                </c:pt>
                <c:pt idx="2109">
                  <c:v>5</c:v>
                </c:pt>
                <c:pt idx="2110">
                  <c:v>5</c:v>
                </c:pt>
                <c:pt idx="2111">
                  <c:v>5</c:v>
                </c:pt>
                <c:pt idx="2112">
                  <c:v>5</c:v>
                </c:pt>
                <c:pt idx="2113">
                  <c:v>5</c:v>
                </c:pt>
                <c:pt idx="2114">
                  <c:v>5</c:v>
                </c:pt>
                <c:pt idx="2115">
                  <c:v>5</c:v>
                </c:pt>
                <c:pt idx="2116">
                  <c:v>5</c:v>
                </c:pt>
                <c:pt idx="2117">
                  <c:v>5</c:v>
                </c:pt>
                <c:pt idx="2118">
                  <c:v>5</c:v>
                </c:pt>
                <c:pt idx="2119">
                  <c:v>5</c:v>
                </c:pt>
                <c:pt idx="2120">
                  <c:v>5</c:v>
                </c:pt>
                <c:pt idx="2121">
                  <c:v>5</c:v>
                </c:pt>
                <c:pt idx="2122">
                  <c:v>5</c:v>
                </c:pt>
                <c:pt idx="2123">
                  <c:v>5</c:v>
                </c:pt>
                <c:pt idx="2124">
                  <c:v>5</c:v>
                </c:pt>
                <c:pt idx="2125">
                  <c:v>5</c:v>
                </c:pt>
                <c:pt idx="2126">
                  <c:v>5</c:v>
                </c:pt>
                <c:pt idx="2127">
                  <c:v>5</c:v>
                </c:pt>
                <c:pt idx="2128">
                  <c:v>5</c:v>
                </c:pt>
                <c:pt idx="2129">
                  <c:v>5</c:v>
                </c:pt>
                <c:pt idx="2130">
                  <c:v>5</c:v>
                </c:pt>
                <c:pt idx="2131">
                  <c:v>5</c:v>
                </c:pt>
                <c:pt idx="2132">
                  <c:v>5</c:v>
                </c:pt>
                <c:pt idx="2133">
                  <c:v>5</c:v>
                </c:pt>
                <c:pt idx="2134">
                  <c:v>5</c:v>
                </c:pt>
                <c:pt idx="2135">
                  <c:v>5</c:v>
                </c:pt>
                <c:pt idx="2136">
                  <c:v>5</c:v>
                </c:pt>
                <c:pt idx="2137">
                  <c:v>5</c:v>
                </c:pt>
                <c:pt idx="2138">
                  <c:v>5</c:v>
                </c:pt>
                <c:pt idx="2139">
                  <c:v>5</c:v>
                </c:pt>
                <c:pt idx="2140">
                  <c:v>4.75</c:v>
                </c:pt>
                <c:pt idx="2141">
                  <c:v>4.75</c:v>
                </c:pt>
                <c:pt idx="2142">
                  <c:v>4.75</c:v>
                </c:pt>
                <c:pt idx="2143">
                  <c:v>4.75</c:v>
                </c:pt>
                <c:pt idx="2144">
                  <c:v>4.75</c:v>
                </c:pt>
                <c:pt idx="2145">
                  <c:v>4.75</c:v>
                </c:pt>
                <c:pt idx="2146">
                  <c:v>4.75</c:v>
                </c:pt>
                <c:pt idx="2147">
                  <c:v>4.75</c:v>
                </c:pt>
                <c:pt idx="2148">
                  <c:v>4.75</c:v>
                </c:pt>
                <c:pt idx="2149">
                  <c:v>4.75</c:v>
                </c:pt>
                <c:pt idx="2150">
                  <c:v>4.75</c:v>
                </c:pt>
                <c:pt idx="2151">
                  <c:v>4.75</c:v>
                </c:pt>
                <c:pt idx="2152">
                  <c:v>4.75</c:v>
                </c:pt>
                <c:pt idx="2153">
                  <c:v>4.75</c:v>
                </c:pt>
                <c:pt idx="2154">
                  <c:v>4.75</c:v>
                </c:pt>
                <c:pt idx="2155">
                  <c:v>4.75</c:v>
                </c:pt>
                <c:pt idx="2156">
                  <c:v>4.75</c:v>
                </c:pt>
                <c:pt idx="2157">
                  <c:v>4.75</c:v>
                </c:pt>
                <c:pt idx="2158">
                  <c:v>4.75</c:v>
                </c:pt>
                <c:pt idx="2159">
                  <c:v>4.75</c:v>
                </c:pt>
                <c:pt idx="2160">
                  <c:v>4.75</c:v>
                </c:pt>
                <c:pt idx="2161">
                  <c:v>4.75</c:v>
                </c:pt>
                <c:pt idx="2162">
                  <c:v>4.75</c:v>
                </c:pt>
                <c:pt idx="2163">
                  <c:v>4.75</c:v>
                </c:pt>
                <c:pt idx="2164">
                  <c:v>4.75</c:v>
                </c:pt>
                <c:pt idx="2165">
                  <c:v>4.75</c:v>
                </c:pt>
                <c:pt idx="2166">
                  <c:v>4.75</c:v>
                </c:pt>
                <c:pt idx="2167">
                  <c:v>4.75</c:v>
                </c:pt>
                <c:pt idx="2168">
                  <c:v>4.75</c:v>
                </c:pt>
                <c:pt idx="2169">
                  <c:v>4.5</c:v>
                </c:pt>
                <c:pt idx="2170">
                  <c:v>4.5</c:v>
                </c:pt>
                <c:pt idx="2171">
                  <c:v>4.5</c:v>
                </c:pt>
                <c:pt idx="2172">
                  <c:v>4.5</c:v>
                </c:pt>
                <c:pt idx="2173">
                  <c:v>4.5</c:v>
                </c:pt>
                <c:pt idx="2174">
                  <c:v>4.5</c:v>
                </c:pt>
                <c:pt idx="2175">
                  <c:v>4.5</c:v>
                </c:pt>
                <c:pt idx="2176">
                  <c:v>4.5</c:v>
                </c:pt>
                <c:pt idx="2177">
                  <c:v>4.5</c:v>
                </c:pt>
                <c:pt idx="2178">
                  <c:v>4.5</c:v>
                </c:pt>
                <c:pt idx="2179">
                  <c:v>4.5</c:v>
                </c:pt>
                <c:pt idx="2180">
                  <c:v>4.5</c:v>
                </c:pt>
                <c:pt idx="2181">
                  <c:v>4.5</c:v>
                </c:pt>
                <c:pt idx="2182">
                  <c:v>4.5</c:v>
                </c:pt>
                <c:pt idx="2183">
                  <c:v>4.5</c:v>
                </c:pt>
                <c:pt idx="2184">
                  <c:v>4.5</c:v>
                </c:pt>
                <c:pt idx="2185">
                  <c:v>4.5</c:v>
                </c:pt>
                <c:pt idx="2186">
                  <c:v>4.5</c:v>
                </c:pt>
                <c:pt idx="2187">
                  <c:v>4.5</c:v>
                </c:pt>
                <c:pt idx="2188">
                  <c:v>4.5</c:v>
                </c:pt>
                <c:pt idx="2189">
                  <c:v>4.5</c:v>
                </c:pt>
                <c:pt idx="2190">
                  <c:v>4.5</c:v>
                </c:pt>
                <c:pt idx="2191">
                  <c:v>4.5</c:v>
                </c:pt>
                <c:pt idx="2192">
                  <c:v>4.5</c:v>
                </c:pt>
                <c:pt idx="2193">
                  <c:v>4.5</c:v>
                </c:pt>
                <c:pt idx="2194">
                  <c:v>4.5</c:v>
                </c:pt>
                <c:pt idx="2195">
                  <c:v>4.5</c:v>
                </c:pt>
                <c:pt idx="2196">
                  <c:v>4.5</c:v>
                </c:pt>
                <c:pt idx="2197">
                  <c:v>4.5</c:v>
                </c:pt>
                <c:pt idx="2198">
                  <c:v>4.5</c:v>
                </c:pt>
                <c:pt idx="2199">
                  <c:v>4.5</c:v>
                </c:pt>
                <c:pt idx="2200">
                  <c:v>4.5</c:v>
                </c:pt>
                <c:pt idx="2201">
                  <c:v>4.5</c:v>
                </c:pt>
                <c:pt idx="2202">
                  <c:v>4.5</c:v>
                </c:pt>
                <c:pt idx="2203">
                  <c:v>4.5</c:v>
                </c:pt>
                <c:pt idx="2204">
                  <c:v>4.5</c:v>
                </c:pt>
                <c:pt idx="2205">
                  <c:v>4.5</c:v>
                </c:pt>
                <c:pt idx="2206">
                  <c:v>4.5</c:v>
                </c:pt>
                <c:pt idx="2207">
                  <c:v>4.5</c:v>
                </c:pt>
                <c:pt idx="2208">
                  <c:v>4.5</c:v>
                </c:pt>
                <c:pt idx="2209">
                  <c:v>4.5</c:v>
                </c:pt>
                <c:pt idx="2210">
                  <c:v>4.5</c:v>
                </c:pt>
                <c:pt idx="2211">
                  <c:v>4.5</c:v>
                </c:pt>
                <c:pt idx="2212">
                  <c:v>4.5</c:v>
                </c:pt>
                <c:pt idx="2213">
                  <c:v>4.5</c:v>
                </c:pt>
                <c:pt idx="2214">
                  <c:v>4.5</c:v>
                </c:pt>
                <c:pt idx="2215">
                  <c:v>4.5</c:v>
                </c:pt>
                <c:pt idx="2216">
                  <c:v>4.5</c:v>
                </c:pt>
                <c:pt idx="2217">
                  <c:v>4.5</c:v>
                </c:pt>
                <c:pt idx="2218">
                  <c:v>4.5</c:v>
                </c:pt>
                <c:pt idx="2219">
                  <c:v>4.5</c:v>
                </c:pt>
                <c:pt idx="2220">
                  <c:v>4.5</c:v>
                </c:pt>
                <c:pt idx="2221">
                  <c:v>4.5</c:v>
                </c:pt>
                <c:pt idx="2222">
                  <c:v>4.5</c:v>
                </c:pt>
                <c:pt idx="2223">
                  <c:v>4.5</c:v>
                </c:pt>
                <c:pt idx="2224">
                  <c:v>4.5</c:v>
                </c:pt>
                <c:pt idx="2225">
                  <c:v>4.5</c:v>
                </c:pt>
                <c:pt idx="2226">
                  <c:v>4.5</c:v>
                </c:pt>
                <c:pt idx="2227">
                  <c:v>4.5</c:v>
                </c:pt>
                <c:pt idx="2228">
                  <c:v>4.5</c:v>
                </c:pt>
                <c:pt idx="2229">
                  <c:v>4.5</c:v>
                </c:pt>
                <c:pt idx="2230">
                  <c:v>4.5</c:v>
                </c:pt>
                <c:pt idx="2231">
                  <c:v>4.5</c:v>
                </c:pt>
                <c:pt idx="2232">
                  <c:v>4.5</c:v>
                </c:pt>
                <c:pt idx="2233">
                  <c:v>4.5</c:v>
                </c:pt>
                <c:pt idx="2234">
                  <c:v>4.5</c:v>
                </c:pt>
                <c:pt idx="2235">
                  <c:v>4.5</c:v>
                </c:pt>
                <c:pt idx="2236">
                  <c:v>4.5</c:v>
                </c:pt>
                <c:pt idx="2237">
                  <c:v>4.5</c:v>
                </c:pt>
                <c:pt idx="2238">
                  <c:v>4.5</c:v>
                </c:pt>
                <c:pt idx="2239">
                  <c:v>4.5</c:v>
                </c:pt>
                <c:pt idx="2240">
                  <c:v>4.5</c:v>
                </c:pt>
                <c:pt idx="2241">
                  <c:v>4.5</c:v>
                </c:pt>
                <c:pt idx="2242">
                  <c:v>4.5</c:v>
                </c:pt>
                <c:pt idx="2243">
                  <c:v>4.5</c:v>
                </c:pt>
                <c:pt idx="2244">
                  <c:v>4.5</c:v>
                </c:pt>
                <c:pt idx="2245">
                  <c:v>4.5</c:v>
                </c:pt>
                <c:pt idx="2246">
                  <c:v>4.5</c:v>
                </c:pt>
                <c:pt idx="2247">
                  <c:v>4.5</c:v>
                </c:pt>
                <c:pt idx="2248">
                  <c:v>4.5</c:v>
                </c:pt>
                <c:pt idx="2249">
                  <c:v>4.5</c:v>
                </c:pt>
                <c:pt idx="2250">
                  <c:v>4.5</c:v>
                </c:pt>
                <c:pt idx="2251">
                  <c:v>4.5</c:v>
                </c:pt>
                <c:pt idx="2252">
                  <c:v>4.5</c:v>
                </c:pt>
                <c:pt idx="2253">
                  <c:v>4.5</c:v>
                </c:pt>
                <c:pt idx="2254">
                  <c:v>4.5</c:v>
                </c:pt>
                <c:pt idx="2255">
                  <c:v>4.5</c:v>
                </c:pt>
                <c:pt idx="2256">
                  <c:v>4.5</c:v>
                </c:pt>
                <c:pt idx="2257">
                  <c:v>4.5</c:v>
                </c:pt>
                <c:pt idx="2258">
                  <c:v>4.5</c:v>
                </c:pt>
                <c:pt idx="2259">
                  <c:v>4.5</c:v>
                </c:pt>
                <c:pt idx="2260">
                  <c:v>4.5</c:v>
                </c:pt>
                <c:pt idx="2261">
                  <c:v>4.5</c:v>
                </c:pt>
                <c:pt idx="2262">
                  <c:v>4.5</c:v>
                </c:pt>
                <c:pt idx="2263">
                  <c:v>4.5</c:v>
                </c:pt>
                <c:pt idx="2264">
                  <c:v>4.5</c:v>
                </c:pt>
                <c:pt idx="2265">
                  <c:v>4.5</c:v>
                </c:pt>
                <c:pt idx="2266">
                  <c:v>4.5</c:v>
                </c:pt>
                <c:pt idx="2267">
                  <c:v>4.5</c:v>
                </c:pt>
                <c:pt idx="2268">
                  <c:v>4.5</c:v>
                </c:pt>
                <c:pt idx="2269">
                  <c:v>4.5</c:v>
                </c:pt>
                <c:pt idx="2270">
                  <c:v>4.5</c:v>
                </c:pt>
                <c:pt idx="2271">
                  <c:v>4.5</c:v>
                </c:pt>
                <c:pt idx="2272">
                  <c:v>4.5</c:v>
                </c:pt>
                <c:pt idx="2273">
                  <c:v>4.5</c:v>
                </c:pt>
                <c:pt idx="2274">
                  <c:v>4.5</c:v>
                </c:pt>
                <c:pt idx="2275">
                  <c:v>4.5</c:v>
                </c:pt>
                <c:pt idx="2276">
                  <c:v>4.5</c:v>
                </c:pt>
                <c:pt idx="2277">
                  <c:v>4.5</c:v>
                </c:pt>
                <c:pt idx="2278">
                  <c:v>4.5</c:v>
                </c:pt>
                <c:pt idx="2279">
                  <c:v>4.5</c:v>
                </c:pt>
                <c:pt idx="2280">
                  <c:v>4.5</c:v>
                </c:pt>
                <c:pt idx="2281">
                  <c:v>4.5</c:v>
                </c:pt>
                <c:pt idx="2282">
                  <c:v>4.5</c:v>
                </c:pt>
                <c:pt idx="2283">
                  <c:v>4.5</c:v>
                </c:pt>
                <c:pt idx="2284">
                  <c:v>4.5</c:v>
                </c:pt>
                <c:pt idx="2285">
                  <c:v>4.5</c:v>
                </c:pt>
                <c:pt idx="2286">
                  <c:v>4.5</c:v>
                </c:pt>
                <c:pt idx="2287">
                  <c:v>4.5</c:v>
                </c:pt>
                <c:pt idx="2288">
                  <c:v>4.5</c:v>
                </c:pt>
                <c:pt idx="2289">
                  <c:v>4.5</c:v>
                </c:pt>
                <c:pt idx="2290">
                  <c:v>4.5</c:v>
                </c:pt>
                <c:pt idx="2291">
                  <c:v>4.5</c:v>
                </c:pt>
                <c:pt idx="2292">
                  <c:v>4.5</c:v>
                </c:pt>
                <c:pt idx="2293">
                  <c:v>4.5</c:v>
                </c:pt>
                <c:pt idx="2294">
                  <c:v>4.5</c:v>
                </c:pt>
                <c:pt idx="2295">
                  <c:v>4.5</c:v>
                </c:pt>
                <c:pt idx="2296">
                  <c:v>4.5</c:v>
                </c:pt>
                <c:pt idx="2297">
                  <c:v>4.5</c:v>
                </c:pt>
                <c:pt idx="2298">
                  <c:v>4.5</c:v>
                </c:pt>
                <c:pt idx="2299">
                  <c:v>4.5</c:v>
                </c:pt>
                <c:pt idx="2300">
                  <c:v>4.5</c:v>
                </c:pt>
                <c:pt idx="2301">
                  <c:v>4.5</c:v>
                </c:pt>
                <c:pt idx="2302">
                  <c:v>4.5</c:v>
                </c:pt>
                <c:pt idx="2303">
                  <c:v>4.5</c:v>
                </c:pt>
                <c:pt idx="2304">
                  <c:v>4.5</c:v>
                </c:pt>
                <c:pt idx="2305">
                  <c:v>4.5</c:v>
                </c:pt>
                <c:pt idx="2306">
                  <c:v>4.5</c:v>
                </c:pt>
                <c:pt idx="2307">
                  <c:v>4.5</c:v>
                </c:pt>
                <c:pt idx="2308">
                  <c:v>4.5</c:v>
                </c:pt>
                <c:pt idx="2309">
                  <c:v>4.5</c:v>
                </c:pt>
                <c:pt idx="2310">
                  <c:v>4.5</c:v>
                </c:pt>
                <c:pt idx="2311">
                  <c:v>4.5</c:v>
                </c:pt>
                <c:pt idx="2312">
                  <c:v>4.5</c:v>
                </c:pt>
                <c:pt idx="2313">
                  <c:v>4.5</c:v>
                </c:pt>
                <c:pt idx="2314">
                  <c:v>4.5</c:v>
                </c:pt>
                <c:pt idx="2315">
                  <c:v>4.5</c:v>
                </c:pt>
                <c:pt idx="2316">
                  <c:v>4.5</c:v>
                </c:pt>
                <c:pt idx="2317">
                  <c:v>4.5</c:v>
                </c:pt>
                <c:pt idx="2318">
                  <c:v>4.5</c:v>
                </c:pt>
                <c:pt idx="2319">
                  <c:v>4.5</c:v>
                </c:pt>
                <c:pt idx="2320">
                  <c:v>4.5</c:v>
                </c:pt>
                <c:pt idx="2321">
                  <c:v>4.5</c:v>
                </c:pt>
                <c:pt idx="2322">
                  <c:v>4.5</c:v>
                </c:pt>
                <c:pt idx="2323">
                  <c:v>4.5</c:v>
                </c:pt>
                <c:pt idx="2324">
                  <c:v>4.5</c:v>
                </c:pt>
                <c:pt idx="2325">
                  <c:v>4.5</c:v>
                </c:pt>
                <c:pt idx="2326">
                  <c:v>4.5</c:v>
                </c:pt>
                <c:pt idx="2327">
                  <c:v>4.5</c:v>
                </c:pt>
                <c:pt idx="2328">
                  <c:v>4.5</c:v>
                </c:pt>
                <c:pt idx="2329">
                  <c:v>4.5</c:v>
                </c:pt>
                <c:pt idx="2330">
                  <c:v>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3</c:f>
              <c:strCache>
                <c:ptCount val="1"/>
                <c:pt idx="0">
                  <c:v>미 2년물 금리</c:v>
                </c:pt>
              </c:strCache>
            </c:strRef>
          </c:tx>
          <c:spPr>
            <a:noFill/>
            <a:ln cap="rnd" w="12600">
              <a:solidFill>
                <a:srgbClr val="002060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126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942"/>
                <c:pt idx="0">
                  <c:v>42614</c:v>
                </c:pt>
                <c:pt idx="1">
                  <c:v>42615</c:v>
                </c:pt>
                <c:pt idx="2">
                  <c:v>42618</c:v>
                </c:pt>
                <c:pt idx="3">
                  <c:v>42619</c:v>
                </c:pt>
                <c:pt idx="4">
                  <c:v>42620</c:v>
                </c:pt>
                <c:pt idx="5">
                  <c:v>42621</c:v>
                </c:pt>
                <c:pt idx="6">
                  <c:v>42622</c:v>
                </c:pt>
                <c:pt idx="7">
                  <c:v>42625</c:v>
                </c:pt>
                <c:pt idx="8">
                  <c:v>42626</c:v>
                </c:pt>
                <c:pt idx="9">
                  <c:v>42627</c:v>
                </c:pt>
                <c:pt idx="10">
                  <c:v>42628</c:v>
                </c:pt>
                <c:pt idx="11">
                  <c:v>42629</c:v>
                </c:pt>
                <c:pt idx="12">
                  <c:v>42632</c:v>
                </c:pt>
                <c:pt idx="13">
                  <c:v>42633</c:v>
                </c:pt>
                <c:pt idx="14">
                  <c:v>42634</c:v>
                </c:pt>
                <c:pt idx="15">
                  <c:v>42635</c:v>
                </c:pt>
                <c:pt idx="16">
                  <c:v>42636</c:v>
                </c:pt>
                <c:pt idx="17">
                  <c:v>42639</c:v>
                </c:pt>
                <c:pt idx="18">
                  <c:v>42640</c:v>
                </c:pt>
                <c:pt idx="19">
                  <c:v>42641</c:v>
                </c:pt>
                <c:pt idx="20">
                  <c:v>42642</c:v>
                </c:pt>
                <c:pt idx="21">
                  <c:v>42643</c:v>
                </c:pt>
                <c:pt idx="22">
                  <c:v>42646</c:v>
                </c:pt>
                <c:pt idx="23">
                  <c:v>42647</c:v>
                </c:pt>
                <c:pt idx="24">
                  <c:v>42648</c:v>
                </c:pt>
                <c:pt idx="25">
                  <c:v>42649</c:v>
                </c:pt>
                <c:pt idx="26">
                  <c:v>42650</c:v>
                </c:pt>
                <c:pt idx="27">
                  <c:v>42653</c:v>
                </c:pt>
                <c:pt idx="28">
                  <c:v>42654</c:v>
                </c:pt>
                <c:pt idx="29">
                  <c:v>42655</c:v>
                </c:pt>
                <c:pt idx="30">
                  <c:v>42656</c:v>
                </c:pt>
                <c:pt idx="31">
                  <c:v>42657</c:v>
                </c:pt>
                <c:pt idx="32">
                  <c:v>42660</c:v>
                </c:pt>
                <c:pt idx="33">
                  <c:v>42661</c:v>
                </c:pt>
                <c:pt idx="34">
                  <c:v>42662</c:v>
                </c:pt>
                <c:pt idx="35">
                  <c:v>42663</c:v>
                </c:pt>
                <c:pt idx="36">
                  <c:v>42664</c:v>
                </c:pt>
                <c:pt idx="37">
                  <c:v>42667</c:v>
                </c:pt>
                <c:pt idx="38">
                  <c:v>42668</c:v>
                </c:pt>
                <c:pt idx="39">
                  <c:v>42669</c:v>
                </c:pt>
                <c:pt idx="40">
                  <c:v>42670</c:v>
                </c:pt>
                <c:pt idx="41">
                  <c:v>42671</c:v>
                </c:pt>
                <c:pt idx="42">
                  <c:v>42674</c:v>
                </c:pt>
                <c:pt idx="43">
                  <c:v>42675</c:v>
                </c:pt>
                <c:pt idx="44">
                  <c:v>42676</c:v>
                </c:pt>
                <c:pt idx="45">
                  <c:v>42677</c:v>
                </c:pt>
                <c:pt idx="46">
                  <c:v>42678</c:v>
                </c:pt>
                <c:pt idx="47">
                  <c:v>42681</c:v>
                </c:pt>
                <c:pt idx="48">
                  <c:v>42682</c:v>
                </c:pt>
                <c:pt idx="49">
                  <c:v>42683</c:v>
                </c:pt>
                <c:pt idx="50">
                  <c:v>42684</c:v>
                </c:pt>
                <c:pt idx="51">
                  <c:v>42685</c:v>
                </c:pt>
                <c:pt idx="52">
                  <c:v>42688</c:v>
                </c:pt>
                <c:pt idx="53">
                  <c:v>42689</c:v>
                </c:pt>
                <c:pt idx="54">
                  <c:v>42690</c:v>
                </c:pt>
                <c:pt idx="55">
                  <c:v>42691</c:v>
                </c:pt>
                <c:pt idx="56">
                  <c:v>42692</c:v>
                </c:pt>
                <c:pt idx="57">
                  <c:v>42695</c:v>
                </c:pt>
                <c:pt idx="58">
                  <c:v>42696</c:v>
                </c:pt>
                <c:pt idx="59">
                  <c:v>42697</c:v>
                </c:pt>
                <c:pt idx="60">
                  <c:v>42698</c:v>
                </c:pt>
                <c:pt idx="61">
                  <c:v>42699</c:v>
                </c:pt>
                <c:pt idx="62">
                  <c:v>42702</c:v>
                </c:pt>
                <c:pt idx="63">
                  <c:v>42703</c:v>
                </c:pt>
                <c:pt idx="64">
                  <c:v>42704</c:v>
                </c:pt>
                <c:pt idx="65">
                  <c:v>42705</c:v>
                </c:pt>
                <c:pt idx="66">
                  <c:v>42706</c:v>
                </c:pt>
                <c:pt idx="67">
                  <c:v>42709</c:v>
                </c:pt>
                <c:pt idx="68">
                  <c:v>42710</c:v>
                </c:pt>
                <c:pt idx="69">
                  <c:v>42711</c:v>
                </c:pt>
                <c:pt idx="70">
                  <c:v>42712</c:v>
                </c:pt>
                <c:pt idx="71">
                  <c:v>42713</c:v>
                </c:pt>
                <c:pt idx="72">
                  <c:v>42716</c:v>
                </c:pt>
                <c:pt idx="73">
                  <c:v>42717</c:v>
                </c:pt>
                <c:pt idx="74">
                  <c:v>42718</c:v>
                </c:pt>
                <c:pt idx="75">
                  <c:v>42719</c:v>
                </c:pt>
                <c:pt idx="76">
                  <c:v>42720</c:v>
                </c:pt>
                <c:pt idx="77">
                  <c:v>42723</c:v>
                </c:pt>
                <c:pt idx="78">
                  <c:v>42724</c:v>
                </c:pt>
                <c:pt idx="79">
                  <c:v>42725</c:v>
                </c:pt>
                <c:pt idx="80">
                  <c:v>42726</c:v>
                </c:pt>
                <c:pt idx="81">
                  <c:v>42727</c:v>
                </c:pt>
                <c:pt idx="82">
                  <c:v>42730</c:v>
                </c:pt>
                <c:pt idx="83">
                  <c:v>42731</c:v>
                </c:pt>
                <c:pt idx="84">
                  <c:v>42732</c:v>
                </c:pt>
                <c:pt idx="85">
                  <c:v>42733</c:v>
                </c:pt>
                <c:pt idx="86">
                  <c:v>42734</c:v>
                </c:pt>
                <c:pt idx="87">
                  <c:v>42737</c:v>
                </c:pt>
                <c:pt idx="88">
                  <c:v>42738</c:v>
                </c:pt>
                <c:pt idx="89">
                  <c:v>42739</c:v>
                </c:pt>
                <c:pt idx="90">
                  <c:v>42740</c:v>
                </c:pt>
                <c:pt idx="91">
                  <c:v>42741</c:v>
                </c:pt>
                <c:pt idx="92">
                  <c:v>42744</c:v>
                </c:pt>
                <c:pt idx="93">
                  <c:v>42745</c:v>
                </c:pt>
                <c:pt idx="94">
                  <c:v>42746</c:v>
                </c:pt>
                <c:pt idx="95">
                  <c:v>42747</c:v>
                </c:pt>
                <c:pt idx="96">
                  <c:v>42748</c:v>
                </c:pt>
                <c:pt idx="97">
                  <c:v>42751</c:v>
                </c:pt>
                <c:pt idx="98">
                  <c:v>42752</c:v>
                </c:pt>
                <c:pt idx="99">
                  <c:v>42753</c:v>
                </c:pt>
                <c:pt idx="100">
                  <c:v>42754</c:v>
                </c:pt>
                <c:pt idx="101">
                  <c:v>42755</c:v>
                </c:pt>
                <c:pt idx="102">
                  <c:v>42758</c:v>
                </c:pt>
                <c:pt idx="103">
                  <c:v>42759</c:v>
                </c:pt>
                <c:pt idx="104">
                  <c:v>42760</c:v>
                </c:pt>
                <c:pt idx="105">
                  <c:v>42761</c:v>
                </c:pt>
                <c:pt idx="106">
                  <c:v>42762</c:v>
                </c:pt>
                <c:pt idx="107">
                  <c:v>42765</c:v>
                </c:pt>
                <c:pt idx="108">
                  <c:v>42766</c:v>
                </c:pt>
                <c:pt idx="109">
                  <c:v>42767</c:v>
                </c:pt>
                <c:pt idx="110">
                  <c:v>42768</c:v>
                </c:pt>
                <c:pt idx="111">
                  <c:v>42769</c:v>
                </c:pt>
                <c:pt idx="112">
                  <c:v>42772</c:v>
                </c:pt>
                <c:pt idx="113">
                  <c:v>42773</c:v>
                </c:pt>
                <c:pt idx="114">
                  <c:v>42774</c:v>
                </c:pt>
                <c:pt idx="115">
                  <c:v>42775</c:v>
                </c:pt>
                <c:pt idx="116">
                  <c:v>42776</c:v>
                </c:pt>
                <c:pt idx="117">
                  <c:v>42779</c:v>
                </c:pt>
                <c:pt idx="118">
                  <c:v>42780</c:v>
                </c:pt>
                <c:pt idx="119">
                  <c:v>42781</c:v>
                </c:pt>
                <c:pt idx="120">
                  <c:v>42782</c:v>
                </c:pt>
                <c:pt idx="121">
                  <c:v>42783</c:v>
                </c:pt>
                <c:pt idx="122">
                  <c:v>42786</c:v>
                </c:pt>
                <c:pt idx="123">
                  <c:v>42787</c:v>
                </c:pt>
                <c:pt idx="124">
                  <c:v>42788</c:v>
                </c:pt>
                <c:pt idx="125">
                  <c:v>42789</c:v>
                </c:pt>
                <c:pt idx="126">
                  <c:v>42790</c:v>
                </c:pt>
                <c:pt idx="127">
                  <c:v>42793</c:v>
                </c:pt>
                <c:pt idx="128">
                  <c:v>42794</c:v>
                </c:pt>
                <c:pt idx="129">
                  <c:v>42795</c:v>
                </c:pt>
                <c:pt idx="130">
                  <c:v>42796</c:v>
                </c:pt>
                <c:pt idx="131">
                  <c:v>42797</c:v>
                </c:pt>
                <c:pt idx="132">
                  <c:v>42800</c:v>
                </c:pt>
                <c:pt idx="133">
                  <c:v>42801</c:v>
                </c:pt>
                <c:pt idx="134">
                  <c:v>42802</c:v>
                </c:pt>
                <c:pt idx="135">
                  <c:v>42803</c:v>
                </c:pt>
                <c:pt idx="136">
                  <c:v>42804</c:v>
                </c:pt>
                <c:pt idx="137">
                  <c:v>42807</c:v>
                </c:pt>
                <c:pt idx="138">
                  <c:v>42808</c:v>
                </c:pt>
                <c:pt idx="139">
                  <c:v>42809</c:v>
                </c:pt>
                <c:pt idx="140">
                  <c:v>42810</c:v>
                </c:pt>
                <c:pt idx="141">
                  <c:v>42811</c:v>
                </c:pt>
                <c:pt idx="142">
                  <c:v>42814</c:v>
                </c:pt>
                <c:pt idx="143">
                  <c:v>42815</c:v>
                </c:pt>
                <c:pt idx="144">
                  <c:v>42816</c:v>
                </c:pt>
                <c:pt idx="145">
                  <c:v>42817</c:v>
                </c:pt>
                <c:pt idx="146">
                  <c:v>42818</c:v>
                </c:pt>
                <c:pt idx="147">
                  <c:v>42821</c:v>
                </c:pt>
                <c:pt idx="148">
                  <c:v>42822</c:v>
                </c:pt>
                <c:pt idx="149">
                  <c:v>42823</c:v>
                </c:pt>
                <c:pt idx="150">
                  <c:v>42824</c:v>
                </c:pt>
                <c:pt idx="151">
                  <c:v>42825</c:v>
                </c:pt>
                <c:pt idx="152">
                  <c:v>42828</c:v>
                </c:pt>
                <c:pt idx="153">
                  <c:v>42829</c:v>
                </c:pt>
                <c:pt idx="154">
                  <c:v>42830</c:v>
                </c:pt>
                <c:pt idx="155">
                  <c:v>42831</c:v>
                </c:pt>
                <c:pt idx="156">
                  <c:v>42832</c:v>
                </c:pt>
                <c:pt idx="157">
                  <c:v>42835</c:v>
                </c:pt>
                <c:pt idx="158">
                  <c:v>42836</c:v>
                </c:pt>
                <c:pt idx="159">
                  <c:v>42837</c:v>
                </c:pt>
                <c:pt idx="160">
                  <c:v>42838</c:v>
                </c:pt>
                <c:pt idx="161">
                  <c:v>42839</c:v>
                </c:pt>
                <c:pt idx="162">
                  <c:v>42842</c:v>
                </c:pt>
                <c:pt idx="163">
                  <c:v>42843</c:v>
                </c:pt>
                <c:pt idx="164">
                  <c:v>42844</c:v>
                </c:pt>
                <c:pt idx="165">
                  <c:v>42845</c:v>
                </c:pt>
                <c:pt idx="166">
                  <c:v>42846</c:v>
                </c:pt>
                <c:pt idx="167">
                  <c:v>42849</c:v>
                </c:pt>
                <c:pt idx="168">
                  <c:v>42850</c:v>
                </c:pt>
                <c:pt idx="169">
                  <c:v>42851</c:v>
                </c:pt>
                <c:pt idx="170">
                  <c:v>42852</c:v>
                </c:pt>
                <c:pt idx="171">
                  <c:v>42853</c:v>
                </c:pt>
                <c:pt idx="172">
                  <c:v>42856</c:v>
                </c:pt>
                <c:pt idx="173">
                  <c:v>42857</c:v>
                </c:pt>
                <c:pt idx="174">
                  <c:v>42858</c:v>
                </c:pt>
                <c:pt idx="175">
                  <c:v>42859</c:v>
                </c:pt>
                <c:pt idx="176">
                  <c:v>42860</c:v>
                </c:pt>
                <c:pt idx="177">
                  <c:v>42863</c:v>
                </c:pt>
                <c:pt idx="178">
                  <c:v>42864</c:v>
                </c:pt>
                <c:pt idx="179">
                  <c:v>42865</c:v>
                </c:pt>
                <c:pt idx="180">
                  <c:v>42866</c:v>
                </c:pt>
                <c:pt idx="181">
                  <c:v>42867</c:v>
                </c:pt>
                <c:pt idx="182">
                  <c:v>42870</c:v>
                </c:pt>
                <c:pt idx="183">
                  <c:v>42871</c:v>
                </c:pt>
                <c:pt idx="184">
                  <c:v>42872</c:v>
                </c:pt>
                <c:pt idx="185">
                  <c:v>42873</c:v>
                </c:pt>
                <c:pt idx="186">
                  <c:v>42874</c:v>
                </c:pt>
                <c:pt idx="187">
                  <c:v>42877</c:v>
                </c:pt>
                <c:pt idx="188">
                  <c:v>42878</c:v>
                </c:pt>
                <c:pt idx="189">
                  <c:v>42879</c:v>
                </c:pt>
                <c:pt idx="190">
                  <c:v>42880</c:v>
                </c:pt>
                <c:pt idx="191">
                  <c:v>42881</c:v>
                </c:pt>
                <c:pt idx="192">
                  <c:v>42884</c:v>
                </c:pt>
                <c:pt idx="193">
                  <c:v>42885</c:v>
                </c:pt>
                <c:pt idx="194">
                  <c:v>42886</c:v>
                </c:pt>
                <c:pt idx="195">
                  <c:v>42887</c:v>
                </c:pt>
                <c:pt idx="196">
                  <c:v>42888</c:v>
                </c:pt>
                <c:pt idx="197">
                  <c:v>42891</c:v>
                </c:pt>
                <c:pt idx="198">
                  <c:v>42892</c:v>
                </c:pt>
                <c:pt idx="199">
                  <c:v>42893</c:v>
                </c:pt>
                <c:pt idx="200">
                  <c:v>42894</c:v>
                </c:pt>
                <c:pt idx="201">
                  <c:v>42895</c:v>
                </c:pt>
                <c:pt idx="202">
                  <c:v>42898</c:v>
                </c:pt>
                <c:pt idx="203">
                  <c:v>42899</c:v>
                </c:pt>
                <c:pt idx="204">
                  <c:v>42900</c:v>
                </c:pt>
                <c:pt idx="205">
                  <c:v>42901</c:v>
                </c:pt>
                <c:pt idx="206">
                  <c:v>42902</c:v>
                </c:pt>
                <c:pt idx="207">
                  <c:v>42905</c:v>
                </c:pt>
                <c:pt idx="208">
                  <c:v>42906</c:v>
                </c:pt>
                <c:pt idx="209">
                  <c:v>42907</c:v>
                </c:pt>
                <c:pt idx="210">
                  <c:v>42908</c:v>
                </c:pt>
                <c:pt idx="211">
                  <c:v>42909</c:v>
                </c:pt>
                <c:pt idx="212">
                  <c:v>42912</c:v>
                </c:pt>
                <c:pt idx="213">
                  <c:v>42913</c:v>
                </c:pt>
                <c:pt idx="214">
                  <c:v>42914</c:v>
                </c:pt>
                <c:pt idx="215">
                  <c:v>42915</c:v>
                </c:pt>
                <c:pt idx="216">
                  <c:v>42916</c:v>
                </c:pt>
                <c:pt idx="217">
                  <c:v>42919</c:v>
                </c:pt>
                <c:pt idx="218">
                  <c:v>42920</c:v>
                </c:pt>
                <c:pt idx="219">
                  <c:v>42921</c:v>
                </c:pt>
                <c:pt idx="220">
                  <c:v>42922</c:v>
                </c:pt>
                <c:pt idx="221">
                  <c:v>42923</c:v>
                </c:pt>
                <c:pt idx="222">
                  <c:v>42926</c:v>
                </c:pt>
                <c:pt idx="223">
                  <c:v>42927</c:v>
                </c:pt>
                <c:pt idx="224">
                  <c:v>42928</c:v>
                </c:pt>
                <c:pt idx="225">
                  <c:v>42929</c:v>
                </c:pt>
                <c:pt idx="226">
                  <c:v>42930</c:v>
                </c:pt>
                <c:pt idx="227">
                  <c:v>42933</c:v>
                </c:pt>
                <c:pt idx="228">
                  <c:v>42934</c:v>
                </c:pt>
                <c:pt idx="229">
                  <c:v>42935</c:v>
                </c:pt>
                <c:pt idx="230">
                  <c:v>42936</c:v>
                </c:pt>
                <c:pt idx="231">
                  <c:v>42937</c:v>
                </c:pt>
                <c:pt idx="232">
                  <c:v>42940</c:v>
                </c:pt>
                <c:pt idx="233">
                  <c:v>42941</c:v>
                </c:pt>
                <c:pt idx="234">
                  <c:v>42942</c:v>
                </c:pt>
                <c:pt idx="235">
                  <c:v>42943</c:v>
                </c:pt>
                <c:pt idx="236">
                  <c:v>42944</c:v>
                </c:pt>
                <c:pt idx="237">
                  <c:v>42947</c:v>
                </c:pt>
                <c:pt idx="238">
                  <c:v>42948</c:v>
                </c:pt>
                <c:pt idx="239">
                  <c:v>42949</c:v>
                </c:pt>
                <c:pt idx="240">
                  <c:v>42950</c:v>
                </c:pt>
                <c:pt idx="241">
                  <c:v>42951</c:v>
                </c:pt>
                <c:pt idx="242">
                  <c:v>42954</c:v>
                </c:pt>
                <c:pt idx="243">
                  <c:v>42955</c:v>
                </c:pt>
                <c:pt idx="244">
                  <c:v>42956</c:v>
                </c:pt>
                <c:pt idx="245">
                  <c:v>42957</c:v>
                </c:pt>
                <c:pt idx="246">
                  <c:v>42958</c:v>
                </c:pt>
                <c:pt idx="247">
                  <c:v>42961</c:v>
                </c:pt>
                <c:pt idx="248">
                  <c:v>42962</c:v>
                </c:pt>
                <c:pt idx="249">
                  <c:v>42963</c:v>
                </c:pt>
                <c:pt idx="250">
                  <c:v>42964</c:v>
                </c:pt>
                <c:pt idx="251">
                  <c:v>42965</c:v>
                </c:pt>
                <c:pt idx="252">
                  <c:v>42968</c:v>
                </c:pt>
                <c:pt idx="253">
                  <c:v>42969</c:v>
                </c:pt>
                <c:pt idx="254">
                  <c:v>42970</c:v>
                </c:pt>
                <c:pt idx="255">
                  <c:v>42971</c:v>
                </c:pt>
                <c:pt idx="256">
                  <c:v>42972</c:v>
                </c:pt>
                <c:pt idx="257">
                  <c:v>42975</c:v>
                </c:pt>
                <c:pt idx="258">
                  <c:v>42976</c:v>
                </c:pt>
                <c:pt idx="259">
                  <c:v>42977</c:v>
                </c:pt>
                <c:pt idx="260">
                  <c:v>42978</c:v>
                </c:pt>
                <c:pt idx="261">
                  <c:v>42979</c:v>
                </c:pt>
                <c:pt idx="262">
                  <c:v>42982</c:v>
                </c:pt>
                <c:pt idx="263">
                  <c:v>42983</c:v>
                </c:pt>
                <c:pt idx="264">
                  <c:v>42984</c:v>
                </c:pt>
                <c:pt idx="265">
                  <c:v>42985</c:v>
                </c:pt>
                <c:pt idx="266">
                  <c:v>42986</c:v>
                </c:pt>
                <c:pt idx="267">
                  <c:v>42989</c:v>
                </c:pt>
                <c:pt idx="268">
                  <c:v>42990</c:v>
                </c:pt>
                <c:pt idx="269">
                  <c:v>42991</c:v>
                </c:pt>
                <c:pt idx="270">
                  <c:v>42992</c:v>
                </c:pt>
                <c:pt idx="271">
                  <c:v>42993</c:v>
                </c:pt>
                <c:pt idx="272">
                  <c:v>42996</c:v>
                </c:pt>
                <c:pt idx="273">
                  <c:v>42997</c:v>
                </c:pt>
                <c:pt idx="274">
                  <c:v>42998</c:v>
                </c:pt>
                <c:pt idx="275">
                  <c:v>42999</c:v>
                </c:pt>
                <c:pt idx="276">
                  <c:v>43000</c:v>
                </c:pt>
                <c:pt idx="277">
                  <c:v>43003</c:v>
                </c:pt>
                <c:pt idx="278">
                  <c:v>43004</c:v>
                </c:pt>
                <c:pt idx="279">
                  <c:v>43005</c:v>
                </c:pt>
                <c:pt idx="280">
                  <c:v>43006</c:v>
                </c:pt>
                <c:pt idx="281">
                  <c:v>43007</c:v>
                </c:pt>
                <c:pt idx="282">
                  <c:v>43010</c:v>
                </c:pt>
                <c:pt idx="283">
                  <c:v>43011</c:v>
                </c:pt>
                <c:pt idx="284">
                  <c:v>43012</c:v>
                </c:pt>
                <c:pt idx="285">
                  <c:v>43013</c:v>
                </c:pt>
                <c:pt idx="286">
                  <c:v>43014</c:v>
                </c:pt>
                <c:pt idx="287">
                  <c:v>43017</c:v>
                </c:pt>
                <c:pt idx="288">
                  <c:v>43018</c:v>
                </c:pt>
                <c:pt idx="289">
                  <c:v>43019</c:v>
                </c:pt>
                <c:pt idx="290">
                  <c:v>43020</c:v>
                </c:pt>
                <c:pt idx="291">
                  <c:v>43021</c:v>
                </c:pt>
                <c:pt idx="292">
                  <c:v>43024</c:v>
                </c:pt>
                <c:pt idx="293">
                  <c:v>43025</c:v>
                </c:pt>
                <c:pt idx="294">
                  <c:v>43026</c:v>
                </c:pt>
                <c:pt idx="295">
                  <c:v>43027</c:v>
                </c:pt>
                <c:pt idx="296">
                  <c:v>43028</c:v>
                </c:pt>
                <c:pt idx="297">
                  <c:v>43031</c:v>
                </c:pt>
                <c:pt idx="298">
                  <c:v>43032</c:v>
                </c:pt>
                <c:pt idx="299">
                  <c:v>43033</c:v>
                </c:pt>
                <c:pt idx="300">
                  <c:v>43034</c:v>
                </c:pt>
                <c:pt idx="301">
                  <c:v>43035</c:v>
                </c:pt>
                <c:pt idx="302">
                  <c:v>43038</c:v>
                </c:pt>
                <c:pt idx="303">
                  <c:v>43039</c:v>
                </c:pt>
                <c:pt idx="304">
                  <c:v>43040</c:v>
                </c:pt>
                <c:pt idx="305">
                  <c:v>43041</c:v>
                </c:pt>
                <c:pt idx="306">
                  <c:v>43042</c:v>
                </c:pt>
                <c:pt idx="307">
                  <c:v>43045</c:v>
                </c:pt>
                <c:pt idx="308">
                  <c:v>43046</c:v>
                </c:pt>
                <c:pt idx="309">
                  <c:v>43047</c:v>
                </c:pt>
                <c:pt idx="310">
                  <c:v>43048</c:v>
                </c:pt>
                <c:pt idx="311">
                  <c:v>43049</c:v>
                </c:pt>
                <c:pt idx="312">
                  <c:v>43052</c:v>
                </c:pt>
                <c:pt idx="313">
                  <c:v>43053</c:v>
                </c:pt>
                <c:pt idx="314">
                  <c:v>43054</c:v>
                </c:pt>
                <c:pt idx="315">
                  <c:v>43055</c:v>
                </c:pt>
                <c:pt idx="316">
                  <c:v>43056</c:v>
                </c:pt>
                <c:pt idx="317">
                  <c:v>43059</c:v>
                </c:pt>
                <c:pt idx="318">
                  <c:v>43060</c:v>
                </c:pt>
                <c:pt idx="319">
                  <c:v>43061</c:v>
                </c:pt>
                <c:pt idx="320">
                  <c:v>43062</c:v>
                </c:pt>
                <c:pt idx="321">
                  <c:v>43063</c:v>
                </c:pt>
                <c:pt idx="322">
                  <c:v>43066</c:v>
                </c:pt>
                <c:pt idx="323">
                  <c:v>43067</c:v>
                </c:pt>
                <c:pt idx="324">
                  <c:v>43068</c:v>
                </c:pt>
                <c:pt idx="325">
                  <c:v>43069</c:v>
                </c:pt>
                <c:pt idx="326">
                  <c:v>43070</c:v>
                </c:pt>
                <c:pt idx="327">
                  <c:v>43073</c:v>
                </c:pt>
                <c:pt idx="328">
                  <c:v>43074</c:v>
                </c:pt>
                <c:pt idx="329">
                  <c:v>43075</c:v>
                </c:pt>
                <c:pt idx="330">
                  <c:v>43076</c:v>
                </c:pt>
                <c:pt idx="331">
                  <c:v>43077</c:v>
                </c:pt>
                <c:pt idx="332">
                  <c:v>43080</c:v>
                </c:pt>
                <c:pt idx="333">
                  <c:v>43081</c:v>
                </c:pt>
                <c:pt idx="334">
                  <c:v>43082</c:v>
                </c:pt>
                <c:pt idx="335">
                  <c:v>43083</c:v>
                </c:pt>
                <c:pt idx="336">
                  <c:v>43084</c:v>
                </c:pt>
                <c:pt idx="337">
                  <c:v>43087</c:v>
                </c:pt>
                <c:pt idx="338">
                  <c:v>43088</c:v>
                </c:pt>
                <c:pt idx="339">
                  <c:v>43089</c:v>
                </c:pt>
                <c:pt idx="340">
                  <c:v>43090</c:v>
                </c:pt>
                <c:pt idx="341">
                  <c:v>43091</c:v>
                </c:pt>
                <c:pt idx="342">
                  <c:v>43094</c:v>
                </c:pt>
                <c:pt idx="343">
                  <c:v>43095</c:v>
                </c:pt>
                <c:pt idx="344">
                  <c:v>43096</c:v>
                </c:pt>
                <c:pt idx="345">
                  <c:v>43097</c:v>
                </c:pt>
                <c:pt idx="346">
                  <c:v>43098</c:v>
                </c:pt>
                <c:pt idx="347">
                  <c:v>43102</c:v>
                </c:pt>
                <c:pt idx="348">
                  <c:v>43103</c:v>
                </c:pt>
                <c:pt idx="349">
                  <c:v>43104</c:v>
                </c:pt>
                <c:pt idx="350">
                  <c:v>43105</c:v>
                </c:pt>
                <c:pt idx="351">
                  <c:v>43108</c:v>
                </c:pt>
                <c:pt idx="352">
                  <c:v>43109</c:v>
                </c:pt>
                <c:pt idx="353">
                  <c:v>43110</c:v>
                </c:pt>
                <c:pt idx="354">
                  <c:v>43111</c:v>
                </c:pt>
                <c:pt idx="355">
                  <c:v>43112</c:v>
                </c:pt>
                <c:pt idx="356">
                  <c:v>43115</c:v>
                </c:pt>
                <c:pt idx="357">
                  <c:v>43116</c:v>
                </c:pt>
                <c:pt idx="358">
                  <c:v>43117</c:v>
                </c:pt>
                <c:pt idx="359">
                  <c:v>43118</c:v>
                </c:pt>
                <c:pt idx="360">
                  <c:v>43119</c:v>
                </c:pt>
                <c:pt idx="361">
                  <c:v>43122</c:v>
                </c:pt>
                <c:pt idx="362">
                  <c:v>43123</c:v>
                </c:pt>
                <c:pt idx="363">
                  <c:v>43124</c:v>
                </c:pt>
                <c:pt idx="364">
                  <c:v>43125</c:v>
                </c:pt>
                <c:pt idx="365">
                  <c:v>43126</c:v>
                </c:pt>
                <c:pt idx="366">
                  <c:v>43129</c:v>
                </c:pt>
                <c:pt idx="367">
                  <c:v>43130</c:v>
                </c:pt>
                <c:pt idx="368">
                  <c:v>43131</c:v>
                </c:pt>
                <c:pt idx="369">
                  <c:v>43132</c:v>
                </c:pt>
                <c:pt idx="370">
                  <c:v>43133</c:v>
                </c:pt>
                <c:pt idx="371">
                  <c:v>43136</c:v>
                </c:pt>
                <c:pt idx="372">
                  <c:v>43137</c:v>
                </c:pt>
                <c:pt idx="373">
                  <c:v>43138</c:v>
                </c:pt>
                <c:pt idx="374">
                  <c:v>43139</c:v>
                </c:pt>
                <c:pt idx="375">
                  <c:v>43140</c:v>
                </c:pt>
                <c:pt idx="376">
                  <c:v>43143</c:v>
                </c:pt>
                <c:pt idx="377">
                  <c:v>43144</c:v>
                </c:pt>
                <c:pt idx="378">
                  <c:v>43145</c:v>
                </c:pt>
                <c:pt idx="379">
                  <c:v>43146</c:v>
                </c:pt>
                <c:pt idx="380">
                  <c:v>43147</c:v>
                </c:pt>
                <c:pt idx="381">
                  <c:v>43150</c:v>
                </c:pt>
                <c:pt idx="382">
                  <c:v>43151</c:v>
                </c:pt>
                <c:pt idx="383">
                  <c:v>43152</c:v>
                </c:pt>
                <c:pt idx="384">
                  <c:v>43153</c:v>
                </c:pt>
                <c:pt idx="385">
                  <c:v>43154</c:v>
                </c:pt>
                <c:pt idx="386">
                  <c:v>43157</c:v>
                </c:pt>
                <c:pt idx="387">
                  <c:v>43158</c:v>
                </c:pt>
                <c:pt idx="388">
                  <c:v>43159</c:v>
                </c:pt>
                <c:pt idx="389">
                  <c:v>43160</c:v>
                </c:pt>
                <c:pt idx="390">
                  <c:v>43161</c:v>
                </c:pt>
                <c:pt idx="391">
                  <c:v>43164</c:v>
                </c:pt>
                <c:pt idx="392">
                  <c:v>43165</c:v>
                </c:pt>
                <c:pt idx="393">
                  <c:v>43166</c:v>
                </c:pt>
                <c:pt idx="394">
                  <c:v>43167</c:v>
                </c:pt>
                <c:pt idx="395">
                  <c:v>43168</c:v>
                </c:pt>
                <c:pt idx="396">
                  <c:v>43171</c:v>
                </c:pt>
                <c:pt idx="397">
                  <c:v>43172</c:v>
                </c:pt>
                <c:pt idx="398">
                  <c:v>43173</c:v>
                </c:pt>
                <c:pt idx="399">
                  <c:v>43174</c:v>
                </c:pt>
                <c:pt idx="400">
                  <c:v>43175</c:v>
                </c:pt>
                <c:pt idx="401">
                  <c:v>43178</c:v>
                </c:pt>
                <c:pt idx="402">
                  <c:v>43179</c:v>
                </c:pt>
                <c:pt idx="403">
                  <c:v>43180</c:v>
                </c:pt>
                <c:pt idx="404">
                  <c:v>43181</c:v>
                </c:pt>
                <c:pt idx="405">
                  <c:v>43182</c:v>
                </c:pt>
                <c:pt idx="406">
                  <c:v>43185</c:v>
                </c:pt>
                <c:pt idx="407">
                  <c:v>43186</c:v>
                </c:pt>
                <c:pt idx="408">
                  <c:v>43187</c:v>
                </c:pt>
                <c:pt idx="409">
                  <c:v>43188</c:v>
                </c:pt>
                <c:pt idx="410">
                  <c:v>43189</c:v>
                </c:pt>
                <c:pt idx="411">
                  <c:v>43192</c:v>
                </c:pt>
                <c:pt idx="412">
                  <c:v>43193</c:v>
                </c:pt>
                <c:pt idx="413">
                  <c:v>43194</c:v>
                </c:pt>
                <c:pt idx="414">
                  <c:v>43195</c:v>
                </c:pt>
                <c:pt idx="415">
                  <c:v>43196</c:v>
                </c:pt>
                <c:pt idx="416">
                  <c:v>43199</c:v>
                </c:pt>
                <c:pt idx="417">
                  <c:v>43200</c:v>
                </c:pt>
                <c:pt idx="418">
                  <c:v>43201</c:v>
                </c:pt>
                <c:pt idx="419">
                  <c:v>43202</c:v>
                </c:pt>
                <c:pt idx="420">
                  <c:v>43203</c:v>
                </c:pt>
                <c:pt idx="421">
                  <c:v>43206</c:v>
                </c:pt>
                <c:pt idx="422">
                  <c:v>43207</c:v>
                </c:pt>
                <c:pt idx="423">
                  <c:v>43208</c:v>
                </c:pt>
                <c:pt idx="424">
                  <c:v>43209</c:v>
                </c:pt>
                <c:pt idx="425">
                  <c:v>43210</c:v>
                </c:pt>
                <c:pt idx="426">
                  <c:v>43213</c:v>
                </c:pt>
                <c:pt idx="427">
                  <c:v>43214</c:v>
                </c:pt>
                <c:pt idx="428">
                  <c:v>43215</c:v>
                </c:pt>
                <c:pt idx="429">
                  <c:v>43216</c:v>
                </c:pt>
                <c:pt idx="430">
                  <c:v>43217</c:v>
                </c:pt>
                <c:pt idx="431">
                  <c:v>43220</c:v>
                </c:pt>
                <c:pt idx="432">
                  <c:v>43221</c:v>
                </c:pt>
                <c:pt idx="433">
                  <c:v>43222</c:v>
                </c:pt>
                <c:pt idx="434">
                  <c:v>43223</c:v>
                </c:pt>
                <c:pt idx="435">
                  <c:v>43224</c:v>
                </c:pt>
                <c:pt idx="436">
                  <c:v>43227</c:v>
                </c:pt>
                <c:pt idx="437">
                  <c:v>43228</c:v>
                </c:pt>
                <c:pt idx="438">
                  <c:v>43229</c:v>
                </c:pt>
                <c:pt idx="439">
                  <c:v>43230</c:v>
                </c:pt>
                <c:pt idx="440">
                  <c:v>43231</c:v>
                </c:pt>
                <c:pt idx="441">
                  <c:v>43234</c:v>
                </c:pt>
                <c:pt idx="442">
                  <c:v>43235</c:v>
                </c:pt>
                <c:pt idx="443">
                  <c:v>43236</c:v>
                </c:pt>
                <c:pt idx="444">
                  <c:v>43237</c:v>
                </c:pt>
                <c:pt idx="445">
                  <c:v>43238</c:v>
                </c:pt>
                <c:pt idx="446">
                  <c:v>43241</c:v>
                </c:pt>
                <c:pt idx="447">
                  <c:v>43242</c:v>
                </c:pt>
                <c:pt idx="448">
                  <c:v>43243</c:v>
                </c:pt>
                <c:pt idx="449">
                  <c:v>43244</c:v>
                </c:pt>
                <c:pt idx="450">
                  <c:v>43245</c:v>
                </c:pt>
                <c:pt idx="451">
                  <c:v>43248</c:v>
                </c:pt>
                <c:pt idx="452">
                  <c:v>43249</c:v>
                </c:pt>
                <c:pt idx="453">
                  <c:v>43250</c:v>
                </c:pt>
                <c:pt idx="454">
                  <c:v>43251</c:v>
                </c:pt>
                <c:pt idx="455">
                  <c:v>43252</c:v>
                </c:pt>
                <c:pt idx="456">
                  <c:v>43255</c:v>
                </c:pt>
                <c:pt idx="457">
                  <c:v>43256</c:v>
                </c:pt>
                <c:pt idx="458">
                  <c:v>43257</c:v>
                </c:pt>
                <c:pt idx="459">
                  <c:v>43258</c:v>
                </c:pt>
                <c:pt idx="460">
                  <c:v>43259</c:v>
                </c:pt>
                <c:pt idx="461">
                  <c:v>43262</c:v>
                </c:pt>
                <c:pt idx="462">
                  <c:v>43263</c:v>
                </c:pt>
                <c:pt idx="463">
                  <c:v>43264</c:v>
                </c:pt>
                <c:pt idx="464">
                  <c:v>43265</c:v>
                </c:pt>
                <c:pt idx="465">
                  <c:v>43266</c:v>
                </c:pt>
                <c:pt idx="466">
                  <c:v>43269</c:v>
                </c:pt>
                <c:pt idx="467">
                  <c:v>43270</c:v>
                </c:pt>
                <c:pt idx="468">
                  <c:v>43271</c:v>
                </c:pt>
                <c:pt idx="469">
                  <c:v>43272</c:v>
                </c:pt>
                <c:pt idx="470">
                  <c:v>43273</c:v>
                </c:pt>
                <c:pt idx="471">
                  <c:v>43276</c:v>
                </c:pt>
                <c:pt idx="472">
                  <c:v>43277</c:v>
                </c:pt>
                <c:pt idx="473">
                  <c:v>43278</c:v>
                </c:pt>
                <c:pt idx="474">
                  <c:v>43279</c:v>
                </c:pt>
                <c:pt idx="475">
                  <c:v>43280</c:v>
                </c:pt>
                <c:pt idx="476">
                  <c:v>43283</c:v>
                </c:pt>
                <c:pt idx="477">
                  <c:v>43284</c:v>
                </c:pt>
                <c:pt idx="478">
                  <c:v>43285</c:v>
                </c:pt>
                <c:pt idx="479">
                  <c:v>43286</c:v>
                </c:pt>
                <c:pt idx="480">
                  <c:v>43287</c:v>
                </c:pt>
                <c:pt idx="481">
                  <c:v>43290</c:v>
                </c:pt>
                <c:pt idx="482">
                  <c:v>43291</c:v>
                </c:pt>
                <c:pt idx="483">
                  <c:v>43292</c:v>
                </c:pt>
                <c:pt idx="484">
                  <c:v>43293</c:v>
                </c:pt>
                <c:pt idx="485">
                  <c:v>43294</c:v>
                </c:pt>
                <c:pt idx="486">
                  <c:v>43297</c:v>
                </c:pt>
                <c:pt idx="487">
                  <c:v>43298</c:v>
                </c:pt>
                <c:pt idx="488">
                  <c:v>43299</c:v>
                </c:pt>
                <c:pt idx="489">
                  <c:v>43300</c:v>
                </c:pt>
                <c:pt idx="490">
                  <c:v>43301</c:v>
                </c:pt>
                <c:pt idx="491">
                  <c:v>43304</c:v>
                </c:pt>
                <c:pt idx="492">
                  <c:v>43305</c:v>
                </c:pt>
                <c:pt idx="493">
                  <c:v>43306</c:v>
                </c:pt>
                <c:pt idx="494">
                  <c:v>43307</c:v>
                </c:pt>
                <c:pt idx="495">
                  <c:v>43308</c:v>
                </c:pt>
                <c:pt idx="496">
                  <c:v>43311</c:v>
                </c:pt>
                <c:pt idx="497">
                  <c:v>43312</c:v>
                </c:pt>
                <c:pt idx="498">
                  <c:v>43313</c:v>
                </c:pt>
                <c:pt idx="499">
                  <c:v>43314</c:v>
                </c:pt>
                <c:pt idx="500">
                  <c:v>43315</c:v>
                </c:pt>
                <c:pt idx="501">
                  <c:v>43318</c:v>
                </c:pt>
                <c:pt idx="502">
                  <c:v>43319</c:v>
                </c:pt>
                <c:pt idx="503">
                  <c:v>43320</c:v>
                </c:pt>
                <c:pt idx="504">
                  <c:v>43321</c:v>
                </c:pt>
                <c:pt idx="505">
                  <c:v>43322</c:v>
                </c:pt>
                <c:pt idx="506">
                  <c:v>43325</c:v>
                </c:pt>
                <c:pt idx="507">
                  <c:v>43326</c:v>
                </c:pt>
                <c:pt idx="508">
                  <c:v>43327</c:v>
                </c:pt>
                <c:pt idx="509">
                  <c:v>43328</c:v>
                </c:pt>
                <c:pt idx="510">
                  <c:v>43329</c:v>
                </c:pt>
                <c:pt idx="511">
                  <c:v>43332</c:v>
                </c:pt>
                <c:pt idx="512">
                  <c:v>43333</c:v>
                </c:pt>
                <c:pt idx="513">
                  <c:v>43334</c:v>
                </c:pt>
                <c:pt idx="514">
                  <c:v>43335</c:v>
                </c:pt>
                <c:pt idx="515">
                  <c:v>43336</c:v>
                </c:pt>
                <c:pt idx="516">
                  <c:v>43339</c:v>
                </c:pt>
                <c:pt idx="517">
                  <c:v>43340</c:v>
                </c:pt>
                <c:pt idx="518">
                  <c:v>43341</c:v>
                </c:pt>
                <c:pt idx="519">
                  <c:v>43342</c:v>
                </c:pt>
                <c:pt idx="520">
                  <c:v>43343</c:v>
                </c:pt>
                <c:pt idx="521">
                  <c:v>43346</c:v>
                </c:pt>
                <c:pt idx="522">
                  <c:v>43347</c:v>
                </c:pt>
                <c:pt idx="523">
                  <c:v>43348</c:v>
                </c:pt>
                <c:pt idx="524">
                  <c:v>43349</c:v>
                </c:pt>
                <c:pt idx="525">
                  <c:v>43350</c:v>
                </c:pt>
                <c:pt idx="526">
                  <c:v>43353</c:v>
                </c:pt>
                <c:pt idx="527">
                  <c:v>43354</c:v>
                </c:pt>
                <c:pt idx="528">
                  <c:v>43355</c:v>
                </c:pt>
                <c:pt idx="529">
                  <c:v>43356</c:v>
                </c:pt>
                <c:pt idx="530">
                  <c:v>43357</c:v>
                </c:pt>
                <c:pt idx="531">
                  <c:v>43360</c:v>
                </c:pt>
                <c:pt idx="532">
                  <c:v>43361</c:v>
                </c:pt>
                <c:pt idx="533">
                  <c:v>43362</c:v>
                </c:pt>
                <c:pt idx="534">
                  <c:v>43363</c:v>
                </c:pt>
                <c:pt idx="535">
                  <c:v>43364</c:v>
                </c:pt>
                <c:pt idx="536">
                  <c:v>43367</c:v>
                </c:pt>
                <c:pt idx="537">
                  <c:v>43368</c:v>
                </c:pt>
                <c:pt idx="538">
                  <c:v>43369</c:v>
                </c:pt>
                <c:pt idx="539">
                  <c:v>43370</c:v>
                </c:pt>
                <c:pt idx="540">
                  <c:v>43371</c:v>
                </c:pt>
                <c:pt idx="541">
                  <c:v>43374</c:v>
                </c:pt>
                <c:pt idx="542">
                  <c:v>43375</c:v>
                </c:pt>
                <c:pt idx="543">
                  <c:v>43376</c:v>
                </c:pt>
                <c:pt idx="544">
                  <c:v>43377</c:v>
                </c:pt>
                <c:pt idx="545">
                  <c:v>43378</c:v>
                </c:pt>
                <c:pt idx="546">
                  <c:v>43381</c:v>
                </c:pt>
                <c:pt idx="547">
                  <c:v>43382</c:v>
                </c:pt>
                <c:pt idx="548">
                  <c:v>43383</c:v>
                </c:pt>
                <c:pt idx="549">
                  <c:v>43384</c:v>
                </c:pt>
                <c:pt idx="550">
                  <c:v>43385</c:v>
                </c:pt>
                <c:pt idx="551">
                  <c:v>43388</c:v>
                </c:pt>
                <c:pt idx="552">
                  <c:v>43389</c:v>
                </c:pt>
                <c:pt idx="553">
                  <c:v>43390</c:v>
                </c:pt>
                <c:pt idx="554">
                  <c:v>43391</c:v>
                </c:pt>
                <c:pt idx="555">
                  <c:v>43392</c:v>
                </c:pt>
                <c:pt idx="556">
                  <c:v>43395</c:v>
                </c:pt>
                <c:pt idx="557">
                  <c:v>43396</c:v>
                </c:pt>
                <c:pt idx="558">
                  <c:v>43397</c:v>
                </c:pt>
                <c:pt idx="559">
                  <c:v>43398</c:v>
                </c:pt>
                <c:pt idx="560">
                  <c:v>43399</c:v>
                </c:pt>
                <c:pt idx="561">
                  <c:v>43402</c:v>
                </c:pt>
                <c:pt idx="562">
                  <c:v>43403</c:v>
                </c:pt>
                <c:pt idx="563">
                  <c:v>43404</c:v>
                </c:pt>
                <c:pt idx="564">
                  <c:v>43405</c:v>
                </c:pt>
                <c:pt idx="565">
                  <c:v>43406</c:v>
                </c:pt>
                <c:pt idx="566">
                  <c:v>43409</c:v>
                </c:pt>
                <c:pt idx="567">
                  <c:v>43410</c:v>
                </c:pt>
                <c:pt idx="568">
                  <c:v>43411</c:v>
                </c:pt>
                <c:pt idx="569">
                  <c:v>43412</c:v>
                </c:pt>
                <c:pt idx="570">
                  <c:v>43413</c:v>
                </c:pt>
                <c:pt idx="571">
                  <c:v>43416</c:v>
                </c:pt>
                <c:pt idx="572">
                  <c:v>43417</c:v>
                </c:pt>
                <c:pt idx="573">
                  <c:v>43418</c:v>
                </c:pt>
                <c:pt idx="574">
                  <c:v>43419</c:v>
                </c:pt>
                <c:pt idx="575">
                  <c:v>43420</c:v>
                </c:pt>
                <c:pt idx="576">
                  <c:v>43423</c:v>
                </c:pt>
                <c:pt idx="577">
                  <c:v>43424</c:v>
                </c:pt>
                <c:pt idx="578">
                  <c:v>43425</c:v>
                </c:pt>
                <c:pt idx="579">
                  <c:v>43426</c:v>
                </c:pt>
                <c:pt idx="580">
                  <c:v>43427</c:v>
                </c:pt>
                <c:pt idx="581">
                  <c:v>43430</c:v>
                </c:pt>
                <c:pt idx="582">
                  <c:v>43431</c:v>
                </c:pt>
                <c:pt idx="583">
                  <c:v>43432</c:v>
                </c:pt>
                <c:pt idx="584">
                  <c:v>43433</c:v>
                </c:pt>
                <c:pt idx="585">
                  <c:v>43434</c:v>
                </c:pt>
                <c:pt idx="586">
                  <c:v>43437</c:v>
                </c:pt>
                <c:pt idx="587">
                  <c:v>43438</c:v>
                </c:pt>
                <c:pt idx="588">
                  <c:v>43439</c:v>
                </c:pt>
                <c:pt idx="589">
                  <c:v>43440</c:v>
                </c:pt>
                <c:pt idx="590">
                  <c:v>43441</c:v>
                </c:pt>
                <c:pt idx="591">
                  <c:v>43444</c:v>
                </c:pt>
                <c:pt idx="592">
                  <c:v>43445</c:v>
                </c:pt>
                <c:pt idx="593">
                  <c:v>43446</c:v>
                </c:pt>
                <c:pt idx="594">
                  <c:v>43447</c:v>
                </c:pt>
                <c:pt idx="595">
                  <c:v>43448</c:v>
                </c:pt>
                <c:pt idx="596">
                  <c:v>43451</c:v>
                </c:pt>
                <c:pt idx="597">
                  <c:v>43452</c:v>
                </c:pt>
                <c:pt idx="598">
                  <c:v>43453</c:v>
                </c:pt>
                <c:pt idx="599">
                  <c:v>43454</c:v>
                </c:pt>
                <c:pt idx="600">
                  <c:v>43455</c:v>
                </c:pt>
                <c:pt idx="601">
                  <c:v>43458</c:v>
                </c:pt>
                <c:pt idx="602">
                  <c:v>43460</c:v>
                </c:pt>
                <c:pt idx="603">
                  <c:v>43461</c:v>
                </c:pt>
                <c:pt idx="604">
                  <c:v>43462</c:v>
                </c:pt>
                <c:pt idx="605">
                  <c:v>43465</c:v>
                </c:pt>
                <c:pt idx="606">
                  <c:v>43467</c:v>
                </c:pt>
                <c:pt idx="607">
                  <c:v>43468</c:v>
                </c:pt>
                <c:pt idx="608">
                  <c:v>43469</c:v>
                </c:pt>
                <c:pt idx="609">
                  <c:v>43472</c:v>
                </c:pt>
                <c:pt idx="610">
                  <c:v>43473</c:v>
                </c:pt>
                <c:pt idx="611">
                  <c:v>43474</c:v>
                </c:pt>
                <c:pt idx="612">
                  <c:v>43475</c:v>
                </c:pt>
                <c:pt idx="613">
                  <c:v>43476</c:v>
                </c:pt>
                <c:pt idx="614">
                  <c:v>43479</c:v>
                </c:pt>
                <c:pt idx="615">
                  <c:v>43480</c:v>
                </c:pt>
                <c:pt idx="616">
                  <c:v>43481</c:v>
                </c:pt>
                <c:pt idx="617">
                  <c:v>43482</c:v>
                </c:pt>
                <c:pt idx="618">
                  <c:v>43483</c:v>
                </c:pt>
                <c:pt idx="619">
                  <c:v>43486</c:v>
                </c:pt>
                <c:pt idx="620">
                  <c:v>43487</c:v>
                </c:pt>
                <c:pt idx="621">
                  <c:v>43488</c:v>
                </c:pt>
                <c:pt idx="622">
                  <c:v>43489</c:v>
                </c:pt>
                <c:pt idx="623">
                  <c:v>43490</c:v>
                </c:pt>
                <c:pt idx="624">
                  <c:v>43493</c:v>
                </c:pt>
                <c:pt idx="625">
                  <c:v>43494</c:v>
                </c:pt>
                <c:pt idx="626">
                  <c:v>43495</c:v>
                </c:pt>
                <c:pt idx="627">
                  <c:v>43496</c:v>
                </c:pt>
                <c:pt idx="628">
                  <c:v>43497</c:v>
                </c:pt>
                <c:pt idx="629">
                  <c:v>43500</c:v>
                </c:pt>
                <c:pt idx="630">
                  <c:v>43501</c:v>
                </c:pt>
                <c:pt idx="631">
                  <c:v>43502</c:v>
                </c:pt>
                <c:pt idx="632">
                  <c:v>43503</c:v>
                </c:pt>
                <c:pt idx="633">
                  <c:v>43504</c:v>
                </c:pt>
                <c:pt idx="634">
                  <c:v>43507</c:v>
                </c:pt>
                <c:pt idx="635">
                  <c:v>43508</c:v>
                </c:pt>
                <c:pt idx="636">
                  <c:v>43509</c:v>
                </c:pt>
                <c:pt idx="637">
                  <c:v>43510</c:v>
                </c:pt>
                <c:pt idx="638">
                  <c:v>43511</c:v>
                </c:pt>
                <c:pt idx="639">
                  <c:v>43514</c:v>
                </c:pt>
                <c:pt idx="640">
                  <c:v>43515</c:v>
                </c:pt>
                <c:pt idx="641">
                  <c:v>43516</c:v>
                </c:pt>
                <c:pt idx="642">
                  <c:v>43517</c:v>
                </c:pt>
                <c:pt idx="643">
                  <c:v>43518</c:v>
                </c:pt>
                <c:pt idx="644">
                  <c:v>43521</c:v>
                </c:pt>
                <c:pt idx="645">
                  <c:v>43522</c:v>
                </c:pt>
                <c:pt idx="646">
                  <c:v>43523</c:v>
                </c:pt>
                <c:pt idx="647">
                  <c:v>43524</c:v>
                </c:pt>
                <c:pt idx="648">
                  <c:v>43525</c:v>
                </c:pt>
                <c:pt idx="649">
                  <c:v>43528</c:v>
                </c:pt>
                <c:pt idx="650">
                  <c:v>43529</c:v>
                </c:pt>
                <c:pt idx="651">
                  <c:v>43530</c:v>
                </c:pt>
                <c:pt idx="652">
                  <c:v>43531</c:v>
                </c:pt>
                <c:pt idx="653">
                  <c:v>43532</c:v>
                </c:pt>
                <c:pt idx="654">
                  <c:v>43535</c:v>
                </c:pt>
                <c:pt idx="655">
                  <c:v>43536</c:v>
                </c:pt>
                <c:pt idx="656">
                  <c:v>43537</c:v>
                </c:pt>
                <c:pt idx="657">
                  <c:v>43538</c:v>
                </c:pt>
                <c:pt idx="658">
                  <c:v>43539</c:v>
                </c:pt>
                <c:pt idx="659">
                  <c:v>43542</c:v>
                </c:pt>
                <c:pt idx="660">
                  <c:v>43543</c:v>
                </c:pt>
                <c:pt idx="661">
                  <c:v>43544</c:v>
                </c:pt>
                <c:pt idx="662">
                  <c:v>43545</c:v>
                </c:pt>
                <c:pt idx="663">
                  <c:v>43546</c:v>
                </c:pt>
                <c:pt idx="664">
                  <c:v>43549</c:v>
                </c:pt>
                <c:pt idx="665">
                  <c:v>43550</c:v>
                </c:pt>
                <c:pt idx="666">
                  <c:v>43551</c:v>
                </c:pt>
                <c:pt idx="667">
                  <c:v>43552</c:v>
                </c:pt>
                <c:pt idx="668">
                  <c:v>43553</c:v>
                </c:pt>
                <c:pt idx="669">
                  <c:v>43556</c:v>
                </c:pt>
                <c:pt idx="670">
                  <c:v>43557</c:v>
                </c:pt>
                <c:pt idx="671">
                  <c:v>43558</c:v>
                </c:pt>
                <c:pt idx="672">
                  <c:v>43559</c:v>
                </c:pt>
                <c:pt idx="673">
                  <c:v>43560</c:v>
                </c:pt>
                <c:pt idx="674">
                  <c:v>43563</c:v>
                </c:pt>
                <c:pt idx="675">
                  <c:v>43564</c:v>
                </c:pt>
                <c:pt idx="676">
                  <c:v>43565</c:v>
                </c:pt>
                <c:pt idx="677">
                  <c:v>43566</c:v>
                </c:pt>
                <c:pt idx="678">
                  <c:v>43567</c:v>
                </c:pt>
                <c:pt idx="679">
                  <c:v>43570</c:v>
                </c:pt>
                <c:pt idx="680">
                  <c:v>43571</c:v>
                </c:pt>
                <c:pt idx="681">
                  <c:v>43572</c:v>
                </c:pt>
                <c:pt idx="682">
                  <c:v>43573</c:v>
                </c:pt>
                <c:pt idx="683">
                  <c:v>43574</c:v>
                </c:pt>
                <c:pt idx="684">
                  <c:v>43577</c:v>
                </c:pt>
                <c:pt idx="685">
                  <c:v>43578</c:v>
                </c:pt>
                <c:pt idx="686">
                  <c:v>43579</c:v>
                </c:pt>
                <c:pt idx="687">
                  <c:v>43580</c:v>
                </c:pt>
                <c:pt idx="688">
                  <c:v>43581</c:v>
                </c:pt>
                <c:pt idx="689">
                  <c:v>43584</c:v>
                </c:pt>
                <c:pt idx="690">
                  <c:v>43585</c:v>
                </c:pt>
                <c:pt idx="691">
                  <c:v>43586</c:v>
                </c:pt>
                <c:pt idx="692">
                  <c:v>43587</c:v>
                </c:pt>
                <c:pt idx="693">
                  <c:v>43588</c:v>
                </c:pt>
                <c:pt idx="694">
                  <c:v>43591</c:v>
                </c:pt>
                <c:pt idx="695">
                  <c:v>43592</c:v>
                </c:pt>
                <c:pt idx="696">
                  <c:v>43593</c:v>
                </c:pt>
                <c:pt idx="697">
                  <c:v>43594</c:v>
                </c:pt>
                <c:pt idx="698">
                  <c:v>43595</c:v>
                </c:pt>
                <c:pt idx="699">
                  <c:v>43598</c:v>
                </c:pt>
                <c:pt idx="700">
                  <c:v>43599</c:v>
                </c:pt>
                <c:pt idx="701">
                  <c:v>43600</c:v>
                </c:pt>
                <c:pt idx="702">
                  <c:v>43601</c:v>
                </c:pt>
                <c:pt idx="703">
                  <c:v>43602</c:v>
                </c:pt>
                <c:pt idx="704">
                  <c:v>43605</c:v>
                </c:pt>
                <c:pt idx="705">
                  <c:v>43606</c:v>
                </c:pt>
                <c:pt idx="706">
                  <c:v>43607</c:v>
                </c:pt>
                <c:pt idx="707">
                  <c:v>43608</c:v>
                </c:pt>
                <c:pt idx="708">
                  <c:v>43609</c:v>
                </c:pt>
                <c:pt idx="709">
                  <c:v>43612</c:v>
                </c:pt>
                <c:pt idx="710">
                  <c:v>43613</c:v>
                </c:pt>
                <c:pt idx="711">
                  <c:v>43614</c:v>
                </c:pt>
                <c:pt idx="712">
                  <c:v>43615</c:v>
                </c:pt>
                <c:pt idx="713">
                  <c:v>43616</c:v>
                </c:pt>
                <c:pt idx="714">
                  <c:v>43619</c:v>
                </c:pt>
                <c:pt idx="715">
                  <c:v>43620</c:v>
                </c:pt>
                <c:pt idx="716">
                  <c:v>43621</c:v>
                </c:pt>
                <c:pt idx="717">
                  <c:v>43622</c:v>
                </c:pt>
                <c:pt idx="718">
                  <c:v>43623</c:v>
                </c:pt>
                <c:pt idx="719">
                  <c:v>43626</c:v>
                </c:pt>
                <c:pt idx="720">
                  <c:v>43627</c:v>
                </c:pt>
                <c:pt idx="721">
                  <c:v>43628</c:v>
                </c:pt>
                <c:pt idx="722">
                  <c:v>43629</c:v>
                </c:pt>
                <c:pt idx="723">
                  <c:v>43630</c:v>
                </c:pt>
                <c:pt idx="724">
                  <c:v>43633</c:v>
                </c:pt>
                <c:pt idx="725">
                  <c:v>43634</c:v>
                </c:pt>
                <c:pt idx="726">
                  <c:v>43635</c:v>
                </c:pt>
                <c:pt idx="727">
                  <c:v>43636</c:v>
                </c:pt>
                <c:pt idx="728">
                  <c:v>43637</c:v>
                </c:pt>
                <c:pt idx="729">
                  <c:v>43640</c:v>
                </c:pt>
                <c:pt idx="730">
                  <c:v>43641</c:v>
                </c:pt>
                <c:pt idx="731">
                  <c:v>43642</c:v>
                </c:pt>
                <c:pt idx="732">
                  <c:v>43643</c:v>
                </c:pt>
                <c:pt idx="733">
                  <c:v>43644</c:v>
                </c:pt>
                <c:pt idx="734">
                  <c:v>43647</c:v>
                </c:pt>
                <c:pt idx="735">
                  <c:v>43648</c:v>
                </c:pt>
                <c:pt idx="736">
                  <c:v>43649</c:v>
                </c:pt>
                <c:pt idx="737">
                  <c:v>43650</c:v>
                </c:pt>
                <c:pt idx="738">
                  <c:v>43651</c:v>
                </c:pt>
                <c:pt idx="739">
                  <c:v>43654</c:v>
                </c:pt>
                <c:pt idx="740">
                  <c:v>43655</c:v>
                </c:pt>
                <c:pt idx="741">
                  <c:v>43656</c:v>
                </c:pt>
                <c:pt idx="742">
                  <c:v>43657</c:v>
                </c:pt>
                <c:pt idx="743">
                  <c:v>43658</c:v>
                </c:pt>
                <c:pt idx="744">
                  <c:v>43661</c:v>
                </c:pt>
                <c:pt idx="745">
                  <c:v>43662</c:v>
                </c:pt>
                <c:pt idx="746">
                  <c:v>43663</c:v>
                </c:pt>
                <c:pt idx="747">
                  <c:v>43664</c:v>
                </c:pt>
                <c:pt idx="748">
                  <c:v>43665</c:v>
                </c:pt>
                <c:pt idx="749">
                  <c:v>43668</c:v>
                </c:pt>
                <c:pt idx="750">
                  <c:v>43669</c:v>
                </c:pt>
                <c:pt idx="751">
                  <c:v>43670</c:v>
                </c:pt>
                <c:pt idx="752">
                  <c:v>43671</c:v>
                </c:pt>
                <c:pt idx="753">
                  <c:v>43672</c:v>
                </c:pt>
                <c:pt idx="754">
                  <c:v>43675</c:v>
                </c:pt>
                <c:pt idx="755">
                  <c:v>43676</c:v>
                </c:pt>
                <c:pt idx="756">
                  <c:v>43677</c:v>
                </c:pt>
                <c:pt idx="757">
                  <c:v>43678</c:v>
                </c:pt>
                <c:pt idx="758">
                  <c:v>43679</c:v>
                </c:pt>
                <c:pt idx="759">
                  <c:v>43682</c:v>
                </c:pt>
                <c:pt idx="760">
                  <c:v>43683</c:v>
                </c:pt>
                <c:pt idx="761">
                  <c:v>43684</c:v>
                </c:pt>
                <c:pt idx="762">
                  <c:v>43685</c:v>
                </c:pt>
                <c:pt idx="763">
                  <c:v>43686</c:v>
                </c:pt>
                <c:pt idx="764">
                  <c:v>43689</c:v>
                </c:pt>
                <c:pt idx="765">
                  <c:v>43690</c:v>
                </c:pt>
                <c:pt idx="766">
                  <c:v>43691</c:v>
                </c:pt>
                <c:pt idx="767">
                  <c:v>43692</c:v>
                </c:pt>
                <c:pt idx="768">
                  <c:v>43693</c:v>
                </c:pt>
                <c:pt idx="769">
                  <c:v>43696</c:v>
                </c:pt>
                <c:pt idx="770">
                  <c:v>43697</c:v>
                </c:pt>
                <c:pt idx="771">
                  <c:v>43698</c:v>
                </c:pt>
                <c:pt idx="772">
                  <c:v>43699</c:v>
                </c:pt>
                <c:pt idx="773">
                  <c:v>43700</c:v>
                </c:pt>
                <c:pt idx="774">
                  <c:v>43703</c:v>
                </c:pt>
                <c:pt idx="775">
                  <c:v>43704</c:v>
                </c:pt>
                <c:pt idx="776">
                  <c:v>43705</c:v>
                </c:pt>
                <c:pt idx="777">
                  <c:v>43706</c:v>
                </c:pt>
                <c:pt idx="778">
                  <c:v>43707</c:v>
                </c:pt>
                <c:pt idx="779">
                  <c:v>43710</c:v>
                </c:pt>
                <c:pt idx="780">
                  <c:v>43711</c:v>
                </c:pt>
                <c:pt idx="781">
                  <c:v>43712</c:v>
                </c:pt>
                <c:pt idx="782">
                  <c:v>43713</c:v>
                </c:pt>
                <c:pt idx="783">
                  <c:v>43714</c:v>
                </c:pt>
                <c:pt idx="784">
                  <c:v>43717</c:v>
                </c:pt>
                <c:pt idx="785">
                  <c:v>43718</c:v>
                </c:pt>
                <c:pt idx="786">
                  <c:v>43719</c:v>
                </c:pt>
                <c:pt idx="787">
                  <c:v>43720</c:v>
                </c:pt>
                <c:pt idx="788">
                  <c:v>43721</c:v>
                </c:pt>
                <c:pt idx="789">
                  <c:v>43724</c:v>
                </c:pt>
                <c:pt idx="790">
                  <c:v>43725</c:v>
                </c:pt>
                <c:pt idx="791">
                  <c:v>43726</c:v>
                </c:pt>
                <c:pt idx="792">
                  <c:v>43727</c:v>
                </c:pt>
                <c:pt idx="793">
                  <c:v>43728</c:v>
                </c:pt>
                <c:pt idx="794">
                  <c:v>43731</c:v>
                </c:pt>
                <c:pt idx="795">
                  <c:v>43732</c:v>
                </c:pt>
                <c:pt idx="796">
                  <c:v>43733</c:v>
                </c:pt>
                <c:pt idx="797">
                  <c:v>43734</c:v>
                </c:pt>
                <c:pt idx="798">
                  <c:v>43735</c:v>
                </c:pt>
                <c:pt idx="799">
                  <c:v>43738</c:v>
                </c:pt>
                <c:pt idx="800">
                  <c:v>43739</c:v>
                </c:pt>
                <c:pt idx="801">
                  <c:v>43740</c:v>
                </c:pt>
                <c:pt idx="802">
                  <c:v>43741</c:v>
                </c:pt>
                <c:pt idx="803">
                  <c:v>43742</c:v>
                </c:pt>
                <c:pt idx="804">
                  <c:v>43745</c:v>
                </c:pt>
                <c:pt idx="805">
                  <c:v>43746</c:v>
                </c:pt>
                <c:pt idx="806">
                  <c:v>43747</c:v>
                </c:pt>
                <c:pt idx="807">
                  <c:v>43748</c:v>
                </c:pt>
                <c:pt idx="808">
                  <c:v>43749</c:v>
                </c:pt>
                <c:pt idx="809">
                  <c:v>43752</c:v>
                </c:pt>
                <c:pt idx="810">
                  <c:v>43753</c:v>
                </c:pt>
                <c:pt idx="811">
                  <c:v>43754</c:v>
                </c:pt>
                <c:pt idx="812">
                  <c:v>43755</c:v>
                </c:pt>
                <c:pt idx="813">
                  <c:v>43756</c:v>
                </c:pt>
                <c:pt idx="814">
                  <c:v>43759</c:v>
                </c:pt>
                <c:pt idx="815">
                  <c:v>43760</c:v>
                </c:pt>
                <c:pt idx="816">
                  <c:v>43761</c:v>
                </c:pt>
                <c:pt idx="817">
                  <c:v>43762</c:v>
                </c:pt>
                <c:pt idx="818">
                  <c:v>43763</c:v>
                </c:pt>
                <c:pt idx="819">
                  <c:v>43766</c:v>
                </c:pt>
                <c:pt idx="820">
                  <c:v>43767</c:v>
                </c:pt>
                <c:pt idx="821">
                  <c:v>43768</c:v>
                </c:pt>
                <c:pt idx="822">
                  <c:v>43769</c:v>
                </c:pt>
                <c:pt idx="823">
                  <c:v>43770</c:v>
                </c:pt>
                <c:pt idx="824">
                  <c:v>43773</c:v>
                </c:pt>
                <c:pt idx="825">
                  <c:v>43774</c:v>
                </c:pt>
                <c:pt idx="826">
                  <c:v>43775</c:v>
                </c:pt>
                <c:pt idx="827">
                  <c:v>43776</c:v>
                </c:pt>
                <c:pt idx="828">
                  <c:v>43777</c:v>
                </c:pt>
                <c:pt idx="829">
                  <c:v>43780</c:v>
                </c:pt>
                <c:pt idx="830">
                  <c:v>43781</c:v>
                </c:pt>
                <c:pt idx="831">
                  <c:v>43782</c:v>
                </c:pt>
                <c:pt idx="832">
                  <c:v>43783</c:v>
                </c:pt>
                <c:pt idx="833">
                  <c:v>43784</c:v>
                </c:pt>
                <c:pt idx="834">
                  <c:v>43787</c:v>
                </c:pt>
                <c:pt idx="835">
                  <c:v>43788</c:v>
                </c:pt>
                <c:pt idx="836">
                  <c:v>43789</c:v>
                </c:pt>
                <c:pt idx="837">
                  <c:v>43790</c:v>
                </c:pt>
                <c:pt idx="838">
                  <c:v>43791</c:v>
                </c:pt>
                <c:pt idx="839">
                  <c:v>43794</c:v>
                </c:pt>
                <c:pt idx="840">
                  <c:v>43795</c:v>
                </c:pt>
                <c:pt idx="841">
                  <c:v>43796</c:v>
                </c:pt>
                <c:pt idx="842">
                  <c:v>43797</c:v>
                </c:pt>
                <c:pt idx="843">
                  <c:v>43798</c:v>
                </c:pt>
                <c:pt idx="844">
                  <c:v>43801</c:v>
                </c:pt>
                <c:pt idx="845">
                  <c:v>43802</c:v>
                </c:pt>
                <c:pt idx="846">
                  <c:v>43803</c:v>
                </c:pt>
                <c:pt idx="847">
                  <c:v>43804</c:v>
                </c:pt>
                <c:pt idx="848">
                  <c:v>43805</c:v>
                </c:pt>
                <c:pt idx="849">
                  <c:v>43808</c:v>
                </c:pt>
                <c:pt idx="850">
                  <c:v>43809</c:v>
                </c:pt>
                <c:pt idx="851">
                  <c:v>43810</c:v>
                </c:pt>
                <c:pt idx="852">
                  <c:v>43811</c:v>
                </c:pt>
                <c:pt idx="853">
                  <c:v>43812</c:v>
                </c:pt>
                <c:pt idx="854">
                  <c:v>43815</c:v>
                </c:pt>
                <c:pt idx="855">
                  <c:v>43816</c:v>
                </c:pt>
                <c:pt idx="856">
                  <c:v>43817</c:v>
                </c:pt>
                <c:pt idx="857">
                  <c:v>43818</c:v>
                </c:pt>
                <c:pt idx="858">
                  <c:v>43819</c:v>
                </c:pt>
                <c:pt idx="859">
                  <c:v>43822</c:v>
                </c:pt>
                <c:pt idx="860">
                  <c:v>43823</c:v>
                </c:pt>
                <c:pt idx="861">
                  <c:v>43824</c:v>
                </c:pt>
                <c:pt idx="862">
                  <c:v>43825</c:v>
                </c:pt>
                <c:pt idx="863">
                  <c:v>43826</c:v>
                </c:pt>
                <c:pt idx="864">
                  <c:v>43829</c:v>
                </c:pt>
                <c:pt idx="865">
                  <c:v>43830</c:v>
                </c:pt>
                <c:pt idx="866">
                  <c:v>43831</c:v>
                </c:pt>
                <c:pt idx="867">
                  <c:v>43832</c:v>
                </c:pt>
                <c:pt idx="868">
                  <c:v>43833</c:v>
                </c:pt>
                <c:pt idx="869">
                  <c:v>43836</c:v>
                </c:pt>
                <c:pt idx="870">
                  <c:v>43837</c:v>
                </c:pt>
                <c:pt idx="871">
                  <c:v>43838</c:v>
                </c:pt>
                <c:pt idx="872">
                  <c:v>43839</c:v>
                </c:pt>
                <c:pt idx="873">
                  <c:v>43840</c:v>
                </c:pt>
                <c:pt idx="874">
                  <c:v>43843</c:v>
                </c:pt>
                <c:pt idx="875">
                  <c:v>43844</c:v>
                </c:pt>
                <c:pt idx="876">
                  <c:v>43845</c:v>
                </c:pt>
                <c:pt idx="877">
                  <c:v>43846</c:v>
                </c:pt>
                <c:pt idx="878">
                  <c:v>43847</c:v>
                </c:pt>
                <c:pt idx="879">
                  <c:v>43850</c:v>
                </c:pt>
                <c:pt idx="880">
                  <c:v>43851</c:v>
                </c:pt>
                <c:pt idx="881">
                  <c:v>43852</c:v>
                </c:pt>
                <c:pt idx="882">
                  <c:v>43853</c:v>
                </c:pt>
                <c:pt idx="883">
                  <c:v>43854</c:v>
                </c:pt>
                <c:pt idx="884">
                  <c:v>43857</c:v>
                </c:pt>
                <c:pt idx="885">
                  <c:v>43858</c:v>
                </c:pt>
                <c:pt idx="886">
                  <c:v>43859</c:v>
                </c:pt>
                <c:pt idx="887">
                  <c:v>43860</c:v>
                </c:pt>
                <c:pt idx="888">
                  <c:v>43861</c:v>
                </c:pt>
                <c:pt idx="889">
                  <c:v>43864</c:v>
                </c:pt>
                <c:pt idx="890">
                  <c:v>43865</c:v>
                </c:pt>
                <c:pt idx="891">
                  <c:v>43866</c:v>
                </c:pt>
                <c:pt idx="892">
                  <c:v>43867</c:v>
                </c:pt>
                <c:pt idx="893">
                  <c:v>43868</c:v>
                </c:pt>
                <c:pt idx="894">
                  <c:v>43871</c:v>
                </c:pt>
                <c:pt idx="895">
                  <c:v>43872</c:v>
                </c:pt>
                <c:pt idx="896">
                  <c:v>43873</c:v>
                </c:pt>
                <c:pt idx="897">
                  <c:v>43874</c:v>
                </c:pt>
                <c:pt idx="898">
                  <c:v>43875</c:v>
                </c:pt>
                <c:pt idx="899">
                  <c:v>43878</c:v>
                </c:pt>
                <c:pt idx="900">
                  <c:v>43879</c:v>
                </c:pt>
                <c:pt idx="901">
                  <c:v>43880</c:v>
                </c:pt>
                <c:pt idx="902">
                  <c:v>43881</c:v>
                </c:pt>
                <c:pt idx="903">
                  <c:v>43882</c:v>
                </c:pt>
                <c:pt idx="904">
                  <c:v>43885</c:v>
                </c:pt>
                <c:pt idx="905">
                  <c:v>43886</c:v>
                </c:pt>
                <c:pt idx="906">
                  <c:v>43887</c:v>
                </c:pt>
                <c:pt idx="907">
                  <c:v>43888</c:v>
                </c:pt>
                <c:pt idx="908">
                  <c:v>43889</c:v>
                </c:pt>
                <c:pt idx="909">
                  <c:v>43892</c:v>
                </c:pt>
                <c:pt idx="910">
                  <c:v>43893</c:v>
                </c:pt>
                <c:pt idx="911">
                  <c:v>43894</c:v>
                </c:pt>
                <c:pt idx="912">
                  <c:v>43895</c:v>
                </c:pt>
                <c:pt idx="913">
                  <c:v>43896</c:v>
                </c:pt>
                <c:pt idx="914">
                  <c:v>43899</c:v>
                </c:pt>
                <c:pt idx="915">
                  <c:v>43900</c:v>
                </c:pt>
                <c:pt idx="916">
                  <c:v>43901</c:v>
                </c:pt>
                <c:pt idx="917">
                  <c:v>43902</c:v>
                </c:pt>
                <c:pt idx="918">
                  <c:v>43903</c:v>
                </c:pt>
                <c:pt idx="919">
                  <c:v>43906</c:v>
                </c:pt>
                <c:pt idx="920">
                  <c:v>43907</c:v>
                </c:pt>
                <c:pt idx="921">
                  <c:v>43908</c:v>
                </c:pt>
                <c:pt idx="922">
                  <c:v>43909</c:v>
                </c:pt>
                <c:pt idx="923">
                  <c:v>43910</c:v>
                </c:pt>
                <c:pt idx="924">
                  <c:v>43913</c:v>
                </c:pt>
                <c:pt idx="925">
                  <c:v>43914</c:v>
                </c:pt>
                <c:pt idx="926">
                  <c:v>43915</c:v>
                </c:pt>
                <c:pt idx="927">
                  <c:v>43916</c:v>
                </c:pt>
                <c:pt idx="928">
                  <c:v>43917</c:v>
                </c:pt>
                <c:pt idx="929">
                  <c:v>43920</c:v>
                </c:pt>
                <c:pt idx="930">
                  <c:v>43921</c:v>
                </c:pt>
                <c:pt idx="931">
                  <c:v>43922</c:v>
                </c:pt>
                <c:pt idx="932">
                  <c:v>43923</c:v>
                </c:pt>
                <c:pt idx="933">
                  <c:v>43924</c:v>
                </c:pt>
                <c:pt idx="934">
                  <c:v>43927</c:v>
                </c:pt>
                <c:pt idx="935">
                  <c:v>43928</c:v>
                </c:pt>
                <c:pt idx="936">
                  <c:v>43929</c:v>
                </c:pt>
                <c:pt idx="937">
                  <c:v>43930</c:v>
                </c:pt>
                <c:pt idx="938">
                  <c:v>43931</c:v>
                </c:pt>
                <c:pt idx="939">
                  <c:v>43934</c:v>
                </c:pt>
                <c:pt idx="940">
                  <c:v>43935</c:v>
                </c:pt>
                <c:pt idx="941">
                  <c:v>43936</c:v>
                </c:pt>
                <c:pt idx="942">
                  <c:v>43937</c:v>
                </c:pt>
                <c:pt idx="943">
                  <c:v>43938</c:v>
                </c:pt>
                <c:pt idx="944">
                  <c:v>43941</c:v>
                </c:pt>
                <c:pt idx="945">
                  <c:v>43942</c:v>
                </c:pt>
                <c:pt idx="946">
                  <c:v>43943</c:v>
                </c:pt>
                <c:pt idx="947">
                  <c:v>43944</c:v>
                </c:pt>
                <c:pt idx="948">
                  <c:v>43945</c:v>
                </c:pt>
                <c:pt idx="949">
                  <c:v>43948</c:v>
                </c:pt>
                <c:pt idx="950">
                  <c:v>43949</c:v>
                </c:pt>
                <c:pt idx="951">
                  <c:v>43950</c:v>
                </c:pt>
                <c:pt idx="952">
                  <c:v>43951</c:v>
                </c:pt>
                <c:pt idx="953">
                  <c:v>43952</c:v>
                </c:pt>
                <c:pt idx="954">
                  <c:v>43955</c:v>
                </c:pt>
                <c:pt idx="955">
                  <c:v>43956</c:v>
                </c:pt>
                <c:pt idx="956">
                  <c:v>43957</c:v>
                </c:pt>
                <c:pt idx="957">
                  <c:v>43958</c:v>
                </c:pt>
                <c:pt idx="958">
                  <c:v>43959</c:v>
                </c:pt>
                <c:pt idx="959">
                  <c:v>43962</c:v>
                </c:pt>
                <c:pt idx="960">
                  <c:v>43963</c:v>
                </c:pt>
                <c:pt idx="961">
                  <c:v>43964</c:v>
                </c:pt>
                <c:pt idx="962">
                  <c:v>43965</c:v>
                </c:pt>
                <c:pt idx="963">
                  <c:v>43966</c:v>
                </c:pt>
                <c:pt idx="964">
                  <c:v>43969</c:v>
                </c:pt>
                <c:pt idx="965">
                  <c:v>43970</c:v>
                </c:pt>
                <c:pt idx="966">
                  <c:v>43971</c:v>
                </c:pt>
                <c:pt idx="967">
                  <c:v>43972</c:v>
                </c:pt>
                <c:pt idx="968">
                  <c:v>43973</c:v>
                </c:pt>
                <c:pt idx="969">
                  <c:v>43976</c:v>
                </c:pt>
                <c:pt idx="970">
                  <c:v>43977</c:v>
                </c:pt>
                <c:pt idx="971">
                  <c:v>43978</c:v>
                </c:pt>
                <c:pt idx="972">
                  <c:v>43979</c:v>
                </c:pt>
                <c:pt idx="973">
                  <c:v>43980</c:v>
                </c:pt>
                <c:pt idx="974">
                  <c:v>43983</c:v>
                </c:pt>
                <c:pt idx="975">
                  <c:v>43984</c:v>
                </c:pt>
                <c:pt idx="976">
                  <c:v>43985</c:v>
                </c:pt>
                <c:pt idx="977">
                  <c:v>43986</c:v>
                </c:pt>
                <c:pt idx="978">
                  <c:v>43987</c:v>
                </c:pt>
                <c:pt idx="979">
                  <c:v>43990</c:v>
                </c:pt>
                <c:pt idx="980">
                  <c:v>43991</c:v>
                </c:pt>
                <c:pt idx="981">
                  <c:v>43992</c:v>
                </c:pt>
                <c:pt idx="982">
                  <c:v>43993</c:v>
                </c:pt>
                <c:pt idx="983">
                  <c:v>43994</c:v>
                </c:pt>
                <c:pt idx="984">
                  <c:v>43997</c:v>
                </c:pt>
                <c:pt idx="985">
                  <c:v>43998</c:v>
                </c:pt>
                <c:pt idx="986">
                  <c:v>43999</c:v>
                </c:pt>
                <c:pt idx="987">
                  <c:v>44000</c:v>
                </c:pt>
                <c:pt idx="988">
                  <c:v>44001</c:v>
                </c:pt>
                <c:pt idx="989">
                  <c:v>44004</c:v>
                </c:pt>
                <c:pt idx="990">
                  <c:v>44005</c:v>
                </c:pt>
                <c:pt idx="991">
                  <c:v>44006</c:v>
                </c:pt>
                <c:pt idx="992">
                  <c:v>44007</c:v>
                </c:pt>
                <c:pt idx="993">
                  <c:v>44008</c:v>
                </c:pt>
                <c:pt idx="994">
                  <c:v>44011</c:v>
                </c:pt>
                <c:pt idx="995">
                  <c:v>44012</c:v>
                </c:pt>
                <c:pt idx="996">
                  <c:v>44013</c:v>
                </c:pt>
                <c:pt idx="997">
                  <c:v>44014</c:v>
                </c:pt>
                <c:pt idx="998">
                  <c:v>44015</c:v>
                </c:pt>
                <c:pt idx="999">
                  <c:v>44018</c:v>
                </c:pt>
                <c:pt idx="1000">
                  <c:v>44019</c:v>
                </c:pt>
                <c:pt idx="1001">
                  <c:v>44020</c:v>
                </c:pt>
                <c:pt idx="1002">
                  <c:v>44021</c:v>
                </c:pt>
                <c:pt idx="1003">
                  <c:v>44022</c:v>
                </c:pt>
                <c:pt idx="1004">
                  <c:v>44025</c:v>
                </c:pt>
                <c:pt idx="1005">
                  <c:v>44026</c:v>
                </c:pt>
                <c:pt idx="1006">
                  <c:v>44027</c:v>
                </c:pt>
                <c:pt idx="1007">
                  <c:v>44028</c:v>
                </c:pt>
                <c:pt idx="1008">
                  <c:v>44029</c:v>
                </c:pt>
                <c:pt idx="1009">
                  <c:v>44032</c:v>
                </c:pt>
                <c:pt idx="1010">
                  <c:v>44033</c:v>
                </c:pt>
                <c:pt idx="1011">
                  <c:v>44034</c:v>
                </c:pt>
                <c:pt idx="1012">
                  <c:v>44035</c:v>
                </c:pt>
                <c:pt idx="1013">
                  <c:v>44036</c:v>
                </c:pt>
                <c:pt idx="1014">
                  <c:v>44039</c:v>
                </c:pt>
                <c:pt idx="1015">
                  <c:v>44040</c:v>
                </c:pt>
                <c:pt idx="1016">
                  <c:v>44041</c:v>
                </c:pt>
                <c:pt idx="1017">
                  <c:v>44042</c:v>
                </c:pt>
                <c:pt idx="1018">
                  <c:v>44043</c:v>
                </c:pt>
                <c:pt idx="1019">
                  <c:v>44046</c:v>
                </c:pt>
                <c:pt idx="1020">
                  <c:v>44047</c:v>
                </c:pt>
                <c:pt idx="1021">
                  <c:v>44048</c:v>
                </c:pt>
                <c:pt idx="1022">
                  <c:v>44049</c:v>
                </c:pt>
                <c:pt idx="1023">
                  <c:v>44050</c:v>
                </c:pt>
                <c:pt idx="1024">
                  <c:v>44053</c:v>
                </c:pt>
                <c:pt idx="1025">
                  <c:v>44054</c:v>
                </c:pt>
                <c:pt idx="1026">
                  <c:v>44055</c:v>
                </c:pt>
                <c:pt idx="1027">
                  <c:v>44056</c:v>
                </c:pt>
                <c:pt idx="1028">
                  <c:v>44057</c:v>
                </c:pt>
                <c:pt idx="1029">
                  <c:v>44060</c:v>
                </c:pt>
                <c:pt idx="1030">
                  <c:v>44061</c:v>
                </c:pt>
                <c:pt idx="1031">
                  <c:v>44062</c:v>
                </c:pt>
                <c:pt idx="1032">
                  <c:v>44063</c:v>
                </c:pt>
                <c:pt idx="1033">
                  <c:v>44064</c:v>
                </c:pt>
                <c:pt idx="1034">
                  <c:v>44067</c:v>
                </c:pt>
                <c:pt idx="1035">
                  <c:v>44068</c:v>
                </c:pt>
                <c:pt idx="1036">
                  <c:v>44069</c:v>
                </c:pt>
                <c:pt idx="1037">
                  <c:v>44070</c:v>
                </c:pt>
                <c:pt idx="1038">
                  <c:v>44071</c:v>
                </c:pt>
                <c:pt idx="1039">
                  <c:v>44074</c:v>
                </c:pt>
                <c:pt idx="1040">
                  <c:v>44075</c:v>
                </c:pt>
                <c:pt idx="1041">
                  <c:v>44076</c:v>
                </c:pt>
                <c:pt idx="1042">
                  <c:v>44077</c:v>
                </c:pt>
                <c:pt idx="1043">
                  <c:v>44078</c:v>
                </c:pt>
                <c:pt idx="1044">
                  <c:v>44081</c:v>
                </c:pt>
                <c:pt idx="1045">
                  <c:v>44082</c:v>
                </c:pt>
                <c:pt idx="1046">
                  <c:v>44083</c:v>
                </c:pt>
                <c:pt idx="1047">
                  <c:v>44084</c:v>
                </c:pt>
                <c:pt idx="1048">
                  <c:v>44085</c:v>
                </c:pt>
                <c:pt idx="1049">
                  <c:v>44088</c:v>
                </c:pt>
                <c:pt idx="1050">
                  <c:v>44089</c:v>
                </c:pt>
                <c:pt idx="1051">
                  <c:v>44090</c:v>
                </c:pt>
                <c:pt idx="1052">
                  <c:v>44091</c:v>
                </c:pt>
                <c:pt idx="1053">
                  <c:v>44092</c:v>
                </c:pt>
                <c:pt idx="1054">
                  <c:v>44095</c:v>
                </c:pt>
                <c:pt idx="1055">
                  <c:v>44096</c:v>
                </c:pt>
                <c:pt idx="1056">
                  <c:v>44097</c:v>
                </c:pt>
                <c:pt idx="1057">
                  <c:v>44098</c:v>
                </c:pt>
                <c:pt idx="1058">
                  <c:v>44099</c:v>
                </c:pt>
                <c:pt idx="1059">
                  <c:v>44102</c:v>
                </c:pt>
                <c:pt idx="1060">
                  <c:v>44103</c:v>
                </c:pt>
                <c:pt idx="1061">
                  <c:v>44104</c:v>
                </c:pt>
                <c:pt idx="1062">
                  <c:v>44105</c:v>
                </c:pt>
                <c:pt idx="1063">
                  <c:v>44106</c:v>
                </c:pt>
                <c:pt idx="1064">
                  <c:v>44109</c:v>
                </c:pt>
                <c:pt idx="1065">
                  <c:v>44110</c:v>
                </c:pt>
                <c:pt idx="1066">
                  <c:v>44111</c:v>
                </c:pt>
                <c:pt idx="1067">
                  <c:v>44112</c:v>
                </c:pt>
                <c:pt idx="1068">
                  <c:v>44113</c:v>
                </c:pt>
                <c:pt idx="1069">
                  <c:v>44116</c:v>
                </c:pt>
                <c:pt idx="1070">
                  <c:v>44117</c:v>
                </c:pt>
                <c:pt idx="1071">
                  <c:v>44118</c:v>
                </c:pt>
                <c:pt idx="1072">
                  <c:v>44119</c:v>
                </c:pt>
                <c:pt idx="1073">
                  <c:v>44120</c:v>
                </c:pt>
                <c:pt idx="1074">
                  <c:v>44123</c:v>
                </c:pt>
                <c:pt idx="1075">
                  <c:v>44124</c:v>
                </c:pt>
                <c:pt idx="1076">
                  <c:v>44125</c:v>
                </c:pt>
                <c:pt idx="1077">
                  <c:v>44126</c:v>
                </c:pt>
                <c:pt idx="1078">
                  <c:v>44127</c:v>
                </c:pt>
                <c:pt idx="1079">
                  <c:v>44130</c:v>
                </c:pt>
                <c:pt idx="1080">
                  <c:v>44131</c:v>
                </c:pt>
                <c:pt idx="1081">
                  <c:v>44132</c:v>
                </c:pt>
                <c:pt idx="1082">
                  <c:v>44133</c:v>
                </c:pt>
                <c:pt idx="1083">
                  <c:v>44134</c:v>
                </c:pt>
                <c:pt idx="1084">
                  <c:v>44137</c:v>
                </c:pt>
                <c:pt idx="1085">
                  <c:v>44138</c:v>
                </c:pt>
                <c:pt idx="1086">
                  <c:v>44139</c:v>
                </c:pt>
                <c:pt idx="1087">
                  <c:v>44140</c:v>
                </c:pt>
                <c:pt idx="1088">
                  <c:v>44141</c:v>
                </c:pt>
                <c:pt idx="1089">
                  <c:v>44144</c:v>
                </c:pt>
                <c:pt idx="1090">
                  <c:v>44145</c:v>
                </c:pt>
                <c:pt idx="1091">
                  <c:v>44146</c:v>
                </c:pt>
                <c:pt idx="1092">
                  <c:v>44147</c:v>
                </c:pt>
                <c:pt idx="1093">
                  <c:v>44148</c:v>
                </c:pt>
                <c:pt idx="1094">
                  <c:v>44151</c:v>
                </c:pt>
                <c:pt idx="1095">
                  <c:v>44152</c:v>
                </c:pt>
                <c:pt idx="1096">
                  <c:v>44153</c:v>
                </c:pt>
                <c:pt idx="1097">
                  <c:v>44154</c:v>
                </c:pt>
                <c:pt idx="1098">
                  <c:v>44155</c:v>
                </c:pt>
                <c:pt idx="1099">
                  <c:v>44158</c:v>
                </c:pt>
                <c:pt idx="1100">
                  <c:v>44159</c:v>
                </c:pt>
                <c:pt idx="1101">
                  <c:v>44160</c:v>
                </c:pt>
                <c:pt idx="1102">
                  <c:v>44161</c:v>
                </c:pt>
                <c:pt idx="1103">
                  <c:v>44162</c:v>
                </c:pt>
                <c:pt idx="1104">
                  <c:v>44165</c:v>
                </c:pt>
                <c:pt idx="1105">
                  <c:v>44166</c:v>
                </c:pt>
                <c:pt idx="1106">
                  <c:v>44167</c:v>
                </c:pt>
                <c:pt idx="1107">
                  <c:v>44168</c:v>
                </c:pt>
                <c:pt idx="1108">
                  <c:v>44169</c:v>
                </c:pt>
                <c:pt idx="1109">
                  <c:v>44172</c:v>
                </c:pt>
                <c:pt idx="1110">
                  <c:v>44173</c:v>
                </c:pt>
                <c:pt idx="1111">
                  <c:v>44174</c:v>
                </c:pt>
                <c:pt idx="1112">
                  <c:v>44175</c:v>
                </c:pt>
                <c:pt idx="1113">
                  <c:v>44176</c:v>
                </c:pt>
                <c:pt idx="1114">
                  <c:v>44179</c:v>
                </c:pt>
                <c:pt idx="1115">
                  <c:v>44180</c:v>
                </c:pt>
                <c:pt idx="1116">
                  <c:v>44181</c:v>
                </c:pt>
                <c:pt idx="1117">
                  <c:v>44182</c:v>
                </c:pt>
                <c:pt idx="1118">
                  <c:v>44183</c:v>
                </c:pt>
                <c:pt idx="1119">
                  <c:v>44186</c:v>
                </c:pt>
                <c:pt idx="1120">
                  <c:v>44187</c:v>
                </c:pt>
                <c:pt idx="1121">
                  <c:v>44188</c:v>
                </c:pt>
                <c:pt idx="1122">
                  <c:v>44189</c:v>
                </c:pt>
                <c:pt idx="1123">
                  <c:v>44190</c:v>
                </c:pt>
                <c:pt idx="1124">
                  <c:v>44191</c:v>
                </c:pt>
                <c:pt idx="1125">
                  <c:v>44193</c:v>
                </c:pt>
                <c:pt idx="1126">
                  <c:v>44194</c:v>
                </c:pt>
                <c:pt idx="1127">
                  <c:v>44195</c:v>
                </c:pt>
                <c:pt idx="1128">
                  <c:v>44196</c:v>
                </c:pt>
                <c:pt idx="1129">
                  <c:v>44197</c:v>
                </c:pt>
                <c:pt idx="1130">
                  <c:v>44198</c:v>
                </c:pt>
                <c:pt idx="1131">
                  <c:v>44200</c:v>
                </c:pt>
                <c:pt idx="1132">
                  <c:v>44201</c:v>
                </c:pt>
                <c:pt idx="1133">
                  <c:v>44202</c:v>
                </c:pt>
                <c:pt idx="1134">
                  <c:v>44203</c:v>
                </c:pt>
                <c:pt idx="1135">
                  <c:v>44204</c:v>
                </c:pt>
                <c:pt idx="1136">
                  <c:v>44207</c:v>
                </c:pt>
                <c:pt idx="1137">
                  <c:v>44208</c:v>
                </c:pt>
                <c:pt idx="1138">
                  <c:v>44209</c:v>
                </c:pt>
                <c:pt idx="1139">
                  <c:v>44210</c:v>
                </c:pt>
                <c:pt idx="1140">
                  <c:v>44211</c:v>
                </c:pt>
                <c:pt idx="1141">
                  <c:v>44214</c:v>
                </c:pt>
                <c:pt idx="1142">
                  <c:v>44215</c:v>
                </c:pt>
                <c:pt idx="1143">
                  <c:v>44216</c:v>
                </c:pt>
                <c:pt idx="1144">
                  <c:v>44217</c:v>
                </c:pt>
                <c:pt idx="1145">
                  <c:v>44218</c:v>
                </c:pt>
                <c:pt idx="1146">
                  <c:v>44221</c:v>
                </c:pt>
                <c:pt idx="1147">
                  <c:v>44222</c:v>
                </c:pt>
                <c:pt idx="1148">
                  <c:v>44223</c:v>
                </c:pt>
                <c:pt idx="1149">
                  <c:v>44224</c:v>
                </c:pt>
                <c:pt idx="1150">
                  <c:v>44225</c:v>
                </c:pt>
                <c:pt idx="1151">
                  <c:v>44228</c:v>
                </c:pt>
                <c:pt idx="1152">
                  <c:v>44229</c:v>
                </c:pt>
                <c:pt idx="1153">
                  <c:v>44230</c:v>
                </c:pt>
                <c:pt idx="1154">
                  <c:v>44231</c:v>
                </c:pt>
                <c:pt idx="1155">
                  <c:v>44232</c:v>
                </c:pt>
                <c:pt idx="1156">
                  <c:v>44235</c:v>
                </c:pt>
                <c:pt idx="1157">
                  <c:v>44236</c:v>
                </c:pt>
                <c:pt idx="1158">
                  <c:v>44237</c:v>
                </c:pt>
                <c:pt idx="1159">
                  <c:v>44238</c:v>
                </c:pt>
                <c:pt idx="1160">
                  <c:v>44239</c:v>
                </c:pt>
                <c:pt idx="1161">
                  <c:v>44242</c:v>
                </c:pt>
                <c:pt idx="1162">
                  <c:v>44243</c:v>
                </c:pt>
                <c:pt idx="1163">
                  <c:v>44244</c:v>
                </c:pt>
                <c:pt idx="1164">
                  <c:v>44245</c:v>
                </c:pt>
                <c:pt idx="1165">
                  <c:v>44246</c:v>
                </c:pt>
                <c:pt idx="1166">
                  <c:v>44249</c:v>
                </c:pt>
                <c:pt idx="1167">
                  <c:v>44250</c:v>
                </c:pt>
                <c:pt idx="1168">
                  <c:v>44251</c:v>
                </c:pt>
                <c:pt idx="1169">
                  <c:v>44252</c:v>
                </c:pt>
                <c:pt idx="1170">
                  <c:v>44253</c:v>
                </c:pt>
                <c:pt idx="1171">
                  <c:v>44256</c:v>
                </c:pt>
                <c:pt idx="1172">
                  <c:v>44257</c:v>
                </c:pt>
                <c:pt idx="1173">
                  <c:v>44258</c:v>
                </c:pt>
                <c:pt idx="1174">
                  <c:v>44259</c:v>
                </c:pt>
                <c:pt idx="1175">
                  <c:v>44260</c:v>
                </c:pt>
                <c:pt idx="1176">
                  <c:v>44263</c:v>
                </c:pt>
                <c:pt idx="1177">
                  <c:v>44264</c:v>
                </c:pt>
                <c:pt idx="1178">
                  <c:v>44265</c:v>
                </c:pt>
                <c:pt idx="1179">
                  <c:v>44266</c:v>
                </c:pt>
                <c:pt idx="1180">
                  <c:v>44267</c:v>
                </c:pt>
                <c:pt idx="1181">
                  <c:v>44270</c:v>
                </c:pt>
                <c:pt idx="1182">
                  <c:v>44271</c:v>
                </c:pt>
                <c:pt idx="1183">
                  <c:v>44272</c:v>
                </c:pt>
                <c:pt idx="1184">
                  <c:v>44273</c:v>
                </c:pt>
                <c:pt idx="1185">
                  <c:v>44274</c:v>
                </c:pt>
                <c:pt idx="1186">
                  <c:v>44277</c:v>
                </c:pt>
                <c:pt idx="1187">
                  <c:v>44278</c:v>
                </c:pt>
                <c:pt idx="1188">
                  <c:v>44279</c:v>
                </c:pt>
                <c:pt idx="1189">
                  <c:v>44280</c:v>
                </c:pt>
                <c:pt idx="1190">
                  <c:v>44281</c:v>
                </c:pt>
                <c:pt idx="1191">
                  <c:v>44284</c:v>
                </c:pt>
                <c:pt idx="1192">
                  <c:v>44285</c:v>
                </c:pt>
                <c:pt idx="1193">
                  <c:v>44286</c:v>
                </c:pt>
                <c:pt idx="1194">
                  <c:v>44287</c:v>
                </c:pt>
                <c:pt idx="1195">
                  <c:v>44288</c:v>
                </c:pt>
                <c:pt idx="1196">
                  <c:v>44291</c:v>
                </c:pt>
                <c:pt idx="1197">
                  <c:v>44292</c:v>
                </c:pt>
                <c:pt idx="1198">
                  <c:v>44293</c:v>
                </c:pt>
                <c:pt idx="1199">
                  <c:v>44294</c:v>
                </c:pt>
                <c:pt idx="1200">
                  <c:v>44295</c:v>
                </c:pt>
                <c:pt idx="1201">
                  <c:v>44298</c:v>
                </c:pt>
                <c:pt idx="1202">
                  <c:v>44299</c:v>
                </c:pt>
                <c:pt idx="1203">
                  <c:v>44300</c:v>
                </c:pt>
                <c:pt idx="1204">
                  <c:v>44301</c:v>
                </c:pt>
                <c:pt idx="1205">
                  <c:v>44302</c:v>
                </c:pt>
                <c:pt idx="1206">
                  <c:v>44305</c:v>
                </c:pt>
                <c:pt idx="1207">
                  <c:v>44306</c:v>
                </c:pt>
                <c:pt idx="1208">
                  <c:v>44307</c:v>
                </c:pt>
                <c:pt idx="1209">
                  <c:v>44308</c:v>
                </c:pt>
                <c:pt idx="1210">
                  <c:v>44309</c:v>
                </c:pt>
                <c:pt idx="1211">
                  <c:v>44312</c:v>
                </c:pt>
                <c:pt idx="1212">
                  <c:v>44313</c:v>
                </c:pt>
                <c:pt idx="1213">
                  <c:v>44314</c:v>
                </c:pt>
                <c:pt idx="1214">
                  <c:v>44315</c:v>
                </c:pt>
                <c:pt idx="1215">
                  <c:v>44316</c:v>
                </c:pt>
                <c:pt idx="1216">
                  <c:v>44319</c:v>
                </c:pt>
                <c:pt idx="1217">
                  <c:v>44320</c:v>
                </c:pt>
                <c:pt idx="1218">
                  <c:v>44321</c:v>
                </c:pt>
                <c:pt idx="1219">
                  <c:v>44322</c:v>
                </c:pt>
                <c:pt idx="1220">
                  <c:v>44323</c:v>
                </c:pt>
                <c:pt idx="1221">
                  <c:v>44326</c:v>
                </c:pt>
                <c:pt idx="1222">
                  <c:v>44327</c:v>
                </c:pt>
                <c:pt idx="1223">
                  <c:v>44328</c:v>
                </c:pt>
                <c:pt idx="1224">
                  <c:v>44329</c:v>
                </c:pt>
                <c:pt idx="1225">
                  <c:v>44330</c:v>
                </c:pt>
                <c:pt idx="1226">
                  <c:v>44333</c:v>
                </c:pt>
                <c:pt idx="1227">
                  <c:v>44334</c:v>
                </c:pt>
                <c:pt idx="1228">
                  <c:v>44335</c:v>
                </c:pt>
                <c:pt idx="1229">
                  <c:v>44336</c:v>
                </c:pt>
                <c:pt idx="1230">
                  <c:v>44337</c:v>
                </c:pt>
                <c:pt idx="1231">
                  <c:v>44340</c:v>
                </c:pt>
                <c:pt idx="1232">
                  <c:v>44341</c:v>
                </c:pt>
                <c:pt idx="1233">
                  <c:v>44342</c:v>
                </c:pt>
                <c:pt idx="1234">
                  <c:v>44343</c:v>
                </c:pt>
                <c:pt idx="1235">
                  <c:v>44344</c:v>
                </c:pt>
                <c:pt idx="1236">
                  <c:v>44347</c:v>
                </c:pt>
                <c:pt idx="1237">
                  <c:v>44348</c:v>
                </c:pt>
                <c:pt idx="1238">
                  <c:v>44349</c:v>
                </c:pt>
                <c:pt idx="1239">
                  <c:v>44350</c:v>
                </c:pt>
                <c:pt idx="1240">
                  <c:v>44351</c:v>
                </c:pt>
                <c:pt idx="1241">
                  <c:v>44354</c:v>
                </c:pt>
                <c:pt idx="1242">
                  <c:v>44355</c:v>
                </c:pt>
                <c:pt idx="1243">
                  <c:v>44356</c:v>
                </c:pt>
                <c:pt idx="1244">
                  <c:v>44357</c:v>
                </c:pt>
                <c:pt idx="1245">
                  <c:v>44358</c:v>
                </c:pt>
                <c:pt idx="1246">
                  <c:v>44361</c:v>
                </c:pt>
                <c:pt idx="1247">
                  <c:v>44362</c:v>
                </c:pt>
                <c:pt idx="1248">
                  <c:v>44363</c:v>
                </c:pt>
                <c:pt idx="1249">
                  <c:v>44364</c:v>
                </c:pt>
                <c:pt idx="1250">
                  <c:v>44365</c:v>
                </c:pt>
                <c:pt idx="1251">
                  <c:v>44368</c:v>
                </c:pt>
                <c:pt idx="1252">
                  <c:v>44369</c:v>
                </c:pt>
                <c:pt idx="1253">
                  <c:v>44370</c:v>
                </c:pt>
                <c:pt idx="1254">
                  <c:v>44371</c:v>
                </c:pt>
                <c:pt idx="1255">
                  <c:v>44372</c:v>
                </c:pt>
                <c:pt idx="1256">
                  <c:v>44375</c:v>
                </c:pt>
                <c:pt idx="1257">
                  <c:v>44376</c:v>
                </c:pt>
                <c:pt idx="1258">
                  <c:v>44377</c:v>
                </c:pt>
                <c:pt idx="1259">
                  <c:v>44378</c:v>
                </c:pt>
                <c:pt idx="1260">
                  <c:v>44379</c:v>
                </c:pt>
                <c:pt idx="1261">
                  <c:v>44382</c:v>
                </c:pt>
                <c:pt idx="1262">
                  <c:v>44383</c:v>
                </c:pt>
                <c:pt idx="1263">
                  <c:v>44384</c:v>
                </c:pt>
                <c:pt idx="1264">
                  <c:v>44385</c:v>
                </c:pt>
                <c:pt idx="1265">
                  <c:v>44386</c:v>
                </c:pt>
                <c:pt idx="1266">
                  <c:v>44389</c:v>
                </c:pt>
                <c:pt idx="1267">
                  <c:v>44390</c:v>
                </c:pt>
                <c:pt idx="1268">
                  <c:v>44391</c:v>
                </c:pt>
                <c:pt idx="1269">
                  <c:v>44392</c:v>
                </c:pt>
                <c:pt idx="1270">
                  <c:v>44393</c:v>
                </c:pt>
                <c:pt idx="1271">
                  <c:v>44396</c:v>
                </c:pt>
                <c:pt idx="1272">
                  <c:v>44397</c:v>
                </c:pt>
                <c:pt idx="1273">
                  <c:v>44398</c:v>
                </c:pt>
                <c:pt idx="1274">
                  <c:v>44399</c:v>
                </c:pt>
                <c:pt idx="1275">
                  <c:v>44400</c:v>
                </c:pt>
                <c:pt idx="1276">
                  <c:v>44403</c:v>
                </c:pt>
                <c:pt idx="1277">
                  <c:v>44404</c:v>
                </c:pt>
                <c:pt idx="1278">
                  <c:v>44405</c:v>
                </c:pt>
                <c:pt idx="1279">
                  <c:v>44406</c:v>
                </c:pt>
                <c:pt idx="1280">
                  <c:v>44407</c:v>
                </c:pt>
                <c:pt idx="1281">
                  <c:v>44410</c:v>
                </c:pt>
                <c:pt idx="1282">
                  <c:v>44411</c:v>
                </c:pt>
                <c:pt idx="1283">
                  <c:v>44412</c:v>
                </c:pt>
                <c:pt idx="1284">
                  <c:v>44413</c:v>
                </c:pt>
                <c:pt idx="1285">
                  <c:v>44414</c:v>
                </c:pt>
                <c:pt idx="1286">
                  <c:v>44417</c:v>
                </c:pt>
                <c:pt idx="1287">
                  <c:v>44418</c:v>
                </c:pt>
                <c:pt idx="1288">
                  <c:v>44419</c:v>
                </c:pt>
                <c:pt idx="1289">
                  <c:v>44420</c:v>
                </c:pt>
                <c:pt idx="1290">
                  <c:v>44421</c:v>
                </c:pt>
                <c:pt idx="1291">
                  <c:v>44424</c:v>
                </c:pt>
                <c:pt idx="1292">
                  <c:v>44425</c:v>
                </c:pt>
                <c:pt idx="1293">
                  <c:v>44426</c:v>
                </c:pt>
                <c:pt idx="1294">
                  <c:v>44427</c:v>
                </c:pt>
                <c:pt idx="1295">
                  <c:v>44428</c:v>
                </c:pt>
                <c:pt idx="1296">
                  <c:v>44431</c:v>
                </c:pt>
                <c:pt idx="1297">
                  <c:v>44432</c:v>
                </c:pt>
                <c:pt idx="1298">
                  <c:v>44433</c:v>
                </c:pt>
                <c:pt idx="1299">
                  <c:v>44434</c:v>
                </c:pt>
                <c:pt idx="1300">
                  <c:v>44435</c:v>
                </c:pt>
                <c:pt idx="1301">
                  <c:v>44438</c:v>
                </c:pt>
                <c:pt idx="1302">
                  <c:v>44439</c:v>
                </c:pt>
                <c:pt idx="1303">
                  <c:v>44440</c:v>
                </c:pt>
                <c:pt idx="1304">
                  <c:v>44441</c:v>
                </c:pt>
                <c:pt idx="1305">
                  <c:v>44442</c:v>
                </c:pt>
                <c:pt idx="1306">
                  <c:v>44445</c:v>
                </c:pt>
                <c:pt idx="1307">
                  <c:v>44446</c:v>
                </c:pt>
                <c:pt idx="1308">
                  <c:v>44447</c:v>
                </c:pt>
                <c:pt idx="1309">
                  <c:v>44448</c:v>
                </c:pt>
                <c:pt idx="1310">
                  <c:v>44449</c:v>
                </c:pt>
                <c:pt idx="1311">
                  <c:v>44452</c:v>
                </c:pt>
                <c:pt idx="1312">
                  <c:v>44453</c:v>
                </c:pt>
                <c:pt idx="1313">
                  <c:v>44454</c:v>
                </c:pt>
                <c:pt idx="1314">
                  <c:v>44455</c:v>
                </c:pt>
                <c:pt idx="1315">
                  <c:v>44456</c:v>
                </c:pt>
                <c:pt idx="1316">
                  <c:v>44459</c:v>
                </c:pt>
                <c:pt idx="1317">
                  <c:v>44460</c:v>
                </c:pt>
                <c:pt idx="1318">
                  <c:v>44461</c:v>
                </c:pt>
                <c:pt idx="1319">
                  <c:v>44462</c:v>
                </c:pt>
                <c:pt idx="1320">
                  <c:v>44463</c:v>
                </c:pt>
                <c:pt idx="1321">
                  <c:v>44466</c:v>
                </c:pt>
                <c:pt idx="1322">
                  <c:v>44467</c:v>
                </c:pt>
                <c:pt idx="1323">
                  <c:v>44468</c:v>
                </c:pt>
                <c:pt idx="1324">
                  <c:v>44469</c:v>
                </c:pt>
                <c:pt idx="1325">
                  <c:v>44470</c:v>
                </c:pt>
                <c:pt idx="1326">
                  <c:v>44473</c:v>
                </c:pt>
                <c:pt idx="1327">
                  <c:v>44474</c:v>
                </c:pt>
                <c:pt idx="1328">
                  <c:v>44475</c:v>
                </c:pt>
                <c:pt idx="1329">
                  <c:v>44476</c:v>
                </c:pt>
                <c:pt idx="1330">
                  <c:v>44477</c:v>
                </c:pt>
                <c:pt idx="1331">
                  <c:v>44480</c:v>
                </c:pt>
                <c:pt idx="1332">
                  <c:v>44481</c:v>
                </c:pt>
                <c:pt idx="1333">
                  <c:v>44482</c:v>
                </c:pt>
                <c:pt idx="1334">
                  <c:v>44483</c:v>
                </c:pt>
                <c:pt idx="1335">
                  <c:v>44484</c:v>
                </c:pt>
                <c:pt idx="1336">
                  <c:v>44487</c:v>
                </c:pt>
                <c:pt idx="1337">
                  <c:v>44488</c:v>
                </c:pt>
                <c:pt idx="1338">
                  <c:v>44489</c:v>
                </c:pt>
                <c:pt idx="1339">
                  <c:v>44490</c:v>
                </c:pt>
                <c:pt idx="1340">
                  <c:v>44491</c:v>
                </c:pt>
                <c:pt idx="1341">
                  <c:v>44494</c:v>
                </c:pt>
                <c:pt idx="1342">
                  <c:v>44495</c:v>
                </c:pt>
                <c:pt idx="1343">
                  <c:v>44496</c:v>
                </c:pt>
                <c:pt idx="1344">
                  <c:v>44497</c:v>
                </c:pt>
                <c:pt idx="1345">
                  <c:v>44498</c:v>
                </c:pt>
                <c:pt idx="1346">
                  <c:v>44501</c:v>
                </c:pt>
                <c:pt idx="1347">
                  <c:v>44502</c:v>
                </c:pt>
                <c:pt idx="1348">
                  <c:v>44503</c:v>
                </c:pt>
                <c:pt idx="1349">
                  <c:v>44504</c:v>
                </c:pt>
                <c:pt idx="1350">
                  <c:v>44505</c:v>
                </c:pt>
                <c:pt idx="1351">
                  <c:v>44508</c:v>
                </c:pt>
                <c:pt idx="1352">
                  <c:v>44509</c:v>
                </c:pt>
                <c:pt idx="1353">
                  <c:v>44510</c:v>
                </c:pt>
                <c:pt idx="1354">
                  <c:v>44511</c:v>
                </c:pt>
                <c:pt idx="1355">
                  <c:v>44512</c:v>
                </c:pt>
                <c:pt idx="1356">
                  <c:v>44515</c:v>
                </c:pt>
                <c:pt idx="1357">
                  <c:v>44516</c:v>
                </c:pt>
                <c:pt idx="1358">
                  <c:v>44517</c:v>
                </c:pt>
                <c:pt idx="1359">
                  <c:v>44518</c:v>
                </c:pt>
                <c:pt idx="1360">
                  <c:v>44519</c:v>
                </c:pt>
                <c:pt idx="1361">
                  <c:v>44522</c:v>
                </c:pt>
                <c:pt idx="1362">
                  <c:v>44523</c:v>
                </c:pt>
                <c:pt idx="1363">
                  <c:v>44524</c:v>
                </c:pt>
                <c:pt idx="1364">
                  <c:v>44525</c:v>
                </c:pt>
                <c:pt idx="1365">
                  <c:v>44526</c:v>
                </c:pt>
                <c:pt idx="1366">
                  <c:v>44529</c:v>
                </c:pt>
                <c:pt idx="1367">
                  <c:v>44530</c:v>
                </c:pt>
                <c:pt idx="1368">
                  <c:v>44531</c:v>
                </c:pt>
                <c:pt idx="1369">
                  <c:v>44532</c:v>
                </c:pt>
                <c:pt idx="1370">
                  <c:v>44533</c:v>
                </c:pt>
                <c:pt idx="1371">
                  <c:v>44536</c:v>
                </c:pt>
                <c:pt idx="1372">
                  <c:v>44537</c:v>
                </c:pt>
                <c:pt idx="1373">
                  <c:v>44538</c:v>
                </c:pt>
                <c:pt idx="1374">
                  <c:v>44539</c:v>
                </c:pt>
                <c:pt idx="1375">
                  <c:v>44540</c:v>
                </c:pt>
                <c:pt idx="1376">
                  <c:v>44543</c:v>
                </c:pt>
                <c:pt idx="1377">
                  <c:v>44544</c:v>
                </c:pt>
                <c:pt idx="1378">
                  <c:v>44545</c:v>
                </c:pt>
                <c:pt idx="1379">
                  <c:v>44546</c:v>
                </c:pt>
                <c:pt idx="1380">
                  <c:v>44547</c:v>
                </c:pt>
                <c:pt idx="1381">
                  <c:v>44550</c:v>
                </c:pt>
                <c:pt idx="1382">
                  <c:v>44551</c:v>
                </c:pt>
                <c:pt idx="1383">
                  <c:v>44552</c:v>
                </c:pt>
                <c:pt idx="1384">
                  <c:v>44553</c:v>
                </c:pt>
                <c:pt idx="1385">
                  <c:v>44554</c:v>
                </c:pt>
                <c:pt idx="1386">
                  <c:v>44555</c:v>
                </c:pt>
                <c:pt idx="1387">
                  <c:v>44557</c:v>
                </c:pt>
                <c:pt idx="1388">
                  <c:v>44558</c:v>
                </c:pt>
                <c:pt idx="1389">
                  <c:v>44559</c:v>
                </c:pt>
                <c:pt idx="1390">
                  <c:v>44560</c:v>
                </c:pt>
                <c:pt idx="1391">
                  <c:v>44561</c:v>
                </c:pt>
                <c:pt idx="1392">
                  <c:v>44562</c:v>
                </c:pt>
                <c:pt idx="1393">
                  <c:v>44564</c:v>
                </c:pt>
                <c:pt idx="1394">
                  <c:v>44565</c:v>
                </c:pt>
                <c:pt idx="1395">
                  <c:v>44566</c:v>
                </c:pt>
                <c:pt idx="1396">
                  <c:v>44567</c:v>
                </c:pt>
                <c:pt idx="1397">
                  <c:v>44568</c:v>
                </c:pt>
                <c:pt idx="1398">
                  <c:v>44569</c:v>
                </c:pt>
                <c:pt idx="1399">
                  <c:v>44571</c:v>
                </c:pt>
                <c:pt idx="1400">
                  <c:v>44572</c:v>
                </c:pt>
                <c:pt idx="1401">
                  <c:v>44573</c:v>
                </c:pt>
                <c:pt idx="1402">
                  <c:v>44574</c:v>
                </c:pt>
                <c:pt idx="1403">
                  <c:v>44575</c:v>
                </c:pt>
                <c:pt idx="1404">
                  <c:v>44578</c:v>
                </c:pt>
                <c:pt idx="1405">
                  <c:v>44579</c:v>
                </c:pt>
                <c:pt idx="1406">
                  <c:v>44580</c:v>
                </c:pt>
                <c:pt idx="1407">
                  <c:v>44581</c:v>
                </c:pt>
                <c:pt idx="1408">
                  <c:v>44582</c:v>
                </c:pt>
                <c:pt idx="1409">
                  <c:v>44585</c:v>
                </c:pt>
                <c:pt idx="1410">
                  <c:v>44586</c:v>
                </c:pt>
                <c:pt idx="1411">
                  <c:v>44587</c:v>
                </c:pt>
                <c:pt idx="1412">
                  <c:v>44588</c:v>
                </c:pt>
                <c:pt idx="1413">
                  <c:v>44589</c:v>
                </c:pt>
                <c:pt idx="1414">
                  <c:v>44592</c:v>
                </c:pt>
                <c:pt idx="1415">
                  <c:v>44593</c:v>
                </c:pt>
                <c:pt idx="1416">
                  <c:v>44594</c:v>
                </c:pt>
                <c:pt idx="1417">
                  <c:v>44595</c:v>
                </c:pt>
                <c:pt idx="1418">
                  <c:v>44596</c:v>
                </c:pt>
                <c:pt idx="1419">
                  <c:v>44599</c:v>
                </c:pt>
                <c:pt idx="1420">
                  <c:v>44600</c:v>
                </c:pt>
                <c:pt idx="1421">
                  <c:v>44601</c:v>
                </c:pt>
                <c:pt idx="1422">
                  <c:v>44602</c:v>
                </c:pt>
                <c:pt idx="1423">
                  <c:v>44603</c:v>
                </c:pt>
                <c:pt idx="1424">
                  <c:v>44606</c:v>
                </c:pt>
                <c:pt idx="1425">
                  <c:v>44607</c:v>
                </c:pt>
                <c:pt idx="1426">
                  <c:v>44608</c:v>
                </c:pt>
                <c:pt idx="1427">
                  <c:v>44609</c:v>
                </c:pt>
                <c:pt idx="1428">
                  <c:v>44610</c:v>
                </c:pt>
                <c:pt idx="1429">
                  <c:v>44613</c:v>
                </c:pt>
                <c:pt idx="1430">
                  <c:v>44614</c:v>
                </c:pt>
                <c:pt idx="1431">
                  <c:v>44615</c:v>
                </c:pt>
                <c:pt idx="1432">
                  <c:v>44616</c:v>
                </c:pt>
                <c:pt idx="1433">
                  <c:v>44617</c:v>
                </c:pt>
                <c:pt idx="1434">
                  <c:v>44620</c:v>
                </c:pt>
                <c:pt idx="1435">
                  <c:v>44621</c:v>
                </c:pt>
                <c:pt idx="1436">
                  <c:v>44622</c:v>
                </c:pt>
                <c:pt idx="1437">
                  <c:v>44623</c:v>
                </c:pt>
                <c:pt idx="1438">
                  <c:v>44624</c:v>
                </c:pt>
                <c:pt idx="1439">
                  <c:v>44627</c:v>
                </c:pt>
                <c:pt idx="1440">
                  <c:v>44628</c:v>
                </c:pt>
                <c:pt idx="1441">
                  <c:v>44629</c:v>
                </c:pt>
                <c:pt idx="1442">
                  <c:v>44630</c:v>
                </c:pt>
                <c:pt idx="1443">
                  <c:v>44631</c:v>
                </c:pt>
                <c:pt idx="1444">
                  <c:v>44634</c:v>
                </c:pt>
                <c:pt idx="1445">
                  <c:v>44635</c:v>
                </c:pt>
                <c:pt idx="1446">
                  <c:v>44636</c:v>
                </c:pt>
                <c:pt idx="1447">
                  <c:v>44637</c:v>
                </c:pt>
                <c:pt idx="1448">
                  <c:v>44638</c:v>
                </c:pt>
                <c:pt idx="1449">
                  <c:v>44641</c:v>
                </c:pt>
                <c:pt idx="1450">
                  <c:v>44642</c:v>
                </c:pt>
                <c:pt idx="1451">
                  <c:v>44643</c:v>
                </c:pt>
                <c:pt idx="1452">
                  <c:v>44644</c:v>
                </c:pt>
                <c:pt idx="1453">
                  <c:v>44645</c:v>
                </c:pt>
                <c:pt idx="1454">
                  <c:v>44648</c:v>
                </c:pt>
                <c:pt idx="1455">
                  <c:v>44649</c:v>
                </c:pt>
                <c:pt idx="1456">
                  <c:v>44650</c:v>
                </c:pt>
                <c:pt idx="1457">
                  <c:v>44651</c:v>
                </c:pt>
                <c:pt idx="1458">
                  <c:v>44652</c:v>
                </c:pt>
                <c:pt idx="1459">
                  <c:v>44655</c:v>
                </c:pt>
                <c:pt idx="1460">
                  <c:v>44656</c:v>
                </c:pt>
                <c:pt idx="1461">
                  <c:v>44657</c:v>
                </c:pt>
                <c:pt idx="1462">
                  <c:v>44658</c:v>
                </c:pt>
                <c:pt idx="1463">
                  <c:v>44659</c:v>
                </c:pt>
                <c:pt idx="1464">
                  <c:v>44662</c:v>
                </c:pt>
                <c:pt idx="1465">
                  <c:v>44663</c:v>
                </c:pt>
                <c:pt idx="1466">
                  <c:v>44664</c:v>
                </c:pt>
                <c:pt idx="1467">
                  <c:v>44665</c:v>
                </c:pt>
                <c:pt idx="1468">
                  <c:v>44666</c:v>
                </c:pt>
                <c:pt idx="1469">
                  <c:v>44669</c:v>
                </c:pt>
                <c:pt idx="1470">
                  <c:v>44670</c:v>
                </c:pt>
                <c:pt idx="1471">
                  <c:v>44671</c:v>
                </c:pt>
                <c:pt idx="1472">
                  <c:v>44672</c:v>
                </c:pt>
                <c:pt idx="1473">
                  <c:v>44673</c:v>
                </c:pt>
                <c:pt idx="1474">
                  <c:v>44676</c:v>
                </c:pt>
                <c:pt idx="1475">
                  <c:v>44677</c:v>
                </c:pt>
                <c:pt idx="1476">
                  <c:v>44678</c:v>
                </c:pt>
                <c:pt idx="1477">
                  <c:v>44679</c:v>
                </c:pt>
                <c:pt idx="1478">
                  <c:v>44680</c:v>
                </c:pt>
                <c:pt idx="1479">
                  <c:v>44683</c:v>
                </c:pt>
                <c:pt idx="1480">
                  <c:v>44684</c:v>
                </c:pt>
                <c:pt idx="1481">
                  <c:v>44685</c:v>
                </c:pt>
                <c:pt idx="1482">
                  <c:v>44686</c:v>
                </c:pt>
                <c:pt idx="1483">
                  <c:v>44687</c:v>
                </c:pt>
                <c:pt idx="1484">
                  <c:v>44690</c:v>
                </c:pt>
                <c:pt idx="1485">
                  <c:v>44691</c:v>
                </c:pt>
                <c:pt idx="1486">
                  <c:v>44692</c:v>
                </c:pt>
                <c:pt idx="1487">
                  <c:v>44693</c:v>
                </c:pt>
                <c:pt idx="1488">
                  <c:v>44694</c:v>
                </c:pt>
                <c:pt idx="1489">
                  <c:v>44697</c:v>
                </c:pt>
                <c:pt idx="1490">
                  <c:v>44698</c:v>
                </c:pt>
                <c:pt idx="1491">
                  <c:v>44699</c:v>
                </c:pt>
                <c:pt idx="1492">
                  <c:v>44700</c:v>
                </c:pt>
                <c:pt idx="1493">
                  <c:v>44701</c:v>
                </c:pt>
                <c:pt idx="1494">
                  <c:v>44704</c:v>
                </c:pt>
                <c:pt idx="1495">
                  <c:v>44705</c:v>
                </c:pt>
                <c:pt idx="1496">
                  <c:v>44706</c:v>
                </c:pt>
                <c:pt idx="1497">
                  <c:v>44707</c:v>
                </c:pt>
                <c:pt idx="1498">
                  <c:v>44708</c:v>
                </c:pt>
                <c:pt idx="1499">
                  <c:v>44711</c:v>
                </c:pt>
                <c:pt idx="1500">
                  <c:v>44712</c:v>
                </c:pt>
                <c:pt idx="1501">
                  <c:v>44713</c:v>
                </c:pt>
                <c:pt idx="1502">
                  <c:v>44714</c:v>
                </c:pt>
                <c:pt idx="1503">
                  <c:v>44715</c:v>
                </c:pt>
                <c:pt idx="1504">
                  <c:v>44718</c:v>
                </c:pt>
                <c:pt idx="1505">
                  <c:v>44719</c:v>
                </c:pt>
                <c:pt idx="1506">
                  <c:v>44720</c:v>
                </c:pt>
                <c:pt idx="1507">
                  <c:v>44721</c:v>
                </c:pt>
                <c:pt idx="1508">
                  <c:v>44722</c:v>
                </c:pt>
                <c:pt idx="1509">
                  <c:v>44725</c:v>
                </c:pt>
                <c:pt idx="1510">
                  <c:v>44726</c:v>
                </c:pt>
                <c:pt idx="1511">
                  <c:v>44727</c:v>
                </c:pt>
                <c:pt idx="1512">
                  <c:v>44728</c:v>
                </c:pt>
                <c:pt idx="1513">
                  <c:v>44729</c:v>
                </c:pt>
                <c:pt idx="1514">
                  <c:v>44732</c:v>
                </c:pt>
                <c:pt idx="1515">
                  <c:v>44733</c:v>
                </c:pt>
                <c:pt idx="1516">
                  <c:v>44734</c:v>
                </c:pt>
                <c:pt idx="1517">
                  <c:v>44735</c:v>
                </c:pt>
                <c:pt idx="1518">
                  <c:v>44736</c:v>
                </c:pt>
                <c:pt idx="1519">
                  <c:v>44739</c:v>
                </c:pt>
                <c:pt idx="1520">
                  <c:v>44740</c:v>
                </c:pt>
                <c:pt idx="1521">
                  <c:v>44741</c:v>
                </c:pt>
                <c:pt idx="1522">
                  <c:v>44742</c:v>
                </c:pt>
                <c:pt idx="1523">
                  <c:v>44743</c:v>
                </c:pt>
                <c:pt idx="1524">
                  <c:v>44746</c:v>
                </c:pt>
                <c:pt idx="1525">
                  <c:v>44747</c:v>
                </c:pt>
                <c:pt idx="1526">
                  <c:v>44748</c:v>
                </c:pt>
                <c:pt idx="1527">
                  <c:v>44749</c:v>
                </c:pt>
                <c:pt idx="1528">
                  <c:v>44750</c:v>
                </c:pt>
                <c:pt idx="1529">
                  <c:v>44753</c:v>
                </c:pt>
                <c:pt idx="1530">
                  <c:v>44754</c:v>
                </c:pt>
                <c:pt idx="1531">
                  <c:v>44755</c:v>
                </c:pt>
                <c:pt idx="1532">
                  <c:v>44756</c:v>
                </c:pt>
                <c:pt idx="1533">
                  <c:v>44757</c:v>
                </c:pt>
                <c:pt idx="1534">
                  <c:v>44760</c:v>
                </c:pt>
                <c:pt idx="1535">
                  <c:v>44761</c:v>
                </c:pt>
                <c:pt idx="1536">
                  <c:v>44762</c:v>
                </c:pt>
                <c:pt idx="1537">
                  <c:v>44763</c:v>
                </c:pt>
                <c:pt idx="1538">
                  <c:v>44764</c:v>
                </c:pt>
                <c:pt idx="1539">
                  <c:v>44767</c:v>
                </c:pt>
                <c:pt idx="1540">
                  <c:v>44768</c:v>
                </c:pt>
                <c:pt idx="1541">
                  <c:v>44769</c:v>
                </c:pt>
                <c:pt idx="1542">
                  <c:v>44770</c:v>
                </c:pt>
                <c:pt idx="1543">
                  <c:v>44771</c:v>
                </c:pt>
                <c:pt idx="1544">
                  <c:v>44774</c:v>
                </c:pt>
                <c:pt idx="1545">
                  <c:v>44775</c:v>
                </c:pt>
                <c:pt idx="1546">
                  <c:v>44776</c:v>
                </c:pt>
                <c:pt idx="1547">
                  <c:v>44777</c:v>
                </c:pt>
                <c:pt idx="1548">
                  <c:v>44778</c:v>
                </c:pt>
                <c:pt idx="1549">
                  <c:v>44781</c:v>
                </c:pt>
                <c:pt idx="1550">
                  <c:v>44782</c:v>
                </c:pt>
                <c:pt idx="1551">
                  <c:v>44783</c:v>
                </c:pt>
                <c:pt idx="1552">
                  <c:v>44784</c:v>
                </c:pt>
                <c:pt idx="1553">
                  <c:v>44785</c:v>
                </c:pt>
                <c:pt idx="1554">
                  <c:v>44788</c:v>
                </c:pt>
                <c:pt idx="1555">
                  <c:v>44789</c:v>
                </c:pt>
                <c:pt idx="1556">
                  <c:v>44790</c:v>
                </c:pt>
                <c:pt idx="1557">
                  <c:v>44791</c:v>
                </c:pt>
                <c:pt idx="1558">
                  <c:v>44792</c:v>
                </c:pt>
                <c:pt idx="1559">
                  <c:v>44795</c:v>
                </c:pt>
                <c:pt idx="1560">
                  <c:v>44796</c:v>
                </c:pt>
                <c:pt idx="1561">
                  <c:v>44797</c:v>
                </c:pt>
                <c:pt idx="1562">
                  <c:v>44798</c:v>
                </c:pt>
                <c:pt idx="1563">
                  <c:v>44799</c:v>
                </c:pt>
                <c:pt idx="1564">
                  <c:v>44802</c:v>
                </c:pt>
                <c:pt idx="1565">
                  <c:v>44803</c:v>
                </c:pt>
                <c:pt idx="1566">
                  <c:v>44804</c:v>
                </c:pt>
                <c:pt idx="1567">
                  <c:v>44805</c:v>
                </c:pt>
                <c:pt idx="1568">
                  <c:v>44806</c:v>
                </c:pt>
                <c:pt idx="1569">
                  <c:v>44809</c:v>
                </c:pt>
                <c:pt idx="1570">
                  <c:v>44810</c:v>
                </c:pt>
                <c:pt idx="1571">
                  <c:v>44811</c:v>
                </c:pt>
                <c:pt idx="1572">
                  <c:v>44812</c:v>
                </c:pt>
                <c:pt idx="1573">
                  <c:v>44813</c:v>
                </c:pt>
                <c:pt idx="1574">
                  <c:v>44816</c:v>
                </c:pt>
                <c:pt idx="1575">
                  <c:v>44817</c:v>
                </c:pt>
                <c:pt idx="1576">
                  <c:v>44818</c:v>
                </c:pt>
                <c:pt idx="1577">
                  <c:v>44819</c:v>
                </c:pt>
                <c:pt idx="1578">
                  <c:v>44820</c:v>
                </c:pt>
                <c:pt idx="1579">
                  <c:v>44823</c:v>
                </c:pt>
                <c:pt idx="1580">
                  <c:v>44824</c:v>
                </c:pt>
                <c:pt idx="1581">
                  <c:v>44825</c:v>
                </c:pt>
                <c:pt idx="1582">
                  <c:v>44826</c:v>
                </c:pt>
                <c:pt idx="1583">
                  <c:v>44827</c:v>
                </c:pt>
                <c:pt idx="1584">
                  <c:v>44830</c:v>
                </c:pt>
                <c:pt idx="1585">
                  <c:v>44831</c:v>
                </c:pt>
                <c:pt idx="1586">
                  <c:v>44832</c:v>
                </c:pt>
                <c:pt idx="1587">
                  <c:v>44833</c:v>
                </c:pt>
                <c:pt idx="1588">
                  <c:v>44834</c:v>
                </c:pt>
                <c:pt idx="1589">
                  <c:v>44837</c:v>
                </c:pt>
                <c:pt idx="1590">
                  <c:v>44838</c:v>
                </c:pt>
                <c:pt idx="1591">
                  <c:v>44839</c:v>
                </c:pt>
                <c:pt idx="1592">
                  <c:v>44840</c:v>
                </c:pt>
                <c:pt idx="1593">
                  <c:v>44841</c:v>
                </c:pt>
                <c:pt idx="1594">
                  <c:v>44844</c:v>
                </c:pt>
                <c:pt idx="1595">
                  <c:v>44845</c:v>
                </c:pt>
                <c:pt idx="1596">
                  <c:v>44846</c:v>
                </c:pt>
                <c:pt idx="1597">
                  <c:v>44847</c:v>
                </c:pt>
                <c:pt idx="1598">
                  <c:v>44848</c:v>
                </c:pt>
                <c:pt idx="1599">
                  <c:v>44851</c:v>
                </c:pt>
                <c:pt idx="1600">
                  <c:v>44852</c:v>
                </c:pt>
                <c:pt idx="1601">
                  <c:v>44853</c:v>
                </c:pt>
                <c:pt idx="1602">
                  <c:v>44854</c:v>
                </c:pt>
                <c:pt idx="1603">
                  <c:v>44855</c:v>
                </c:pt>
                <c:pt idx="1604">
                  <c:v>44858</c:v>
                </c:pt>
                <c:pt idx="1605">
                  <c:v>44859</c:v>
                </c:pt>
                <c:pt idx="1606">
                  <c:v>44860</c:v>
                </c:pt>
                <c:pt idx="1607">
                  <c:v>44861</c:v>
                </c:pt>
                <c:pt idx="1608">
                  <c:v>44862</c:v>
                </c:pt>
                <c:pt idx="1609">
                  <c:v>44865</c:v>
                </c:pt>
                <c:pt idx="1610">
                  <c:v>44866</c:v>
                </c:pt>
                <c:pt idx="1611">
                  <c:v>44867</c:v>
                </c:pt>
                <c:pt idx="1612">
                  <c:v>44868</c:v>
                </c:pt>
                <c:pt idx="1613">
                  <c:v>44869</c:v>
                </c:pt>
                <c:pt idx="1614">
                  <c:v>44872</c:v>
                </c:pt>
                <c:pt idx="1615">
                  <c:v>44873</c:v>
                </c:pt>
                <c:pt idx="1616">
                  <c:v>44874</c:v>
                </c:pt>
                <c:pt idx="1617">
                  <c:v>44875</c:v>
                </c:pt>
                <c:pt idx="1618">
                  <c:v>44876</c:v>
                </c:pt>
                <c:pt idx="1619">
                  <c:v>44879</c:v>
                </c:pt>
                <c:pt idx="1620">
                  <c:v>44880</c:v>
                </c:pt>
                <c:pt idx="1621">
                  <c:v>44881</c:v>
                </c:pt>
                <c:pt idx="1622">
                  <c:v>44882</c:v>
                </c:pt>
                <c:pt idx="1623">
                  <c:v>44883</c:v>
                </c:pt>
                <c:pt idx="1624">
                  <c:v>44886</c:v>
                </c:pt>
                <c:pt idx="1625">
                  <c:v>44887</c:v>
                </c:pt>
                <c:pt idx="1626">
                  <c:v>44888</c:v>
                </c:pt>
                <c:pt idx="1627">
                  <c:v>44889</c:v>
                </c:pt>
                <c:pt idx="1628">
                  <c:v>44890</c:v>
                </c:pt>
                <c:pt idx="1629">
                  <c:v>44893</c:v>
                </c:pt>
                <c:pt idx="1630">
                  <c:v>44894</c:v>
                </c:pt>
                <c:pt idx="1631">
                  <c:v>44895</c:v>
                </c:pt>
                <c:pt idx="1632">
                  <c:v>44896</c:v>
                </c:pt>
                <c:pt idx="1633">
                  <c:v>44897</c:v>
                </c:pt>
                <c:pt idx="1634">
                  <c:v>44900</c:v>
                </c:pt>
                <c:pt idx="1635">
                  <c:v>44901</c:v>
                </c:pt>
                <c:pt idx="1636">
                  <c:v>44902</c:v>
                </c:pt>
                <c:pt idx="1637">
                  <c:v>44903</c:v>
                </c:pt>
                <c:pt idx="1638">
                  <c:v>44904</c:v>
                </c:pt>
                <c:pt idx="1639">
                  <c:v>44907</c:v>
                </c:pt>
                <c:pt idx="1640">
                  <c:v>44908</c:v>
                </c:pt>
                <c:pt idx="1641">
                  <c:v>44909</c:v>
                </c:pt>
                <c:pt idx="1642">
                  <c:v>44910</c:v>
                </c:pt>
                <c:pt idx="1643">
                  <c:v>44911</c:v>
                </c:pt>
                <c:pt idx="1644">
                  <c:v>44914</c:v>
                </c:pt>
                <c:pt idx="1645">
                  <c:v>44915</c:v>
                </c:pt>
                <c:pt idx="1646">
                  <c:v>44916</c:v>
                </c:pt>
                <c:pt idx="1647">
                  <c:v>44917</c:v>
                </c:pt>
                <c:pt idx="1648">
                  <c:v>44918</c:v>
                </c:pt>
                <c:pt idx="1649">
                  <c:v>44921</c:v>
                </c:pt>
                <c:pt idx="1650">
                  <c:v>44922</c:v>
                </c:pt>
                <c:pt idx="1651">
                  <c:v>44923</c:v>
                </c:pt>
                <c:pt idx="1652">
                  <c:v>44924</c:v>
                </c:pt>
                <c:pt idx="1653">
                  <c:v>44925</c:v>
                </c:pt>
                <c:pt idx="1654">
                  <c:v>44928</c:v>
                </c:pt>
                <c:pt idx="1655">
                  <c:v>44929</c:v>
                </c:pt>
                <c:pt idx="1656">
                  <c:v>44930</c:v>
                </c:pt>
                <c:pt idx="1657">
                  <c:v>44931</c:v>
                </c:pt>
                <c:pt idx="1658">
                  <c:v>44932</c:v>
                </c:pt>
                <c:pt idx="1659">
                  <c:v>44935</c:v>
                </c:pt>
                <c:pt idx="1660">
                  <c:v>44936</c:v>
                </c:pt>
                <c:pt idx="1661">
                  <c:v>44937</c:v>
                </c:pt>
                <c:pt idx="1662">
                  <c:v>44938</c:v>
                </c:pt>
                <c:pt idx="1663">
                  <c:v>44939</c:v>
                </c:pt>
                <c:pt idx="1664">
                  <c:v>44942</c:v>
                </c:pt>
                <c:pt idx="1665">
                  <c:v>44943</c:v>
                </c:pt>
                <c:pt idx="1666">
                  <c:v>44944</c:v>
                </c:pt>
                <c:pt idx="1667">
                  <c:v>44945</c:v>
                </c:pt>
                <c:pt idx="1668">
                  <c:v>44946</c:v>
                </c:pt>
                <c:pt idx="1669">
                  <c:v>44949</c:v>
                </c:pt>
                <c:pt idx="1670">
                  <c:v>44950</c:v>
                </c:pt>
                <c:pt idx="1671">
                  <c:v>44951</c:v>
                </c:pt>
                <c:pt idx="1672">
                  <c:v>44952</c:v>
                </c:pt>
                <c:pt idx="1673">
                  <c:v>44953</c:v>
                </c:pt>
                <c:pt idx="1674">
                  <c:v>44956</c:v>
                </c:pt>
                <c:pt idx="1675">
                  <c:v>44957</c:v>
                </c:pt>
                <c:pt idx="1676">
                  <c:v>44958</c:v>
                </c:pt>
                <c:pt idx="1677">
                  <c:v>44959</c:v>
                </c:pt>
                <c:pt idx="1678">
                  <c:v>44960</c:v>
                </c:pt>
                <c:pt idx="1679">
                  <c:v>44963</c:v>
                </c:pt>
                <c:pt idx="1680">
                  <c:v>44964</c:v>
                </c:pt>
                <c:pt idx="1681">
                  <c:v>44965</c:v>
                </c:pt>
                <c:pt idx="1682">
                  <c:v>44966</c:v>
                </c:pt>
                <c:pt idx="1683">
                  <c:v>44967</c:v>
                </c:pt>
                <c:pt idx="1684">
                  <c:v>44970</c:v>
                </c:pt>
                <c:pt idx="1685">
                  <c:v>44971</c:v>
                </c:pt>
                <c:pt idx="1686">
                  <c:v>44972</c:v>
                </c:pt>
                <c:pt idx="1687">
                  <c:v>44973</c:v>
                </c:pt>
                <c:pt idx="1688">
                  <c:v>44974</c:v>
                </c:pt>
                <c:pt idx="1689">
                  <c:v>44977</c:v>
                </c:pt>
                <c:pt idx="1690">
                  <c:v>44978</c:v>
                </c:pt>
                <c:pt idx="1691">
                  <c:v>44979</c:v>
                </c:pt>
                <c:pt idx="1692">
                  <c:v>44980</c:v>
                </c:pt>
                <c:pt idx="1693">
                  <c:v>44981</c:v>
                </c:pt>
                <c:pt idx="1694">
                  <c:v>44984</c:v>
                </c:pt>
                <c:pt idx="1695">
                  <c:v>44985</c:v>
                </c:pt>
                <c:pt idx="1696">
                  <c:v>44986</c:v>
                </c:pt>
                <c:pt idx="1697">
                  <c:v>44987</c:v>
                </c:pt>
                <c:pt idx="1698">
                  <c:v>44988</c:v>
                </c:pt>
                <c:pt idx="1699">
                  <c:v>44991</c:v>
                </c:pt>
                <c:pt idx="1700">
                  <c:v>44992</c:v>
                </c:pt>
                <c:pt idx="1701">
                  <c:v>44993</c:v>
                </c:pt>
                <c:pt idx="1702">
                  <c:v>44994</c:v>
                </c:pt>
                <c:pt idx="1703">
                  <c:v>44995</c:v>
                </c:pt>
                <c:pt idx="1704">
                  <c:v>44998</c:v>
                </c:pt>
                <c:pt idx="1705">
                  <c:v>44999</c:v>
                </c:pt>
                <c:pt idx="1706">
                  <c:v>45000</c:v>
                </c:pt>
                <c:pt idx="1707">
                  <c:v>45001</c:v>
                </c:pt>
                <c:pt idx="1708">
                  <c:v>45002</c:v>
                </c:pt>
                <c:pt idx="1709">
                  <c:v>45005</c:v>
                </c:pt>
                <c:pt idx="1710">
                  <c:v>45006</c:v>
                </c:pt>
                <c:pt idx="1711">
                  <c:v>45007</c:v>
                </c:pt>
                <c:pt idx="1712">
                  <c:v>45008</c:v>
                </c:pt>
                <c:pt idx="1713">
                  <c:v>45009</c:v>
                </c:pt>
                <c:pt idx="1714">
                  <c:v>45012</c:v>
                </c:pt>
                <c:pt idx="1715">
                  <c:v>45013</c:v>
                </c:pt>
                <c:pt idx="1716">
                  <c:v>45014</c:v>
                </c:pt>
                <c:pt idx="1717">
                  <c:v>45015</c:v>
                </c:pt>
                <c:pt idx="1718">
                  <c:v>45016</c:v>
                </c:pt>
                <c:pt idx="1719">
                  <c:v>45019</c:v>
                </c:pt>
                <c:pt idx="1720">
                  <c:v>45020</c:v>
                </c:pt>
                <c:pt idx="1721">
                  <c:v>45021</c:v>
                </c:pt>
                <c:pt idx="1722">
                  <c:v>45022</c:v>
                </c:pt>
                <c:pt idx="1723">
                  <c:v>45023</c:v>
                </c:pt>
                <c:pt idx="1724">
                  <c:v>45026</c:v>
                </c:pt>
                <c:pt idx="1725">
                  <c:v>45027</c:v>
                </c:pt>
                <c:pt idx="1726">
                  <c:v>45028</c:v>
                </c:pt>
                <c:pt idx="1727">
                  <c:v>45029</c:v>
                </c:pt>
                <c:pt idx="1728">
                  <c:v>45030</c:v>
                </c:pt>
                <c:pt idx="1729">
                  <c:v>45033</c:v>
                </c:pt>
                <c:pt idx="1730">
                  <c:v>45034</c:v>
                </c:pt>
                <c:pt idx="1731">
                  <c:v>45035</c:v>
                </c:pt>
                <c:pt idx="1732">
                  <c:v>45036</c:v>
                </c:pt>
                <c:pt idx="1733">
                  <c:v>45037</c:v>
                </c:pt>
                <c:pt idx="1734">
                  <c:v>45040</c:v>
                </c:pt>
                <c:pt idx="1735">
                  <c:v>45041</c:v>
                </c:pt>
                <c:pt idx="1736">
                  <c:v>45042</c:v>
                </c:pt>
                <c:pt idx="1737">
                  <c:v>45043</c:v>
                </c:pt>
                <c:pt idx="1738">
                  <c:v>45044</c:v>
                </c:pt>
                <c:pt idx="1739">
                  <c:v>45047</c:v>
                </c:pt>
                <c:pt idx="1740">
                  <c:v>45048</c:v>
                </c:pt>
                <c:pt idx="1741">
                  <c:v>45049</c:v>
                </c:pt>
                <c:pt idx="1742">
                  <c:v>45050</c:v>
                </c:pt>
                <c:pt idx="1743">
                  <c:v>45051</c:v>
                </c:pt>
                <c:pt idx="1744">
                  <c:v>45054</c:v>
                </c:pt>
                <c:pt idx="1745">
                  <c:v>45055</c:v>
                </c:pt>
                <c:pt idx="1746">
                  <c:v>45056</c:v>
                </c:pt>
                <c:pt idx="1747">
                  <c:v>45057</c:v>
                </c:pt>
                <c:pt idx="1748">
                  <c:v>45058</c:v>
                </c:pt>
                <c:pt idx="1749">
                  <c:v>45061</c:v>
                </c:pt>
                <c:pt idx="1750">
                  <c:v>45062</c:v>
                </c:pt>
                <c:pt idx="1751">
                  <c:v>45063</c:v>
                </c:pt>
                <c:pt idx="1752">
                  <c:v>45064</c:v>
                </c:pt>
                <c:pt idx="1753">
                  <c:v>45065</c:v>
                </c:pt>
                <c:pt idx="1754">
                  <c:v>45068</c:v>
                </c:pt>
                <c:pt idx="1755">
                  <c:v>45069</c:v>
                </c:pt>
                <c:pt idx="1756">
                  <c:v>45070</c:v>
                </c:pt>
                <c:pt idx="1757">
                  <c:v>45071</c:v>
                </c:pt>
                <c:pt idx="1758">
                  <c:v>45072</c:v>
                </c:pt>
                <c:pt idx="1759">
                  <c:v>45075</c:v>
                </c:pt>
                <c:pt idx="1760">
                  <c:v>45076</c:v>
                </c:pt>
                <c:pt idx="1761">
                  <c:v>45077</c:v>
                </c:pt>
                <c:pt idx="1762">
                  <c:v>45078</c:v>
                </c:pt>
                <c:pt idx="1763">
                  <c:v>45079</c:v>
                </c:pt>
                <c:pt idx="1764">
                  <c:v>45082</c:v>
                </c:pt>
                <c:pt idx="1765">
                  <c:v>45083</c:v>
                </c:pt>
                <c:pt idx="1766">
                  <c:v>45084</c:v>
                </c:pt>
                <c:pt idx="1767">
                  <c:v>45085</c:v>
                </c:pt>
                <c:pt idx="1768">
                  <c:v>45086</c:v>
                </c:pt>
                <c:pt idx="1769">
                  <c:v>45089</c:v>
                </c:pt>
                <c:pt idx="1770">
                  <c:v>45090</c:v>
                </c:pt>
                <c:pt idx="1771">
                  <c:v>45091</c:v>
                </c:pt>
                <c:pt idx="1772">
                  <c:v>45092</c:v>
                </c:pt>
                <c:pt idx="1773">
                  <c:v>45093</c:v>
                </c:pt>
                <c:pt idx="1774">
                  <c:v>45096</c:v>
                </c:pt>
                <c:pt idx="1775">
                  <c:v>45097</c:v>
                </c:pt>
                <c:pt idx="1776">
                  <c:v>45098</c:v>
                </c:pt>
                <c:pt idx="1777">
                  <c:v>45099</c:v>
                </c:pt>
                <c:pt idx="1778">
                  <c:v>45100</c:v>
                </c:pt>
                <c:pt idx="1779">
                  <c:v>45103</c:v>
                </c:pt>
                <c:pt idx="1780">
                  <c:v>45104</c:v>
                </c:pt>
                <c:pt idx="1781">
                  <c:v>45105</c:v>
                </c:pt>
                <c:pt idx="1782">
                  <c:v>45106</c:v>
                </c:pt>
                <c:pt idx="1783">
                  <c:v>45107</c:v>
                </c:pt>
                <c:pt idx="1784">
                  <c:v>45110</c:v>
                </c:pt>
                <c:pt idx="1785">
                  <c:v>45111</c:v>
                </c:pt>
                <c:pt idx="1786">
                  <c:v>45112</c:v>
                </c:pt>
                <c:pt idx="1787">
                  <c:v>45113</c:v>
                </c:pt>
                <c:pt idx="1788">
                  <c:v>45114</c:v>
                </c:pt>
                <c:pt idx="1789">
                  <c:v>45117</c:v>
                </c:pt>
                <c:pt idx="1790">
                  <c:v>45118</c:v>
                </c:pt>
                <c:pt idx="1791">
                  <c:v>45119</c:v>
                </c:pt>
                <c:pt idx="1792">
                  <c:v>45120</c:v>
                </c:pt>
                <c:pt idx="1793">
                  <c:v>45121</c:v>
                </c:pt>
                <c:pt idx="1794">
                  <c:v>45124</c:v>
                </c:pt>
                <c:pt idx="1795">
                  <c:v>45125</c:v>
                </c:pt>
                <c:pt idx="1796">
                  <c:v>45126</c:v>
                </c:pt>
                <c:pt idx="1797">
                  <c:v>45127</c:v>
                </c:pt>
                <c:pt idx="1798">
                  <c:v>45128</c:v>
                </c:pt>
                <c:pt idx="1799">
                  <c:v>45131</c:v>
                </c:pt>
                <c:pt idx="1800">
                  <c:v>45132</c:v>
                </c:pt>
                <c:pt idx="1801">
                  <c:v>45133</c:v>
                </c:pt>
                <c:pt idx="1802">
                  <c:v>45134</c:v>
                </c:pt>
                <c:pt idx="1803">
                  <c:v>45135</c:v>
                </c:pt>
                <c:pt idx="1804">
                  <c:v>45138</c:v>
                </c:pt>
                <c:pt idx="1805">
                  <c:v>45139</c:v>
                </c:pt>
                <c:pt idx="1806">
                  <c:v>45140</c:v>
                </c:pt>
                <c:pt idx="1807">
                  <c:v>45141</c:v>
                </c:pt>
                <c:pt idx="1808">
                  <c:v>45142</c:v>
                </c:pt>
                <c:pt idx="1809">
                  <c:v>45145</c:v>
                </c:pt>
                <c:pt idx="1810">
                  <c:v>45146</c:v>
                </c:pt>
                <c:pt idx="1811">
                  <c:v>45147</c:v>
                </c:pt>
                <c:pt idx="1812">
                  <c:v>45148</c:v>
                </c:pt>
                <c:pt idx="1813">
                  <c:v>45149</c:v>
                </c:pt>
                <c:pt idx="1814">
                  <c:v>45152</c:v>
                </c:pt>
                <c:pt idx="1815">
                  <c:v>45153</c:v>
                </c:pt>
                <c:pt idx="1816">
                  <c:v>45154</c:v>
                </c:pt>
                <c:pt idx="1817">
                  <c:v>45155</c:v>
                </c:pt>
                <c:pt idx="1818">
                  <c:v>45156</c:v>
                </c:pt>
                <c:pt idx="1819">
                  <c:v>45159</c:v>
                </c:pt>
                <c:pt idx="1820">
                  <c:v>45160</c:v>
                </c:pt>
                <c:pt idx="1821">
                  <c:v>45161</c:v>
                </c:pt>
                <c:pt idx="1822">
                  <c:v>45162</c:v>
                </c:pt>
                <c:pt idx="1823">
                  <c:v>45163</c:v>
                </c:pt>
                <c:pt idx="1824">
                  <c:v>45166</c:v>
                </c:pt>
                <c:pt idx="1825">
                  <c:v>45167</c:v>
                </c:pt>
                <c:pt idx="1826">
                  <c:v>45168</c:v>
                </c:pt>
                <c:pt idx="1827">
                  <c:v>45169</c:v>
                </c:pt>
                <c:pt idx="1828">
                  <c:v>45170</c:v>
                </c:pt>
                <c:pt idx="1829">
                  <c:v>45173</c:v>
                </c:pt>
                <c:pt idx="1830">
                  <c:v>45174</c:v>
                </c:pt>
                <c:pt idx="1831">
                  <c:v>45175</c:v>
                </c:pt>
                <c:pt idx="1832">
                  <c:v>45176</c:v>
                </c:pt>
                <c:pt idx="1833">
                  <c:v>45177</c:v>
                </c:pt>
                <c:pt idx="1834">
                  <c:v>45180</c:v>
                </c:pt>
                <c:pt idx="1835">
                  <c:v>45181</c:v>
                </c:pt>
                <c:pt idx="1836">
                  <c:v>45182</c:v>
                </c:pt>
                <c:pt idx="1837">
                  <c:v>45183</c:v>
                </c:pt>
                <c:pt idx="1838">
                  <c:v>45184</c:v>
                </c:pt>
                <c:pt idx="1839">
                  <c:v>45187</c:v>
                </c:pt>
                <c:pt idx="1840">
                  <c:v>45188</c:v>
                </c:pt>
                <c:pt idx="1841">
                  <c:v>45189</c:v>
                </c:pt>
                <c:pt idx="1842">
                  <c:v>45190</c:v>
                </c:pt>
                <c:pt idx="1843">
                  <c:v>45191</c:v>
                </c:pt>
                <c:pt idx="1844">
                  <c:v>45194</c:v>
                </c:pt>
                <c:pt idx="1845">
                  <c:v>45195</c:v>
                </c:pt>
                <c:pt idx="1846">
                  <c:v>45196</c:v>
                </c:pt>
                <c:pt idx="1847">
                  <c:v>45197</c:v>
                </c:pt>
                <c:pt idx="1848">
                  <c:v>45198</c:v>
                </c:pt>
                <c:pt idx="1849">
                  <c:v>45201</c:v>
                </c:pt>
                <c:pt idx="1850">
                  <c:v>45202</c:v>
                </c:pt>
                <c:pt idx="1851">
                  <c:v>45203</c:v>
                </c:pt>
                <c:pt idx="1852">
                  <c:v>45204</c:v>
                </c:pt>
                <c:pt idx="1853">
                  <c:v>45205</c:v>
                </c:pt>
                <c:pt idx="1854">
                  <c:v>45208</c:v>
                </c:pt>
                <c:pt idx="1855">
                  <c:v>45209</c:v>
                </c:pt>
                <c:pt idx="1856">
                  <c:v>45210</c:v>
                </c:pt>
                <c:pt idx="1857">
                  <c:v>45211</c:v>
                </c:pt>
                <c:pt idx="1858">
                  <c:v>45212</c:v>
                </c:pt>
                <c:pt idx="1859">
                  <c:v>45215</c:v>
                </c:pt>
                <c:pt idx="1860">
                  <c:v>45216</c:v>
                </c:pt>
                <c:pt idx="1861">
                  <c:v>45217</c:v>
                </c:pt>
                <c:pt idx="1862">
                  <c:v>45218</c:v>
                </c:pt>
                <c:pt idx="1863">
                  <c:v>45219</c:v>
                </c:pt>
                <c:pt idx="1864">
                  <c:v>45222</c:v>
                </c:pt>
                <c:pt idx="1865">
                  <c:v>45223</c:v>
                </c:pt>
                <c:pt idx="1866">
                  <c:v>45224</c:v>
                </c:pt>
                <c:pt idx="1867">
                  <c:v>45225</c:v>
                </c:pt>
                <c:pt idx="1868">
                  <c:v>45226</c:v>
                </c:pt>
                <c:pt idx="1869">
                  <c:v>45229</c:v>
                </c:pt>
                <c:pt idx="1870">
                  <c:v>45230</c:v>
                </c:pt>
                <c:pt idx="1871">
                  <c:v>45231</c:v>
                </c:pt>
                <c:pt idx="1872">
                  <c:v>45232</c:v>
                </c:pt>
                <c:pt idx="1873">
                  <c:v>45233</c:v>
                </c:pt>
                <c:pt idx="1874">
                  <c:v>45236</c:v>
                </c:pt>
                <c:pt idx="1875">
                  <c:v>45237</c:v>
                </c:pt>
                <c:pt idx="1876">
                  <c:v>45238</c:v>
                </c:pt>
                <c:pt idx="1877">
                  <c:v>45239</c:v>
                </c:pt>
                <c:pt idx="1878">
                  <c:v>45240</c:v>
                </c:pt>
                <c:pt idx="1879">
                  <c:v>45243</c:v>
                </c:pt>
                <c:pt idx="1880">
                  <c:v>45244</c:v>
                </c:pt>
                <c:pt idx="1881">
                  <c:v>45245</c:v>
                </c:pt>
                <c:pt idx="1882">
                  <c:v>45246</c:v>
                </c:pt>
                <c:pt idx="1883">
                  <c:v>45247</c:v>
                </c:pt>
                <c:pt idx="1884">
                  <c:v>45250</c:v>
                </c:pt>
                <c:pt idx="1885">
                  <c:v>45251</c:v>
                </c:pt>
                <c:pt idx="1886">
                  <c:v>45252</c:v>
                </c:pt>
                <c:pt idx="1887">
                  <c:v>45253</c:v>
                </c:pt>
                <c:pt idx="1888">
                  <c:v>45254</c:v>
                </c:pt>
                <c:pt idx="1889">
                  <c:v>45257</c:v>
                </c:pt>
                <c:pt idx="1890">
                  <c:v>45258</c:v>
                </c:pt>
                <c:pt idx="1891">
                  <c:v>45259</c:v>
                </c:pt>
                <c:pt idx="1892">
                  <c:v>45260</c:v>
                </c:pt>
                <c:pt idx="1893">
                  <c:v>45261</c:v>
                </c:pt>
                <c:pt idx="1894">
                  <c:v>45264</c:v>
                </c:pt>
                <c:pt idx="1895">
                  <c:v>45265</c:v>
                </c:pt>
                <c:pt idx="1896">
                  <c:v>45266</c:v>
                </c:pt>
                <c:pt idx="1897">
                  <c:v>45267</c:v>
                </c:pt>
                <c:pt idx="1898">
                  <c:v>45268</c:v>
                </c:pt>
                <c:pt idx="1899">
                  <c:v>45271</c:v>
                </c:pt>
                <c:pt idx="1900">
                  <c:v>45272</c:v>
                </c:pt>
                <c:pt idx="1901">
                  <c:v>45273</c:v>
                </c:pt>
                <c:pt idx="1902">
                  <c:v>45274</c:v>
                </c:pt>
                <c:pt idx="1903">
                  <c:v>45275</c:v>
                </c:pt>
                <c:pt idx="1904">
                  <c:v>45278</c:v>
                </c:pt>
                <c:pt idx="1905">
                  <c:v>45279</c:v>
                </c:pt>
                <c:pt idx="1906">
                  <c:v>45280</c:v>
                </c:pt>
                <c:pt idx="1907">
                  <c:v>45281</c:v>
                </c:pt>
                <c:pt idx="1908">
                  <c:v>45282</c:v>
                </c:pt>
                <c:pt idx="1909">
                  <c:v>45283</c:v>
                </c:pt>
                <c:pt idx="1910">
                  <c:v>45285</c:v>
                </c:pt>
                <c:pt idx="1911">
                  <c:v>45286</c:v>
                </c:pt>
                <c:pt idx="1912">
                  <c:v>45287</c:v>
                </c:pt>
                <c:pt idx="1913">
                  <c:v>45288</c:v>
                </c:pt>
                <c:pt idx="1914">
                  <c:v>45289</c:v>
                </c:pt>
                <c:pt idx="1915">
                  <c:v>45290</c:v>
                </c:pt>
                <c:pt idx="1916">
                  <c:v>45292</c:v>
                </c:pt>
                <c:pt idx="1917">
                  <c:v>45293</c:v>
                </c:pt>
                <c:pt idx="1918">
                  <c:v>45294</c:v>
                </c:pt>
                <c:pt idx="1919">
                  <c:v>45295</c:v>
                </c:pt>
                <c:pt idx="1920">
                  <c:v>45296</c:v>
                </c:pt>
                <c:pt idx="1921">
                  <c:v>45297</c:v>
                </c:pt>
                <c:pt idx="1922">
                  <c:v>45299</c:v>
                </c:pt>
                <c:pt idx="1923">
                  <c:v>45300</c:v>
                </c:pt>
                <c:pt idx="1924">
                  <c:v>45301</c:v>
                </c:pt>
                <c:pt idx="1925">
                  <c:v>45302</c:v>
                </c:pt>
                <c:pt idx="1926">
                  <c:v>45303</c:v>
                </c:pt>
                <c:pt idx="1927">
                  <c:v>45304</c:v>
                </c:pt>
                <c:pt idx="1928">
                  <c:v>45306</c:v>
                </c:pt>
                <c:pt idx="1929">
                  <c:v>45307</c:v>
                </c:pt>
                <c:pt idx="1930">
                  <c:v>45308</c:v>
                </c:pt>
                <c:pt idx="1931">
                  <c:v>45309</c:v>
                </c:pt>
                <c:pt idx="1932">
                  <c:v>45310</c:v>
                </c:pt>
                <c:pt idx="1933">
                  <c:v>45313</c:v>
                </c:pt>
                <c:pt idx="1934">
                  <c:v>45314</c:v>
                </c:pt>
                <c:pt idx="1935">
                  <c:v>45315</c:v>
                </c:pt>
                <c:pt idx="1936">
                  <c:v>45316</c:v>
                </c:pt>
                <c:pt idx="1937">
                  <c:v>45317</c:v>
                </c:pt>
                <c:pt idx="1938">
                  <c:v>45320</c:v>
                </c:pt>
                <c:pt idx="1939">
                  <c:v>45321</c:v>
                </c:pt>
                <c:pt idx="1940">
                  <c:v>45322</c:v>
                </c:pt>
                <c:pt idx="1941">
                  <c:v>45323</c:v>
                </c:pt>
                <c:pt idx="1942">
                  <c:v>45324</c:v>
                </c:pt>
                <c:pt idx="1943">
                  <c:v>45327</c:v>
                </c:pt>
                <c:pt idx="1944">
                  <c:v>45328</c:v>
                </c:pt>
                <c:pt idx="1945">
                  <c:v>45329</c:v>
                </c:pt>
                <c:pt idx="1946">
                  <c:v>45330</c:v>
                </c:pt>
                <c:pt idx="1947">
                  <c:v>45331</c:v>
                </c:pt>
                <c:pt idx="1948">
                  <c:v>45334</c:v>
                </c:pt>
                <c:pt idx="1949">
                  <c:v>45335</c:v>
                </c:pt>
                <c:pt idx="1950">
                  <c:v>45336</c:v>
                </c:pt>
                <c:pt idx="1951">
                  <c:v>45337</c:v>
                </c:pt>
                <c:pt idx="1952">
                  <c:v>45338</c:v>
                </c:pt>
                <c:pt idx="1953">
                  <c:v>45341</c:v>
                </c:pt>
                <c:pt idx="1954">
                  <c:v>45342</c:v>
                </c:pt>
                <c:pt idx="1955">
                  <c:v>45343</c:v>
                </c:pt>
                <c:pt idx="1956">
                  <c:v>45344</c:v>
                </c:pt>
                <c:pt idx="1957">
                  <c:v>45345</c:v>
                </c:pt>
                <c:pt idx="1958">
                  <c:v>45348</c:v>
                </c:pt>
                <c:pt idx="1959">
                  <c:v>45349</c:v>
                </c:pt>
                <c:pt idx="1960">
                  <c:v>45350</c:v>
                </c:pt>
                <c:pt idx="1961">
                  <c:v>45351</c:v>
                </c:pt>
                <c:pt idx="1962">
                  <c:v>45352</c:v>
                </c:pt>
                <c:pt idx="1963">
                  <c:v>45355</c:v>
                </c:pt>
                <c:pt idx="1964">
                  <c:v>45356</c:v>
                </c:pt>
                <c:pt idx="1965">
                  <c:v>45357</c:v>
                </c:pt>
                <c:pt idx="1966">
                  <c:v>45358</c:v>
                </c:pt>
                <c:pt idx="1967">
                  <c:v>45359</c:v>
                </c:pt>
                <c:pt idx="1968">
                  <c:v>45362</c:v>
                </c:pt>
                <c:pt idx="1969">
                  <c:v>45363</c:v>
                </c:pt>
                <c:pt idx="1970">
                  <c:v>45364</c:v>
                </c:pt>
                <c:pt idx="1971">
                  <c:v>45365</c:v>
                </c:pt>
                <c:pt idx="1972">
                  <c:v>45366</c:v>
                </c:pt>
                <c:pt idx="1973">
                  <c:v>45369</c:v>
                </c:pt>
                <c:pt idx="1974">
                  <c:v>45370</c:v>
                </c:pt>
                <c:pt idx="1975">
                  <c:v>45371</c:v>
                </c:pt>
                <c:pt idx="1976">
                  <c:v>45372</c:v>
                </c:pt>
                <c:pt idx="1977">
                  <c:v>45373</c:v>
                </c:pt>
                <c:pt idx="1978">
                  <c:v>45376</c:v>
                </c:pt>
                <c:pt idx="1979">
                  <c:v>45377</c:v>
                </c:pt>
                <c:pt idx="1980">
                  <c:v>45378</c:v>
                </c:pt>
                <c:pt idx="1981">
                  <c:v>45379</c:v>
                </c:pt>
                <c:pt idx="1982">
                  <c:v>45380</c:v>
                </c:pt>
                <c:pt idx="1983">
                  <c:v>45383</c:v>
                </c:pt>
                <c:pt idx="1984">
                  <c:v>45384</c:v>
                </c:pt>
                <c:pt idx="1985">
                  <c:v>45385</c:v>
                </c:pt>
                <c:pt idx="1986">
                  <c:v>45386</c:v>
                </c:pt>
                <c:pt idx="1987">
                  <c:v>45387</c:v>
                </c:pt>
                <c:pt idx="1988">
                  <c:v>45390</c:v>
                </c:pt>
                <c:pt idx="1989">
                  <c:v>45391</c:v>
                </c:pt>
                <c:pt idx="1990">
                  <c:v>45392</c:v>
                </c:pt>
                <c:pt idx="1991">
                  <c:v>45393</c:v>
                </c:pt>
                <c:pt idx="1992">
                  <c:v>45394</c:v>
                </c:pt>
                <c:pt idx="1993">
                  <c:v>45397</c:v>
                </c:pt>
                <c:pt idx="1994">
                  <c:v>45398</c:v>
                </c:pt>
                <c:pt idx="1995">
                  <c:v>45399</c:v>
                </c:pt>
                <c:pt idx="1996">
                  <c:v>45400</c:v>
                </c:pt>
                <c:pt idx="1997">
                  <c:v>45401</c:v>
                </c:pt>
                <c:pt idx="1998">
                  <c:v>45404</c:v>
                </c:pt>
                <c:pt idx="1999">
                  <c:v>45405</c:v>
                </c:pt>
                <c:pt idx="2000">
                  <c:v>45406</c:v>
                </c:pt>
                <c:pt idx="2001">
                  <c:v>45407</c:v>
                </c:pt>
                <c:pt idx="2002">
                  <c:v>45408</c:v>
                </c:pt>
                <c:pt idx="2003">
                  <c:v>45411</c:v>
                </c:pt>
                <c:pt idx="2004">
                  <c:v>45412</c:v>
                </c:pt>
                <c:pt idx="2005">
                  <c:v>45413</c:v>
                </c:pt>
                <c:pt idx="2006">
                  <c:v>45414</c:v>
                </c:pt>
                <c:pt idx="2007">
                  <c:v>45415</c:v>
                </c:pt>
                <c:pt idx="2008">
                  <c:v>45418</c:v>
                </c:pt>
                <c:pt idx="2009">
                  <c:v>45419</c:v>
                </c:pt>
                <c:pt idx="2010">
                  <c:v>45420</c:v>
                </c:pt>
                <c:pt idx="2011">
                  <c:v>45421</c:v>
                </c:pt>
                <c:pt idx="2012">
                  <c:v>45422</c:v>
                </c:pt>
                <c:pt idx="2013">
                  <c:v>45425</c:v>
                </c:pt>
                <c:pt idx="2014">
                  <c:v>45426</c:v>
                </c:pt>
                <c:pt idx="2015">
                  <c:v>45427</c:v>
                </c:pt>
                <c:pt idx="2016">
                  <c:v>45428</c:v>
                </c:pt>
                <c:pt idx="2017">
                  <c:v>45429</c:v>
                </c:pt>
                <c:pt idx="2018">
                  <c:v>45432</c:v>
                </c:pt>
                <c:pt idx="2019">
                  <c:v>45433</c:v>
                </c:pt>
                <c:pt idx="2020">
                  <c:v>45434</c:v>
                </c:pt>
                <c:pt idx="2021">
                  <c:v>45435</c:v>
                </c:pt>
                <c:pt idx="2022">
                  <c:v>45436</c:v>
                </c:pt>
                <c:pt idx="2023">
                  <c:v>45439</c:v>
                </c:pt>
                <c:pt idx="2024">
                  <c:v>45440</c:v>
                </c:pt>
                <c:pt idx="2025">
                  <c:v>45441</c:v>
                </c:pt>
                <c:pt idx="2026">
                  <c:v>45442</c:v>
                </c:pt>
                <c:pt idx="2027">
                  <c:v>45443</c:v>
                </c:pt>
                <c:pt idx="2028">
                  <c:v>45446</c:v>
                </c:pt>
                <c:pt idx="2029">
                  <c:v>45447</c:v>
                </c:pt>
                <c:pt idx="2030">
                  <c:v>45448</c:v>
                </c:pt>
                <c:pt idx="2031">
                  <c:v>45449</c:v>
                </c:pt>
                <c:pt idx="2032">
                  <c:v>45450</c:v>
                </c:pt>
                <c:pt idx="2033">
                  <c:v>45453</c:v>
                </c:pt>
                <c:pt idx="2034">
                  <c:v>45454</c:v>
                </c:pt>
                <c:pt idx="2035">
                  <c:v>45455</c:v>
                </c:pt>
                <c:pt idx="2036">
                  <c:v>45456</c:v>
                </c:pt>
                <c:pt idx="2037">
                  <c:v>45457</c:v>
                </c:pt>
                <c:pt idx="2038">
                  <c:v>45460</c:v>
                </c:pt>
                <c:pt idx="2039">
                  <c:v>45461</c:v>
                </c:pt>
                <c:pt idx="2040">
                  <c:v>45462</c:v>
                </c:pt>
                <c:pt idx="2041">
                  <c:v>45463</c:v>
                </c:pt>
                <c:pt idx="2042">
                  <c:v>45464</c:v>
                </c:pt>
                <c:pt idx="2043">
                  <c:v>45467</c:v>
                </c:pt>
                <c:pt idx="2044">
                  <c:v>45468</c:v>
                </c:pt>
                <c:pt idx="2045">
                  <c:v>45469</c:v>
                </c:pt>
                <c:pt idx="2046">
                  <c:v>45470</c:v>
                </c:pt>
                <c:pt idx="2047">
                  <c:v>45471</c:v>
                </c:pt>
                <c:pt idx="2048">
                  <c:v>45474</c:v>
                </c:pt>
                <c:pt idx="2049">
                  <c:v>45475</c:v>
                </c:pt>
                <c:pt idx="2050">
                  <c:v>45476</c:v>
                </c:pt>
                <c:pt idx="2051">
                  <c:v>45477</c:v>
                </c:pt>
                <c:pt idx="2052">
                  <c:v>45478</c:v>
                </c:pt>
                <c:pt idx="2053">
                  <c:v>45481</c:v>
                </c:pt>
                <c:pt idx="2054">
                  <c:v>45482</c:v>
                </c:pt>
                <c:pt idx="2055">
                  <c:v>45483</c:v>
                </c:pt>
                <c:pt idx="2056">
                  <c:v>45484</c:v>
                </c:pt>
                <c:pt idx="2057">
                  <c:v>45485</c:v>
                </c:pt>
                <c:pt idx="2058">
                  <c:v>45488</c:v>
                </c:pt>
                <c:pt idx="2059">
                  <c:v>45489</c:v>
                </c:pt>
                <c:pt idx="2060">
                  <c:v>45490</c:v>
                </c:pt>
                <c:pt idx="2061">
                  <c:v>45491</c:v>
                </c:pt>
                <c:pt idx="2062">
                  <c:v>45492</c:v>
                </c:pt>
                <c:pt idx="2063">
                  <c:v>45495</c:v>
                </c:pt>
                <c:pt idx="2064">
                  <c:v>45496</c:v>
                </c:pt>
                <c:pt idx="2065">
                  <c:v>45497</c:v>
                </c:pt>
                <c:pt idx="2066">
                  <c:v>45498</c:v>
                </c:pt>
                <c:pt idx="2067">
                  <c:v>45499</c:v>
                </c:pt>
                <c:pt idx="2068">
                  <c:v>45502</c:v>
                </c:pt>
                <c:pt idx="2069">
                  <c:v>45503</c:v>
                </c:pt>
                <c:pt idx="2070">
                  <c:v>45504</c:v>
                </c:pt>
                <c:pt idx="2071">
                  <c:v>45505</c:v>
                </c:pt>
                <c:pt idx="2072">
                  <c:v>45506</c:v>
                </c:pt>
                <c:pt idx="2073">
                  <c:v>45509</c:v>
                </c:pt>
                <c:pt idx="2074">
                  <c:v>45510</c:v>
                </c:pt>
                <c:pt idx="2075">
                  <c:v>45511</c:v>
                </c:pt>
                <c:pt idx="2076">
                  <c:v>45512</c:v>
                </c:pt>
                <c:pt idx="2077">
                  <c:v>45513</c:v>
                </c:pt>
                <c:pt idx="2078">
                  <c:v>45516</c:v>
                </c:pt>
                <c:pt idx="2079">
                  <c:v>45517</c:v>
                </c:pt>
                <c:pt idx="2080">
                  <c:v>45518</c:v>
                </c:pt>
                <c:pt idx="2081">
                  <c:v>45519</c:v>
                </c:pt>
                <c:pt idx="2082">
                  <c:v>45520</c:v>
                </c:pt>
                <c:pt idx="2083">
                  <c:v>45523</c:v>
                </c:pt>
                <c:pt idx="2084">
                  <c:v>45524</c:v>
                </c:pt>
                <c:pt idx="2085">
                  <c:v>45525</c:v>
                </c:pt>
                <c:pt idx="2086">
                  <c:v>45526</c:v>
                </c:pt>
                <c:pt idx="2087">
                  <c:v>45527</c:v>
                </c:pt>
                <c:pt idx="2088">
                  <c:v>45530</c:v>
                </c:pt>
                <c:pt idx="2089">
                  <c:v>45531</c:v>
                </c:pt>
                <c:pt idx="2090">
                  <c:v>45532</c:v>
                </c:pt>
                <c:pt idx="2091">
                  <c:v>45533</c:v>
                </c:pt>
                <c:pt idx="2092">
                  <c:v>45534</c:v>
                </c:pt>
                <c:pt idx="2093">
                  <c:v>45538</c:v>
                </c:pt>
                <c:pt idx="2094">
                  <c:v>45539</c:v>
                </c:pt>
                <c:pt idx="2095">
                  <c:v>45540</c:v>
                </c:pt>
                <c:pt idx="2096">
                  <c:v>45541</c:v>
                </c:pt>
                <c:pt idx="2097">
                  <c:v>45544</c:v>
                </c:pt>
                <c:pt idx="2098">
                  <c:v>45545</c:v>
                </c:pt>
                <c:pt idx="2099">
                  <c:v>45546</c:v>
                </c:pt>
                <c:pt idx="2100">
                  <c:v>45547</c:v>
                </c:pt>
                <c:pt idx="2101">
                  <c:v>45548</c:v>
                </c:pt>
                <c:pt idx="2102">
                  <c:v>45551</c:v>
                </c:pt>
                <c:pt idx="2103">
                  <c:v>45552</c:v>
                </c:pt>
                <c:pt idx="2104">
                  <c:v>45553</c:v>
                </c:pt>
                <c:pt idx="2105">
                  <c:v>45554</c:v>
                </c:pt>
                <c:pt idx="2106">
                  <c:v>45555</c:v>
                </c:pt>
                <c:pt idx="2107">
                  <c:v>45558</c:v>
                </c:pt>
                <c:pt idx="2108">
                  <c:v>45559</c:v>
                </c:pt>
                <c:pt idx="2109">
                  <c:v>45560</c:v>
                </c:pt>
                <c:pt idx="2110">
                  <c:v>45561</c:v>
                </c:pt>
                <c:pt idx="2111">
                  <c:v>45562</c:v>
                </c:pt>
                <c:pt idx="2112">
                  <c:v>45565</c:v>
                </c:pt>
                <c:pt idx="2113">
                  <c:v>45566</c:v>
                </c:pt>
                <c:pt idx="2114">
                  <c:v>45567</c:v>
                </c:pt>
                <c:pt idx="2115">
                  <c:v>45568</c:v>
                </c:pt>
                <c:pt idx="2116">
                  <c:v>45569</c:v>
                </c:pt>
                <c:pt idx="2117">
                  <c:v>45572</c:v>
                </c:pt>
                <c:pt idx="2118">
                  <c:v>45573</c:v>
                </c:pt>
                <c:pt idx="2119">
                  <c:v>45574</c:v>
                </c:pt>
                <c:pt idx="2120">
                  <c:v>45575</c:v>
                </c:pt>
                <c:pt idx="2121">
                  <c:v>45576</c:v>
                </c:pt>
                <c:pt idx="2122">
                  <c:v>45579</c:v>
                </c:pt>
                <c:pt idx="2123">
                  <c:v>45580</c:v>
                </c:pt>
                <c:pt idx="2124">
                  <c:v>45581</c:v>
                </c:pt>
                <c:pt idx="2125">
                  <c:v>45582</c:v>
                </c:pt>
                <c:pt idx="2126">
                  <c:v>45583</c:v>
                </c:pt>
                <c:pt idx="2127">
                  <c:v>45586</c:v>
                </c:pt>
                <c:pt idx="2128">
                  <c:v>45587</c:v>
                </c:pt>
                <c:pt idx="2129">
                  <c:v>45588</c:v>
                </c:pt>
                <c:pt idx="2130">
                  <c:v>45589</c:v>
                </c:pt>
                <c:pt idx="2131">
                  <c:v>45590</c:v>
                </c:pt>
                <c:pt idx="2132">
                  <c:v>45593</c:v>
                </c:pt>
                <c:pt idx="2133">
                  <c:v>45594</c:v>
                </c:pt>
                <c:pt idx="2134">
                  <c:v>45595</c:v>
                </c:pt>
                <c:pt idx="2135">
                  <c:v>45596</c:v>
                </c:pt>
                <c:pt idx="2136">
                  <c:v>45597</c:v>
                </c:pt>
                <c:pt idx="2137">
                  <c:v>45600</c:v>
                </c:pt>
                <c:pt idx="2138">
                  <c:v>45601</c:v>
                </c:pt>
                <c:pt idx="2139">
                  <c:v>45602</c:v>
                </c:pt>
                <c:pt idx="2140">
                  <c:v>45603</c:v>
                </c:pt>
                <c:pt idx="2141">
                  <c:v>45604</c:v>
                </c:pt>
                <c:pt idx="2142">
                  <c:v>45607</c:v>
                </c:pt>
                <c:pt idx="2143">
                  <c:v>45608</c:v>
                </c:pt>
                <c:pt idx="2144">
                  <c:v>45609</c:v>
                </c:pt>
                <c:pt idx="2145">
                  <c:v>45610</c:v>
                </c:pt>
                <c:pt idx="2146">
                  <c:v>45611</c:v>
                </c:pt>
                <c:pt idx="2147">
                  <c:v>45614</c:v>
                </c:pt>
                <c:pt idx="2148">
                  <c:v>45615</c:v>
                </c:pt>
                <c:pt idx="2149">
                  <c:v>45616</c:v>
                </c:pt>
                <c:pt idx="2150">
                  <c:v>45617</c:v>
                </c:pt>
                <c:pt idx="2151">
                  <c:v>45618</c:v>
                </c:pt>
                <c:pt idx="2152">
                  <c:v>45621</c:v>
                </c:pt>
                <c:pt idx="2153">
                  <c:v>45622</c:v>
                </c:pt>
                <c:pt idx="2154">
                  <c:v>45623</c:v>
                </c:pt>
                <c:pt idx="2155">
                  <c:v>45624</c:v>
                </c:pt>
                <c:pt idx="2156">
                  <c:v>45625</c:v>
                </c:pt>
                <c:pt idx="2157">
                  <c:v>45628</c:v>
                </c:pt>
                <c:pt idx="2158">
                  <c:v>45629</c:v>
                </c:pt>
                <c:pt idx="2159">
                  <c:v>45630</c:v>
                </c:pt>
                <c:pt idx="2160">
                  <c:v>45631</c:v>
                </c:pt>
                <c:pt idx="2161">
                  <c:v>45632</c:v>
                </c:pt>
                <c:pt idx="2162">
                  <c:v>45635</c:v>
                </c:pt>
                <c:pt idx="2163">
                  <c:v>45636</c:v>
                </c:pt>
                <c:pt idx="2164">
                  <c:v>45637</c:v>
                </c:pt>
                <c:pt idx="2165">
                  <c:v>45638</c:v>
                </c:pt>
                <c:pt idx="2166">
                  <c:v>45639</c:v>
                </c:pt>
                <c:pt idx="2167">
                  <c:v>45642</c:v>
                </c:pt>
                <c:pt idx="2168">
                  <c:v>45643</c:v>
                </c:pt>
                <c:pt idx="2169">
                  <c:v>45644</c:v>
                </c:pt>
                <c:pt idx="2170">
                  <c:v>45645</c:v>
                </c:pt>
                <c:pt idx="2171">
                  <c:v>45646</c:v>
                </c:pt>
                <c:pt idx="2172">
                  <c:v>45649</c:v>
                </c:pt>
                <c:pt idx="2173">
                  <c:v>45650</c:v>
                </c:pt>
                <c:pt idx="2174">
                  <c:v>45651</c:v>
                </c:pt>
                <c:pt idx="2175">
                  <c:v>45652</c:v>
                </c:pt>
                <c:pt idx="2176">
                  <c:v>45653</c:v>
                </c:pt>
                <c:pt idx="2177">
                  <c:v>45656</c:v>
                </c:pt>
                <c:pt idx="2178">
                  <c:v>45657</c:v>
                </c:pt>
                <c:pt idx="2179">
                  <c:v>45659</c:v>
                </c:pt>
                <c:pt idx="2180">
                  <c:v>45660</c:v>
                </c:pt>
                <c:pt idx="2181">
                  <c:v>45663</c:v>
                </c:pt>
                <c:pt idx="2182">
                  <c:v>45664</c:v>
                </c:pt>
                <c:pt idx="2183">
                  <c:v>45665</c:v>
                </c:pt>
                <c:pt idx="2184">
                  <c:v>45666</c:v>
                </c:pt>
                <c:pt idx="2185">
                  <c:v>45667</c:v>
                </c:pt>
                <c:pt idx="2186">
                  <c:v>45670</c:v>
                </c:pt>
                <c:pt idx="2187">
                  <c:v>45671</c:v>
                </c:pt>
                <c:pt idx="2188">
                  <c:v>45672</c:v>
                </c:pt>
                <c:pt idx="2189">
                  <c:v>45673</c:v>
                </c:pt>
                <c:pt idx="2190">
                  <c:v>45674</c:v>
                </c:pt>
                <c:pt idx="2191">
                  <c:v>45677</c:v>
                </c:pt>
                <c:pt idx="2192">
                  <c:v>45678</c:v>
                </c:pt>
                <c:pt idx="2193">
                  <c:v>45679</c:v>
                </c:pt>
                <c:pt idx="2194">
                  <c:v>45680</c:v>
                </c:pt>
                <c:pt idx="2195">
                  <c:v>45681</c:v>
                </c:pt>
                <c:pt idx="2196">
                  <c:v>45684</c:v>
                </c:pt>
                <c:pt idx="2197">
                  <c:v>45685</c:v>
                </c:pt>
                <c:pt idx="2198">
                  <c:v>45686</c:v>
                </c:pt>
                <c:pt idx="2199">
                  <c:v>45687</c:v>
                </c:pt>
                <c:pt idx="2200">
                  <c:v>45688</c:v>
                </c:pt>
                <c:pt idx="2201">
                  <c:v>45691</c:v>
                </c:pt>
                <c:pt idx="2202">
                  <c:v>45692</c:v>
                </c:pt>
                <c:pt idx="2203">
                  <c:v>45693</c:v>
                </c:pt>
                <c:pt idx="2204">
                  <c:v>45694</c:v>
                </c:pt>
                <c:pt idx="2205">
                  <c:v>45695</c:v>
                </c:pt>
                <c:pt idx="2206">
                  <c:v>45698</c:v>
                </c:pt>
                <c:pt idx="2207">
                  <c:v>45699</c:v>
                </c:pt>
                <c:pt idx="2208">
                  <c:v>45700</c:v>
                </c:pt>
                <c:pt idx="2209">
                  <c:v>45701</c:v>
                </c:pt>
                <c:pt idx="2210">
                  <c:v>45702</c:v>
                </c:pt>
                <c:pt idx="2211">
                  <c:v>45705</c:v>
                </c:pt>
                <c:pt idx="2212">
                  <c:v>45706</c:v>
                </c:pt>
                <c:pt idx="2213">
                  <c:v>45707</c:v>
                </c:pt>
                <c:pt idx="2214">
                  <c:v>45708</c:v>
                </c:pt>
                <c:pt idx="2215">
                  <c:v>45709</c:v>
                </c:pt>
                <c:pt idx="2216">
                  <c:v>45712</c:v>
                </c:pt>
                <c:pt idx="2217">
                  <c:v>45713</c:v>
                </c:pt>
                <c:pt idx="2218">
                  <c:v>45714</c:v>
                </c:pt>
                <c:pt idx="2219">
                  <c:v>45715</c:v>
                </c:pt>
                <c:pt idx="2220">
                  <c:v>45716</c:v>
                </c:pt>
                <c:pt idx="2221">
                  <c:v>45719</c:v>
                </c:pt>
                <c:pt idx="2222">
                  <c:v>45720</c:v>
                </c:pt>
                <c:pt idx="2223">
                  <c:v>45721</c:v>
                </c:pt>
                <c:pt idx="2224">
                  <c:v>45722</c:v>
                </c:pt>
                <c:pt idx="2225">
                  <c:v>45723</c:v>
                </c:pt>
                <c:pt idx="2226">
                  <c:v>45726</c:v>
                </c:pt>
                <c:pt idx="2227">
                  <c:v>45727</c:v>
                </c:pt>
                <c:pt idx="2228">
                  <c:v>45728</c:v>
                </c:pt>
                <c:pt idx="2229">
                  <c:v>45729</c:v>
                </c:pt>
                <c:pt idx="2230">
                  <c:v>45730</c:v>
                </c:pt>
                <c:pt idx="2231">
                  <c:v>45733</c:v>
                </c:pt>
                <c:pt idx="2232">
                  <c:v>45734</c:v>
                </c:pt>
                <c:pt idx="2233">
                  <c:v>45735</c:v>
                </c:pt>
                <c:pt idx="2234">
                  <c:v>45736</c:v>
                </c:pt>
                <c:pt idx="2235">
                  <c:v>45737</c:v>
                </c:pt>
                <c:pt idx="2236">
                  <c:v>45740</c:v>
                </c:pt>
                <c:pt idx="2237">
                  <c:v>45741</c:v>
                </c:pt>
                <c:pt idx="2238">
                  <c:v>45742</c:v>
                </c:pt>
                <c:pt idx="2239">
                  <c:v>45743</c:v>
                </c:pt>
                <c:pt idx="2240">
                  <c:v>45744</c:v>
                </c:pt>
                <c:pt idx="2241">
                  <c:v>45747</c:v>
                </c:pt>
                <c:pt idx="2242">
                  <c:v>45748</c:v>
                </c:pt>
                <c:pt idx="2243">
                  <c:v>45749</c:v>
                </c:pt>
                <c:pt idx="2244">
                  <c:v>45750</c:v>
                </c:pt>
                <c:pt idx="2245">
                  <c:v>45751</c:v>
                </c:pt>
                <c:pt idx="2246">
                  <c:v>45754</c:v>
                </c:pt>
                <c:pt idx="2247">
                  <c:v>45755</c:v>
                </c:pt>
                <c:pt idx="2248">
                  <c:v>45756</c:v>
                </c:pt>
                <c:pt idx="2249">
                  <c:v>45757</c:v>
                </c:pt>
                <c:pt idx="2250">
                  <c:v>45758</c:v>
                </c:pt>
                <c:pt idx="2251">
                  <c:v>45761</c:v>
                </c:pt>
                <c:pt idx="2252">
                  <c:v>45762</c:v>
                </c:pt>
                <c:pt idx="2253">
                  <c:v>45763</c:v>
                </c:pt>
                <c:pt idx="2254">
                  <c:v>45764</c:v>
                </c:pt>
                <c:pt idx="2255">
                  <c:v>45765</c:v>
                </c:pt>
                <c:pt idx="2256">
                  <c:v>45768</c:v>
                </c:pt>
                <c:pt idx="2257">
                  <c:v>45769</c:v>
                </c:pt>
                <c:pt idx="2258">
                  <c:v>45770</c:v>
                </c:pt>
                <c:pt idx="2259">
                  <c:v>45771</c:v>
                </c:pt>
                <c:pt idx="2260">
                  <c:v>45772</c:v>
                </c:pt>
                <c:pt idx="2261">
                  <c:v>45775</c:v>
                </c:pt>
                <c:pt idx="2262">
                  <c:v>45776</c:v>
                </c:pt>
                <c:pt idx="2263">
                  <c:v>45777</c:v>
                </c:pt>
                <c:pt idx="2264">
                  <c:v>45778</c:v>
                </c:pt>
                <c:pt idx="2265">
                  <c:v>45779</c:v>
                </c:pt>
                <c:pt idx="2266">
                  <c:v>45782</c:v>
                </c:pt>
                <c:pt idx="2267">
                  <c:v>45783</c:v>
                </c:pt>
                <c:pt idx="2268">
                  <c:v>45784</c:v>
                </c:pt>
                <c:pt idx="2269">
                  <c:v>45785</c:v>
                </c:pt>
                <c:pt idx="2270">
                  <c:v>45786</c:v>
                </c:pt>
                <c:pt idx="2271">
                  <c:v>45789</c:v>
                </c:pt>
                <c:pt idx="2272">
                  <c:v>45790</c:v>
                </c:pt>
                <c:pt idx="2273">
                  <c:v>45791</c:v>
                </c:pt>
                <c:pt idx="2274">
                  <c:v>45792</c:v>
                </c:pt>
                <c:pt idx="2275">
                  <c:v>45793</c:v>
                </c:pt>
                <c:pt idx="2276">
                  <c:v>45796</c:v>
                </c:pt>
                <c:pt idx="2277">
                  <c:v>45797</c:v>
                </c:pt>
                <c:pt idx="2278">
                  <c:v>45798</c:v>
                </c:pt>
                <c:pt idx="2279">
                  <c:v>45799</c:v>
                </c:pt>
                <c:pt idx="2280">
                  <c:v>45800</c:v>
                </c:pt>
                <c:pt idx="2281">
                  <c:v>45803</c:v>
                </c:pt>
                <c:pt idx="2282">
                  <c:v>45804</c:v>
                </c:pt>
                <c:pt idx="2283">
                  <c:v>45805</c:v>
                </c:pt>
                <c:pt idx="2284">
                  <c:v>45806</c:v>
                </c:pt>
                <c:pt idx="2285">
                  <c:v>45807</c:v>
                </c:pt>
                <c:pt idx="2286">
                  <c:v>45810</c:v>
                </c:pt>
                <c:pt idx="2287">
                  <c:v>45811</c:v>
                </c:pt>
                <c:pt idx="2288">
                  <c:v>45812</c:v>
                </c:pt>
                <c:pt idx="2289">
                  <c:v>45813</c:v>
                </c:pt>
                <c:pt idx="2290">
                  <c:v>45814</c:v>
                </c:pt>
                <c:pt idx="2291">
                  <c:v>45817</c:v>
                </c:pt>
                <c:pt idx="2292">
                  <c:v>45818</c:v>
                </c:pt>
                <c:pt idx="2293">
                  <c:v>45819</c:v>
                </c:pt>
                <c:pt idx="2294">
                  <c:v>45820</c:v>
                </c:pt>
                <c:pt idx="2295">
                  <c:v>45821</c:v>
                </c:pt>
                <c:pt idx="2296">
                  <c:v>45824</c:v>
                </c:pt>
                <c:pt idx="2297">
                  <c:v>45825</c:v>
                </c:pt>
                <c:pt idx="2298">
                  <c:v>45826</c:v>
                </c:pt>
                <c:pt idx="2299">
                  <c:v>45827</c:v>
                </c:pt>
                <c:pt idx="2300">
                  <c:v>45828</c:v>
                </c:pt>
                <c:pt idx="2301">
                  <c:v>45831</c:v>
                </c:pt>
                <c:pt idx="2302">
                  <c:v>45832</c:v>
                </c:pt>
                <c:pt idx="2303">
                  <c:v>45833</c:v>
                </c:pt>
                <c:pt idx="2304">
                  <c:v>45834</c:v>
                </c:pt>
                <c:pt idx="2305">
                  <c:v>45835</c:v>
                </c:pt>
                <c:pt idx="2306">
                  <c:v>45838</c:v>
                </c:pt>
                <c:pt idx="2307">
                  <c:v>45839</c:v>
                </c:pt>
                <c:pt idx="2308">
                  <c:v>45840</c:v>
                </c:pt>
                <c:pt idx="2309">
                  <c:v>45841</c:v>
                </c:pt>
                <c:pt idx="2310">
                  <c:v>45842</c:v>
                </c:pt>
                <c:pt idx="2311">
                  <c:v>45845</c:v>
                </c:pt>
                <c:pt idx="2312">
                  <c:v>45846</c:v>
                </c:pt>
                <c:pt idx="2313">
                  <c:v>45847</c:v>
                </c:pt>
                <c:pt idx="2314">
                  <c:v>45848</c:v>
                </c:pt>
                <c:pt idx="2315">
                  <c:v>45849</c:v>
                </c:pt>
                <c:pt idx="2316">
                  <c:v>45852</c:v>
                </c:pt>
                <c:pt idx="2317">
                  <c:v>45853</c:v>
                </c:pt>
                <c:pt idx="2318">
                  <c:v>45854</c:v>
                </c:pt>
                <c:pt idx="2319">
                  <c:v>45855</c:v>
                </c:pt>
                <c:pt idx="2320">
                  <c:v>45856</c:v>
                </c:pt>
                <c:pt idx="2321">
                  <c:v>45859</c:v>
                </c:pt>
                <c:pt idx="2322">
                  <c:v>45860</c:v>
                </c:pt>
                <c:pt idx="2323">
                  <c:v>45861</c:v>
                </c:pt>
                <c:pt idx="2324">
                  <c:v>45862</c:v>
                </c:pt>
                <c:pt idx="2325">
                  <c:v>45863</c:v>
                </c:pt>
                <c:pt idx="2326">
                  <c:v>45866</c:v>
                </c:pt>
                <c:pt idx="2327">
                  <c:v>45867</c:v>
                </c:pt>
                <c:pt idx="2328">
                  <c:v>45868</c:v>
                </c:pt>
                <c:pt idx="2329">
                  <c:v>45869</c:v>
                </c:pt>
                <c:pt idx="2330">
                  <c:v>45870</c:v>
                </c:pt>
                <c:pt idx="2331">
                  <c:v>45871</c:v>
                </c:pt>
                <c:pt idx="2332">
                  <c:v>45872</c:v>
                </c:pt>
                <c:pt idx="2333">
                  <c:v>45873</c:v>
                </c:pt>
                <c:pt idx="2334">
                  <c:v>45874</c:v>
                </c:pt>
                <c:pt idx="2335">
                  <c:v>45875</c:v>
                </c:pt>
                <c:pt idx="2336">
                  <c:v>45876</c:v>
                </c:pt>
                <c:pt idx="2337">
                  <c:v>45877</c:v>
                </c:pt>
                <c:pt idx="2338">
                  <c:v>45878</c:v>
                </c:pt>
                <c:pt idx="2339">
                  <c:v>45879</c:v>
                </c:pt>
                <c:pt idx="2340">
                  <c:v>45880</c:v>
                </c:pt>
                <c:pt idx="2341">
                  <c:v>45881</c:v>
                </c:pt>
                <c:pt idx="2342">
                  <c:v>45882</c:v>
                </c:pt>
                <c:pt idx="2343">
                  <c:v>45883</c:v>
                </c:pt>
                <c:pt idx="2344">
                  <c:v>45884</c:v>
                </c:pt>
                <c:pt idx="2345">
                  <c:v>45885</c:v>
                </c:pt>
                <c:pt idx="2346">
                  <c:v>45886</c:v>
                </c:pt>
                <c:pt idx="2347">
                  <c:v>45887</c:v>
                </c:pt>
                <c:pt idx="2348">
                  <c:v>45888</c:v>
                </c:pt>
                <c:pt idx="2349">
                  <c:v>45889</c:v>
                </c:pt>
                <c:pt idx="2350">
                  <c:v>45890</c:v>
                </c:pt>
                <c:pt idx="2351">
                  <c:v>45891</c:v>
                </c:pt>
                <c:pt idx="2352">
                  <c:v>45892</c:v>
                </c:pt>
                <c:pt idx="2353">
                  <c:v>45893</c:v>
                </c:pt>
                <c:pt idx="2354">
                  <c:v>45894</c:v>
                </c:pt>
                <c:pt idx="2355">
                  <c:v>45895</c:v>
                </c:pt>
                <c:pt idx="2356">
                  <c:v>45896</c:v>
                </c:pt>
                <c:pt idx="2357">
                  <c:v>45897</c:v>
                </c:pt>
                <c:pt idx="2358">
                  <c:v>45898</c:v>
                </c:pt>
                <c:pt idx="2359">
                  <c:v>45899</c:v>
                </c:pt>
                <c:pt idx="2360">
                  <c:v>45900</c:v>
                </c:pt>
                <c:pt idx="2361">
                  <c:v>45901</c:v>
                </c:pt>
                <c:pt idx="2362">
                  <c:v>45902</c:v>
                </c:pt>
                <c:pt idx="2363">
                  <c:v>45903</c:v>
                </c:pt>
                <c:pt idx="2364">
                  <c:v>45904</c:v>
                </c:pt>
                <c:pt idx="2365">
                  <c:v>45905</c:v>
                </c:pt>
                <c:pt idx="2366">
                  <c:v>45906</c:v>
                </c:pt>
                <c:pt idx="2367">
                  <c:v>45907</c:v>
                </c:pt>
                <c:pt idx="2368">
                  <c:v>45908</c:v>
                </c:pt>
                <c:pt idx="2369">
                  <c:v>45909</c:v>
                </c:pt>
                <c:pt idx="2370">
                  <c:v>45910</c:v>
                </c:pt>
                <c:pt idx="2371">
                  <c:v>45911</c:v>
                </c:pt>
                <c:pt idx="2372">
                  <c:v>45912</c:v>
                </c:pt>
                <c:pt idx="2373">
                  <c:v>45913</c:v>
                </c:pt>
                <c:pt idx="2374">
                  <c:v>45914</c:v>
                </c:pt>
                <c:pt idx="2375">
                  <c:v>45915</c:v>
                </c:pt>
                <c:pt idx="2376">
                  <c:v>45916</c:v>
                </c:pt>
                <c:pt idx="2377">
                  <c:v>45917</c:v>
                </c:pt>
                <c:pt idx="2378">
                  <c:v>45918</c:v>
                </c:pt>
                <c:pt idx="2379">
                  <c:v>45919</c:v>
                </c:pt>
                <c:pt idx="2380">
                  <c:v>45920</c:v>
                </c:pt>
                <c:pt idx="2381">
                  <c:v>45921</c:v>
                </c:pt>
                <c:pt idx="2382">
                  <c:v>45922</c:v>
                </c:pt>
                <c:pt idx="2383">
                  <c:v>45923</c:v>
                </c:pt>
                <c:pt idx="2384">
                  <c:v>45924</c:v>
                </c:pt>
                <c:pt idx="2385">
                  <c:v>45925</c:v>
                </c:pt>
                <c:pt idx="2386">
                  <c:v>45926</c:v>
                </c:pt>
                <c:pt idx="2387">
                  <c:v>45927</c:v>
                </c:pt>
                <c:pt idx="2388">
                  <c:v>45928</c:v>
                </c:pt>
                <c:pt idx="2389">
                  <c:v>45929</c:v>
                </c:pt>
                <c:pt idx="2390">
                  <c:v>45930</c:v>
                </c:pt>
                <c:pt idx="2391">
                  <c:v>45931</c:v>
                </c:pt>
                <c:pt idx="2392">
                  <c:v>45932</c:v>
                </c:pt>
                <c:pt idx="2393">
                  <c:v>45933</c:v>
                </c:pt>
                <c:pt idx="2394">
                  <c:v>45934</c:v>
                </c:pt>
                <c:pt idx="2395">
                  <c:v>45935</c:v>
                </c:pt>
                <c:pt idx="2396">
                  <c:v>45936</c:v>
                </c:pt>
                <c:pt idx="2397">
                  <c:v>45937</c:v>
                </c:pt>
                <c:pt idx="2398">
                  <c:v>45938</c:v>
                </c:pt>
                <c:pt idx="2399">
                  <c:v>45939</c:v>
                </c:pt>
                <c:pt idx="2400">
                  <c:v>45940</c:v>
                </c:pt>
                <c:pt idx="2401">
                  <c:v>45941</c:v>
                </c:pt>
                <c:pt idx="2402">
                  <c:v>45942</c:v>
                </c:pt>
                <c:pt idx="2403">
                  <c:v>45943</c:v>
                </c:pt>
                <c:pt idx="2404">
                  <c:v>45944</c:v>
                </c:pt>
                <c:pt idx="2405">
                  <c:v>45945</c:v>
                </c:pt>
                <c:pt idx="2406">
                  <c:v>45946</c:v>
                </c:pt>
                <c:pt idx="2407">
                  <c:v>45947</c:v>
                </c:pt>
                <c:pt idx="2408">
                  <c:v>45948</c:v>
                </c:pt>
                <c:pt idx="2409">
                  <c:v>45949</c:v>
                </c:pt>
                <c:pt idx="2410">
                  <c:v>45950</c:v>
                </c:pt>
                <c:pt idx="2411">
                  <c:v>45951</c:v>
                </c:pt>
                <c:pt idx="2412">
                  <c:v>45952</c:v>
                </c:pt>
                <c:pt idx="2413">
                  <c:v>45953</c:v>
                </c:pt>
                <c:pt idx="2414">
                  <c:v>45954</c:v>
                </c:pt>
                <c:pt idx="2415">
                  <c:v>45955</c:v>
                </c:pt>
                <c:pt idx="2416">
                  <c:v>45956</c:v>
                </c:pt>
                <c:pt idx="2417">
                  <c:v>45957</c:v>
                </c:pt>
                <c:pt idx="2418">
                  <c:v>45958</c:v>
                </c:pt>
                <c:pt idx="2419">
                  <c:v>45959</c:v>
                </c:pt>
                <c:pt idx="2420">
                  <c:v>45960</c:v>
                </c:pt>
                <c:pt idx="2421">
                  <c:v>45961</c:v>
                </c:pt>
                <c:pt idx="2422">
                  <c:v>45962</c:v>
                </c:pt>
                <c:pt idx="2423">
                  <c:v>45963</c:v>
                </c:pt>
                <c:pt idx="2424">
                  <c:v>45964</c:v>
                </c:pt>
                <c:pt idx="2425">
                  <c:v>45965</c:v>
                </c:pt>
                <c:pt idx="2426">
                  <c:v>45966</c:v>
                </c:pt>
                <c:pt idx="2427">
                  <c:v>45967</c:v>
                </c:pt>
                <c:pt idx="2428">
                  <c:v>45968</c:v>
                </c:pt>
                <c:pt idx="2429">
                  <c:v>45969</c:v>
                </c:pt>
                <c:pt idx="2430">
                  <c:v>45970</c:v>
                </c:pt>
                <c:pt idx="2431">
                  <c:v>45971</c:v>
                </c:pt>
                <c:pt idx="2432">
                  <c:v>45972</c:v>
                </c:pt>
                <c:pt idx="2433">
                  <c:v>45973</c:v>
                </c:pt>
                <c:pt idx="2434">
                  <c:v>45974</c:v>
                </c:pt>
                <c:pt idx="2435">
                  <c:v>45975</c:v>
                </c:pt>
                <c:pt idx="2436">
                  <c:v>45976</c:v>
                </c:pt>
                <c:pt idx="2437">
                  <c:v>45977</c:v>
                </c:pt>
                <c:pt idx="2438">
                  <c:v>45978</c:v>
                </c:pt>
                <c:pt idx="2439">
                  <c:v>45979</c:v>
                </c:pt>
                <c:pt idx="2440">
                  <c:v>45980</c:v>
                </c:pt>
                <c:pt idx="2441">
                  <c:v>45981</c:v>
                </c:pt>
                <c:pt idx="2442">
                  <c:v>45982</c:v>
                </c:pt>
                <c:pt idx="2443">
                  <c:v>45983</c:v>
                </c:pt>
                <c:pt idx="2444">
                  <c:v>45984</c:v>
                </c:pt>
                <c:pt idx="2445">
                  <c:v>45985</c:v>
                </c:pt>
                <c:pt idx="2446">
                  <c:v>45986</c:v>
                </c:pt>
                <c:pt idx="2447">
                  <c:v>45987</c:v>
                </c:pt>
                <c:pt idx="2448">
                  <c:v>45988</c:v>
                </c:pt>
                <c:pt idx="2449">
                  <c:v>45989</c:v>
                </c:pt>
                <c:pt idx="2450">
                  <c:v>45990</c:v>
                </c:pt>
                <c:pt idx="2451">
                  <c:v>45991</c:v>
                </c:pt>
                <c:pt idx="2452">
                  <c:v>45992</c:v>
                </c:pt>
                <c:pt idx="2453">
                  <c:v>45993</c:v>
                </c:pt>
                <c:pt idx="2454">
                  <c:v>45994</c:v>
                </c:pt>
                <c:pt idx="2455">
                  <c:v>45995</c:v>
                </c:pt>
                <c:pt idx="2456">
                  <c:v>45996</c:v>
                </c:pt>
                <c:pt idx="2457">
                  <c:v>45997</c:v>
                </c:pt>
                <c:pt idx="2458">
                  <c:v>45998</c:v>
                </c:pt>
                <c:pt idx="2459">
                  <c:v>45999</c:v>
                </c:pt>
                <c:pt idx="2460">
                  <c:v>46000</c:v>
                </c:pt>
                <c:pt idx="2461">
                  <c:v>46001</c:v>
                </c:pt>
                <c:pt idx="2462">
                  <c:v>46002</c:v>
                </c:pt>
                <c:pt idx="2463">
                  <c:v>46003</c:v>
                </c:pt>
                <c:pt idx="2464">
                  <c:v>46004</c:v>
                </c:pt>
                <c:pt idx="2465">
                  <c:v>46005</c:v>
                </c:pt>
                <c:pt idx="2466">
                  <c:v>46006</c:v>
                </c:pt>
                <c:pt idx="2467">
                  <c:v>46007</c:v>
                </c:pt>
                <c:pt idx="2468">
                  <c:v>46008</c:v>
                </c:pt>
                <c:pt idx="2469">
                  <c:v>46009</c:v>
                </c:pt>
                <c:pt idx="2470">
                  <c:v>46010</c:v>
                </c:pt>
                <c:pt idx="2471">
                  <c:v>46011</c:v>
                </c:pt>
                <c:pt idx="2472">
                  <c:v>46012</c:v>
                </c:pt>
                <c:pt idx="2473">
                  <c:v>46013</c:v>
                </c:pt>
                <c:pt idx="2474">
                  <c:v>46014</c:v>
                </c:pt>
                <c:pt idx="2475">
                  <c:v>46015</c:v>
                </c:pt>
                <c:pt idx="2476">
                  <c:v>46016</c:v>
                </c:pt>
                <c:pt idx="2477">
                  <c:v>46017</c:v>
                </c:pt>
                <c:pt idx="2478">
                  <c:v>46018</c:v>
                </c:pt>
                <c:pt idx="2479">
                  <c:v>46019</c:v>
                </c:pt>
                <c:pt idx="2480">
                  <c:v>46020</c:v>
                </c:pt>
                <c:pt idx="2481">
                  <c:v>46021</c:v>
                </c:pt>
                <c:pt idx="2482">
                  <c:v>46022</c:v>
                </c:pt>
                <c:pt idx="2483">
                  <c:v>46023</c:v>
                </c:pt>
                <c:pt idx="2484">
                  <c:v>46024</c:v>
                </c:pt>
                <c:pt idx="2485">
                  <c:v>46025</c:v>
                </c:pt>
                <c:pt idx="2486">
                  <c:v>46026</c:v>
                </c:pt>
                <c:pt idx="2487">
                  <c:v>46027</c:v>
                </c:pt>
                <c:pt idx="2488">
                  <c:v>46028</c:v>
                </c:pt>
                <c:pt idx="2489">
                  <c:v>46029</c:v>
                </c:pt>
                <c:pt idx="2490">
                  <c:v>46030</c:v>
                </c:pt>
                <c:pt idx="2491">
                  <c:v>46031</c:v>
                </c:pt>
                <c:pt idx="2492">
                  <c:v>46032</c:v>
                </c:pt>
                <c:pt idx="2493">
                  <c:v>46033</c:v>
                </c:pt>
                <c:pt idx="2494">
                  <c:v>46034</c:v>
                </c:pt>
                <c:pt idx="2495">
                  <c:v>46035</c:v>
                </c:pt>
                <c:pt idx="2496">
                  <c:v>46036</c:v>
                </c:pt>
                <c:pt idx="2497">
                  <c:v>46037</c:v>
                </c:pt>
                <c:pt idx="2498">
                  <c:v>46038</c:v>
                </c:pt>
                <c:pt idx="2499">
                  <c:v>46039</c:v>
                </c:pt>
                <c:pt idx="2500">
                  <c:v>46040</c:v>
                </c:pt>
                <c:pt idx="2501">
                  <c:v>46041</c:v>
                </c:pt>
                <c:pt idx="2502">
                  <c:v>46042</c:v>
                </c:pt>
                <c:pt idx="2503">
                  <c:v>46043</c:v>
                </c:pt>
                <c:pt idx="2504">
                  <c:v>46044</c:v>
                </c:pt>
                <c:pt idx="2505">
                  <c:v>46045</c:v>
                </c:pt>
                <c:pt idx="2506">
                  <c:v>46046</c:v>
                </c:pt>
                <c:pt idx="2507">
                  <c:v>46047</c:v>
                </c:pt>
                <c:pt idx="2508">
                  <c:v>46048</c:v>
                </c:pt>
                <c:pt idx="2509">
                  <c:v>46049</c:v>
                </c:pt>
                <c:pt idx="2510">
                  <c:v>46050</c:v>
                </c:pt>
                <c:pt idx="2511">
                  <c:v>46051</c:v>
                </c:pt>
                <c:pt idx="2512">
                  <c:v>46052</c:v>
                </c:pt>
                <c:pt idx="2513">
                  <c:v>46053</c:v>
                </c:pt>
                <c:pt idx="2514">
                  <c:v>46054</c:v>
                </c:pt>
                <c:pt idx="2515">
                  <c:v>46055</c:v>
                </c:pt>
                <c:pt idx="2516">
                  <c:v>46056</c:v>
                </c:pt>
                <c:pt idx="2517">
                  <c:v>46057</c:v>
                </c:pt>
                <c:pt idx="2518">
                  <c:v>46058</c:v>
                </c:pt>
                <c:pt idx="2519">
                  <c:v>46059</c:v>
                </c:pt>
                <c:pt idx="2520">
                  <c:v>46060</c:v>
                </c:pt>
                <c:pt idx="2521">
                  <c:v>46061</c:v>
                </c:pt>
                <c:pt idx="2522">
                  <c:v>46062</c:v>
                </c:pt>
                <c:pt idx="2523">
                  <c:v>46063</c:v>
                </c:pt>
                <c:pt idx="2524">
                  <c:v>46064</c:v>
                </c:pt>
                <c:pt idx="2525">
                  <c:v>46065</c:v>
                </c:pt>
                <c:pt idx="2526">
                  <c:v>46066</c:v>
                </c:pt>
                <c:pt idx="2527">
                  <c:v>46067</c:v>
                </c:pt>
                <c:pt idx="2528">
                  <c:v>46068</c:v>
                </c:pt>
                <c:pt idx="2529">
                  <c:v>46069</c:v>
                </c:pt>
                <c:pt idx="2530">
                  <c:v>46070</c:v>
                </c:pt>
                <c:pt idx="2531">
                  <c:v>46071</c:v>
                </c:pt>
                <c:pt idx="2532">
                  <c:v>46072</c:v>
                </c:pt>
                <c:pt idx="2533">
                  <c:v>46073</c:v>
                </c:pt>
                <c:pt idx="2534">
                  <c:v>46074</c:v>
                </c:pt>
                <c:pt idx="2535">
                  <c:v>46075</c:v>
                </c:pt>
                <c:pt idx="2536">
                  <c:v>46076</c:v>
                </c:pt>
                <c:pt idx="2537">
                  <c:v>46077</c:v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</c:strCache>
            </c:strRef>
          </c:cat>
          <c:val>
            <c:numRef>
              <c:f>3</c:f>
              <c:numCache>
                <c:formatCode>General</c:formatCode>
                <c:ptCount val="7942"/>
                <c:pt idx="0">
                  <c:v>0.7856</c:v>
                </c:pt>
                <c:pt idx="1">
                  <c:v>0.7937</c:v>
                </c:pt>
                <c:pt idx="2">
                  <c:v>0.7937</c:v>
                </c:pt>
                <c:pt idx="3">
                  <c:v>0.7301</c:v>
                </c:pt>
                <c:pt idx="4">
                  <c:v>0.738</c:v>
                </c:pt>
                <c:pt idx="5">
                  <c:v>0.7739</c:v>
                </c:pt>
                <c:pt idx="6">
                  <c:v>0.7861</c:v>
                </c:pt>
                <c:pt idx="7">
                  <c:v>0.7701</c:v>
                </c:pt>
                <c:pt idx="8">
                  <c:v>0.8063</c:v>
                </c:pt>
                <c:pt idx="9">
                  <c:v>0.7621</c:v>
                </c:pt>
                <c:pt idx="10">
                  <c:v>0.7298</c:v>
                </c:pt>
                <c:pt idx="11">
                  <c:v>0.7702</c:v>
                </c:pt>
                <c:pt idx="12">
                  <c:v>0.7784</c:v>
                </c:pt>
                <c:pt idx="13">
                  <c:v>0.7784</c:v>
                </c:pt>
                <c:pt idx="14">
                  <c:v>0.7744</c:v>
                </c:pt>
                <c:pt idx="15">
                  <c:v>0.7744</c:v>
                </c:pt>
                <c:pt idx="16">
                  <c:v>0.754</c:v>
                </c:pt>
                <c:pt idx="17">
                  <c:v>0.7377</c:v>
                </c:pt>
                <c:pt idx="18">
                  <c:v>0.7461</c:v>
                </c:pt>
                <c:pt idx="19">
                  <c:v>0.7579</c:v>
                </c:pt>
                <c:pt idx="20">
                  <c:v>0.7342</c:v>
                </c:pt>
                <c:pt idx="21">
                  <c:v>0.746</c:v>
                </c:pt>
                <c:pt idx="22">
                  <c:v>0.7936</c:v>
                </c:pt>
                <c:pt idx="23">
                  <c:v>0.8255</c:v>
                </c:pt>
                <c:pt idx="24">
                  <c:v>0.8375</c:v>
                </c:pt>
                <c:pt idx="25">
                  <c:v>0.8536</c:v>
                </c:pt>
                <c:pt idx="26">
                  <c:v>0.8341</c:v>
                </c:pt>
                <c:pt idx="27">
                  <c:v>0.8341</c:v>
                </c:pt>
                <c:pt idx="28">
                  <c:v>0.8341</c:v>
                </c:pt>
                <c:pt idx="29">
                  <c:v>0.8625</c:v>
                </c:pt>
                <c:pt idx="30">
                  <c:v>0.8385</c:v>
                </c:pt>
                <c:pt idx="31">
                  <c:v>0.8429</c:v>
                </c:pt>
                <c:pt idx="32">
                  <c:v>0.8147</c:v>
                </c:pt>
                <c:pt idx="33">
                  <c:v>0.8026</c:v>
                </c:pt>
                <c:pt idx="34">
                  <c:v>0.7986</c:v>
                </c:pt>
                <c:pt idx="35">
                  <c:v>0.8231</c:v>
                </c:pt>
                <c:pt idx="36">
                  <c:v>0.8275</c:v>
                </c:pt>
                <c:pt idx="37">
                  <c:v>0.8439</c:v>
                </c:pt>
                <c:pt idx="38">
                  <c:v>0.8523</c:v>
                </c:pt>
                <c:pt idx="39">
                  <c:v>0.8678</c:v>
                </c:pt>
                <c:pt idx="40">
                  <c:v>0.8877</c:v>
                </c:pt>
                <c:pt idx="41">
                  <c:v>0.8566</c:v>
                </c:pt>
                <c:pt idx="42">
                  <c:v>0.8449</c:v>
                </c:pt>
                <c:pt idx="43">
                  <c:v>0.8371</c:v>
                </c:pt>
                <c:pt idx="44">
                  <c:v>0.8213</c:v>
                </c:pt>
                <c:pt idx="45">
                  <c:v>0.8095</c:v>
                </c:pt>
                <c:pt idx="46">
                  <c:v>0.7938</c:v>
                </c:pt>
                <c:pt idx="47">
                  <c:v>0.8098</c:v>
                </c:pt>
                <c:pt idx="48">
                  <c:v>0.8579</c:v>
                </c:pt>
                <c:pt idx="49">
                  <c:v>0.8942</c:v>
                </c:pt>
                <c:pt idx="50">
                  <c:v>0.9192</c:v>
                </c:pt>
                <c:pt idx="51">
                  <c:v>0.9192</c:v>
                </c:pt>
                <c:pt idx="52">
                  <c:v>1.0125</c:v>
                </c:pt>
                <c:pt idx="53">
                  <c:v>1.0007</c:v>
                </c:pt>
                <c:pt idx="54">
                  <c:v>1.0051</c:v>
                </c:pt>
                <c:pt idx="55">
                  <c:v>1.0461</c:v>
                </c:pt>
                <c:pt idx="56">
                  <c:v>1.0719</c:v>
                </c:pt>
                <c:pt idx="57">
                  <c:v>1.0765</c:v>
                </c:pt>
                <c:pt idx="58">
                  <c:v>1.0902</c:v>
                </c:pt>
                <c:pt idx="59">
                  <c:v>1.1259</c:v>
                </c:pt>
                <c:pt idx="60">
                  <c:v>1.1259</c:v>
                </c:pt>
                <c:pt idx="61">
                  <c:v>1.1185</c:v>
                </c:pt>
                <c:pt idx="62">
                  <c:v>1.1028</c:v>
                </c:pt>
                <c:pt idx="63">
                  <c:v>1.0871</c:v>
                </c:pt>
                <c:pt idx="64">
                  <c:v>1.119</c:v>
                </c:pt>
                <c:pt idx="65">
                  <c:v>1.151</c:v>
                </c:pt>
                <c:pt idx="66">
                  <c:v>1.0997</c:v>
                </c:pt>
                <c:pt idx="67">
                  <c:v>1.1238</c:v>
                </c:pt>
                <c:pt idx="68">
                  <c:v>1.124</c:v>
                </c:pt>
                <c:pt idx="69">
                  <c:v>1.1001</c:v>
                </c:pt>
                <c:pt idx="70">
                  <c:v>1.1082</c:v>
                </c:pt>
                <c:pt idx="71">
                  <c:v>1.1369</c:v>
                </c:pt>
                <c:pt idx="72">
                  <c:v>1.1452</c:v>
                </c:pt>
                <c:pt idx="73">
                  <c:v>1.1615</c:v>
                </c:pt>
                <c:pt idx="74">
                  <c:v>1.2754</c:v>
                </c:pt>
                <c:pt idx="75">
                  <c:v>1.2758</c:v>
                </c:pt>
                <c:pt idx="76">
                  <c:v>1.2524</c:v>
                </c:pt>
                <c:pt idx="77">
                  <c:v>1.2282</c:v>
                </c:pt>
                <c:pt idx="78">
                  <c:v>1.2204</c:v>
                </c:pt>
                <c:pt idx="79">
                  <c:v>1.192</c:v>
                </c:pt>
                <c:pt idx="80">
                  <c:v>1.1964</c:v>
                </c:pt>
                <c:pt idx="81">
                  <c:v>1.2057</c:v>
                </c:pt>
                <c:pt idx="82">
                  <c:v>1.2057</c:v>
                </c:pt>
                <c:pt idx="83">
                  <c:v>1.2308</c:v>
                </c:pt>
                <c:pt idx="84">
                  <c:v>1.2541</c:v>
                </c:pt>
                <c:pt idx="85">
                  <c:v>1.2184</c:v>
                </c:pt>
                <c:pt idx="86">
                  <c:v>1.2062</c:v>
                </c:pt>
                <c:pt idx="87">
                  <c:v>1.2062</c:v>
                </c:pt>
                <c:pt idx="88">
                  <c:v>1.2181</c:v>
                </c:pt>
                <c:pt idx="89">
                  <c:v>1.2181</c:v>
                </c:pt>
                <c:pt idx="90">
                  <c:v>1.1661</c:v>
                </c:pt>
                <c:pt idx="91">
                  <c:v>1.2138</c:v>
                </c:pt>
                <c:pt idx="92">
                  <c:v>1.1857</c:v>
                </c:pt>
                <c:pt idx="93">
                  <c:v>1.1896</c:v>
                </c:pt>
                <c:pt idx="94">
                  <c:v>1.1895</c:v>
                </c:pt>
                <c:pt idx="95">
                  <c:v>1.1773</c:v>
                </c:pt>
                <c:pt idx="96">
                  <c:v>1.1972</c:v>
                </c:pt>
                <c:pt idx="97">
                  <c:v>1.1972</c:v>
                </c:pt>
                <c:pt idx="98">
                  <c:v>1.1524</c:v>
                </c:pt>
                <c:pt idx="99">
                  <c:v>1.2214</c:v>
                </c:pt>
                <c:pt idx="100">
                  <c:v>1.2255</c:v>
                </c:pt>
                <c:pt idx="101">
                  <c:v>1.1926</c:v>
                </c:pt>
                <c:pt idx="102">
                  <c:v>1.1475</c:v>
                </c:pt>
                <c:pt idx="103">
                  <c:v>1.1883</c:v>
                </c:pt>
                <c:pt idx="104">
                  <c:v>1.2393</c:v>
                </c:pt>
                <c:pt idx="105">
                  <c:v>1.2276</c:v>
                </c:pt>
                <c:pt idx="106">
                  <c:v>1.2201</c:v>
                </c:pt>
                <c:pt idx="107">
                  <c:v>1.2162</c:v>
                </c:pt>
                <c:pt idx="108">
                  <c:v>1.2124</c:v>
                </c:pt>
                <c:pt idx="109">
                  <c:v>1.2165</c:v>
                </c:pt>
                <c:pt idx="110">
                  <c:v>1.2086</c:v>
                </c:pt>
                <c:pt idx="111">
                  <c:v>1.2009</c:v>
                </c:pt>
                <c:pt idx="112">
                  <c:v>1.153</c:v>
                </c:pt>
                <c:pt idx="113">
                  <c:v>1.169</c:v>
                </c:pt>
                <c:pt idx="114">
                  <c:v>1.145</c:v>
                </c:pt>
                <c:pt idx="115">
                  <c:v>1.1772</c:v>
                </c:pt>
                <c:pt idx="116">
                  <c:v>1.1936</c:v>
                </c:pt>
                <c:pt idx="117">
                  <c:v>1.2058</c:v>
                </c:pt>
                <c:pt idx="118">
                  <c:v>1.2424</c:v>
                </c:pt>
                <c:pt idx="119">
                  <c:v>1.2507</c:v>
                </c:pt>
                <c:pt idx="120">
                  <c:v>1.2061</c:v>
                </c:pt>
                <c:pt idx="121">
                  <c:v>1.1902</c:v>
                </c:pt>
                <c:pt idx="122">
                  <c:v>1.1902</c:v>
                </c:pt>
                <c:pt idx="123">
                  <c:v>1.2108</c:v>
                </c:pt>
                <c:pt idx="124">
                  <c:v>1.2196</c:v>
                </c:pt>
                <c:pt idx="125">
                  <c:v>1.1842</c:v>
                </c:pt>
                <c:pt idx="126">
                  <c:v>1.1487</c:v>
                </c:pt>
                <c:pt idx="127">
                  <c:v>1.1924</c:v>
                </c:pt>
                <c:pt idx="128">
                  <c:v>1.2641</c:v>
                </c:pt>
                <c:pt idx="129">
                  <c:v>1.2882</c:v>
                </c:pt>
                <c:pt idx="130">
                  <c:v>1.3124</c:v>
                </c:pt>
                <c:pt idx="131">
                  <c:v>1.3091</c:v>
                </c:pt>
                <c:pt idx="132">
                  <c:v>1.3093</c:v>
                </c:pt>
                <c:pt idx="133">
                  <c:v>1.3297</c:v>
                </c:pt>
                <c:pt idx="134">
                  <c:v>1.3582</c:v>
                </c:pt>
                <c:pt idx="135">
                  <c:v>1.3827</c:v>
                </c:pt>
                <c:pt idx="136">
                  <c:v>1.3513</c:v>
                </c:pt>
                <c:pt idx="137">
                  <c:v>1.3841</c:v>
                </c:pt>
                <c:pt idx="138">
                  <c:v>1.3845</c:v>
                </c:pt>
                <c:pt idx="139">
                  <c:v>1.2994</c:v>
                </c:pt>
                <c:pt idx="140">
                  <c:v>1.3363</c:v>
                </c:pt>
                <c:pt idx="141">
                  <c:v>1.3249</c:v>
                </c:pt>
                <c:pt idx="142">
                  <c:v>1.2924</c:v>
                </c:pt>
                <c:pt idx="143">
                  <c:v>1.268</c:v>
                </c:pt>
                <c:pt idx="144">
                  <c:v>1.2518</c:v>
                </c:pt>
                <c:pt idx="145">
                  <c:v>1.2561</c:v>
                </c:pt>
                <c:pt idx="146">
                  <c:v>1.2525</c:v>
                </c:pt>
                <c:pt idx="147">
                  <c:v>1.2568</c:v>
                </c:pt>
                <c:pt idx="148">
                  <c:v>1.3054</c:v>
                </c:pt>
                <c:pt idx="149">
                  <c:v>1.2738</c:v>
                </c:pt>
                <c:pt idx="150">
                  <c:v>1.2897</c:v>
                </c:pt>
                <c:pt idx="151">
                  <c:v>1.2619</c:v>
                </c:pt>
                <c:pt idx="152">
                  <c:v>1.23</c:v>
                </c:pt>
                <c:pt idx="153">
                  <c:v>1.258</c:v>
                </c:pt>
                <c:pt idx="154">
                  <c:v>1.238</c:v>
                </c:pt>
                <c:pt idx="155">
                  <c:v>1.25</c:v>
                </c:pt>
                <c:pt idx="156">
                  <c:v>1.2862</c:v>
                </c:pt>
                <c:pt idx="157">
                  <c:v>1.2781</c:v>
                </c:pt>
                <c:pt idx="158">
                  <c:v>1.2338</c:v>
                </c:pt>
                <c:pt idx="159">
                  <c:v>1.2015</c:v>
                </c:pt>
                <c:pt idx="160">
                  <c:v>1.2095</c:v>
                </c:pt>
                <c:pt idx="161">
                  <c:v>1.2095</c:v>
                </c:pt>
                <c:pt idx="162">
                  <c:v>1.2052</c:v>
                </c:pt>
                <c:pt idx="163">
                  <c:v>1.1686</c:v>
                </c:pt>
                <c:pt idx="164">
                  <c:v>1.1806</c:v>
                </c:pt>
                <c:pt idx="165">
                  <c:v>1.1969</c:v>
                </c:pt>
                <c:pt idx="166">
                  <c:v>1.1925</c:v>
                </c:pt>
                <c:pt idx="167">
                  <c:v>1.2253</c:v>
                </c:pt>
                <c:pt idx="168">
                  <c:v>1.2787</c:v>
                </c:pt>
                <c:pt idx="169">
                  <c:v>1.2737</c:v>
                </c:pt>
                <c:pt idx="170">
                  <c:v>1.2579</c:v>
                </c:pt>
                <c:pt idx="171">
                  <c:v>1.2699</c:v>
                </c:pt>
                <c:pt idx="172">
                  <c:v>1.2818</c:v>
                </c:pt>
                <c:pt idx="173">
                  <c:v>1.2619</c:v>
                </c:pt>
                <c:pt idx="174">
                  <c:v>1.2899</c:v>
                </c:pt>
                <c:pt idx="175">
                  <c:v>1.3059</c:v>
                </c:pt>
                <c:pt idx="176">
                  <c:v>1.3102</c:v>
                </c:pt>
                <c:pt idx="177">
                  <c:v>1.3384</c:v>
                </c:pt>
                <c:pt idx="178">
                  <c:v>1.3506</c:v>
                </c:pt>
                <c:pt idx="179">
                  <c:v>1.3588</c:v>
                </c:pt>
                <c:pt idx="180">
                  <c:v>1.3307</c:v>
                </c:pt>
                <c:pt idx="181">
                  <c:v>1.2945</c:v>
                </c:pt>
                <c:pt idx="182">
                  <c:v>1.3027</c:v>
                </c:pt>
                <c:pt idx="183">
                  <c:v>1.3027</c:v>
                </c:pt>
                <c:pt idx="184">
                  <c:v>1.2458</c:v>
                </c:pt>
                <c:pt idx="185">
                  <c:v>1.2743</c:v>
                </c:pt>
                <c:pt idx="186">
                  <c:v>1.2744</c:v>
                </c:pt>
                <c:pt idx="187">
                  <c:v>1.2826</c:v>
                </c:pt>
                <c:pt idx="188">
                  <c:v>1.3114</c:v>
                </c:pt>
                <c:pt idx="189">
                  <c:v>1.2737</c:v>
                </c:pt>
                <c:pt idx="190">
                  <c:v>1.3013</c:v>
                </c:pt>
                <c:pt idx="191">
                  <c:v>1.3015</c:v>
                </c:pt>
                <c:pt idx="193">
                  <c:v>1.2857</c:v>
                </c:pt>
                <c:pt idx="194">
                  <c:v>1.2858</c:v>
                </c:pt>
                <c:pt idx="195">
                  <c:v>1.2938</c:v>
                </c:pt>
                <c:pt idx="196">
                  <c:v>1.2939</c:v>
                </c:pt>
                <c:pt idx="197">
                  <c:v>1.306</c:v>
                </c:pt>
                <c:pt idx="198">
                  <c:v>1.3021</c:v>
                </c:pt>
                <c:pt idx="199">
                  <c:v>1.3142</c:v>
                </c:pt>
                <c:pt idx="200">
                  <c:v>1.3183</c:v>
                </c:pt>
                <c:pt idx="201">
                  <c:v>1.3388</c:v>
                </c:pt>
                <c:pt idx="202">
                  <c:v>1.3632</c:v>
                </c:pt>
                <c:pt idx="203">
                  <c:v>1.3714</c:v>
                </c:pt>
                <c:pt idx="204">
                  <c:v>1.3391</c:v>
                </c:pt>
                <c:pt idx="205">
                  <c:v>1.3555</c:v>
                </c:pt>
                <c:pt idx="206">
                  <c:v>1.3151</c:v>
                </c:pt>
                <c:pt idx="207">
                  <c:v>1.356</c:v>
                </c:pt>
                <c:pt idx="208">
                  <c:v>1.348</c:v>
                </c:pt>
                <c:pt idx="209">
                  <c:v>1.3522</c:v>
                </c:pt>
                <c:pt idx="210">
                  <c:v>1.3483</c:v>
                </c:pt>
                <c:pt idx="211">
                  <c:v>1.3528</c:v>
                </c:pt>
                <c:pt idx="212">
                  <c:v>1.3364</c:v>
                </c:pt>
                <c:pt idx="213">
                  <c:v>1.3768</c:v>
                </c:pt>
                <c:pt idx="214">
                  <c:v>1.3532</c:v>
                </c:pt>
                <c:pt idx="215">
                  <c:v>1.3732</c:v>
                </c:pt>
                <c:pt idx="216">
                  <c:v>1.3856</c:v>
                </c:pt>
                <c:pt idx="219">
                  <c:v>1.4022</c:v>
                </c:pt>
                <c:pt idx="220">
                  <c:v>1.3984</c:v>
                </c:pt>
                <c:pt idx="221">
                  <c:v>1.403</c:v>
                </c:pt>
                <c:pt idx="222">
                  <c:v>1.3952</c:v>
                </c:pt>
                <c:pt idx="223">
                  <c:v>1.3832</c:v>
                </c:pt>
                <c:pt idx="224">
                  <c:v>1.347</c:v>
                </c:pt>
                <c:pt idx="225">
                  <c:v>1.3755</c:v>
                </c:pt>
                <c:pt idx="226">
                  <c:v>1.3637</c:v>
                </c:pt>
                <c:pt idx="227">
                  <c:v>1.3557</c:v>
                </c:pt>
                <c:pt idx="228">
                  <c:v>1.3518</c:v>
                </c:pt>
                <c:pt idx="229">
                  <c:v>1.3601</c:v>
                </c:pt>
                <c:pt idx="230">
                  <c:v>1.3521</c:v>
                </c:pt>
                <c:pt idx="231">
                  <c:v>1.3443</c:v>
                </c:pt>
                <c:pt idx="232">
                  <c:v>1.3567</c:v>
                </c:pt>
                <c:pt idx="233">
                  <c:v>1.3899</c:v>
                </c:pt>
                <c:pt idx="234">
                  <c:v>1.3592</c:v>
                </c:pt>
                <c:pt idx="235">
                  <c:v>1.3671</c:v>
                </c:pt>
                <c:pt idx="236">
                  <c:v>1.3512</c:v>
                </c:pt>
                <c:pt idx="237">
                  <c:v>1.3551</c:v>
                </c:pt>
                <c:pt idx="238">
                  <c:v>1.3471</c:v>
                </c:pt>
                <c:pt idx="239">
                  <c:v>1.355</c:v>
                </c:pt>
                <c:pt idx="240">
                  <c:v>1.339</c:v>
                </c:pt>
                <c:pt idx="241">
                  <c:v>1.3509</c:v>
                </c:pt>
                <c:pt idx="242">
                  <c:v>1.3549</c:v>
                </c:pt>
                <c:pt idx="243">
                  <c:v>1.3548</c:v>
                </c:pt>
                <c:pt idx="244">
                  <c:v>1.3468</c:v>
                </c:pt>
                <c:pt idx="245">
                  <c:v>1.3266</c:v>
                </c:pt>
                <c:pt idx="246">
                  <c:v>1.298</c:v>
                </c:pt>
                <c:pt idx="247">
                  <c:v>1.3263</c:v>
                </c:pt>
                <c:pt idx="248">
                  <c:v>1.3505</c:v>
                </c:pt>
                <c:pt idx="249">
                  <c:v>1.3343</c:v>
                </c:pt>
                <c:pt idx="250">
                  <c:v>1.3017</c:v>
                </c:pt>
                <c:pt idx="251">
                  <c:v>1.3136</c:v>
                </c:pt>
                <c:pt idx="252">
                  <c:v>1.3094</c:v>
                </c:pt>
                <c:pt idx="253">
                  <c:v>1.3339</c:v>
                </c:pt>
                <c:pt idx="254">
                  <c:v>1.3051</c:v>
                </c:pt>
                <c:pt idx="255">
                  <c:v>1.3338</c:v>
                </c:pt>
                <c:pt idx="256">
                  <c:v>1.3377</c:v>
                </c:pt>
                <c:pt idx="257">
                  <c:v>1.3335</c:v>
                </c:pt>
                <c:pt idx="258">
                  <c:v>1.3095</c:v>
                </c:pt>
                <c:pt idx="259">
                  <c:v>1.3294</c:v>
                </c:pt>
                <c:pt idx="260">
                  <c:v>1.3295</c:v>
                </c:pt>
                <c:pt idx="261">
                  <c:v>1.346</c:v>
                </c:pt>
                <c:pt idx="262">
                  <c:v>1.346</c:v>
                </c:pt>
                <c:pt idx="263">
                  <c:v>1.286</c:v>
                </c:pt>
                <c:pt idx="264">
                  <c:v>1.3221</c:v>
                </c:pt>
                <c:pt idx="265">
                  <c:v>1.27</c:v>
                </c:pt>
                <c:pt idx="266">
                  <c:v>1.2661</c:v>
                </c:pt>
                <c:pt idx="267">
                  <c:v>1.3186</c:v>
                </c:pt>
                <c:pt idx="268">
                  <c:v>1.3267</c:v>
                </c:pt>
                <c:pt idx="269">
                  <c:v>1.3431</c:v>
                </c:pt>
                <c:pt idx="270">
                  <c:v>1.3635</c:v>
                </c:pt>
                <c:pt idx="271">
                  <c:v>1.3843</c:v>
                </c:pt>
                <c:pt idx="272">
                  <c:v>1.3968</c:v>
                </c:pt>
                <c:pt idx="273">
                  <c:v>1.4052</c:v>
                </c:pt>
                <c:pt idx="274">
                  <c:v>1.4423</c:v>
                </c:pt>
                <c:pt idx="275">
                  <c:v>1.4467</c:v>
                </c:pt>
                <c:pt idx="276">
                  <c:v>1.4351</c:v>
                </c:pt>
                <c:pt idx="277">
                  <c:v>1.4271</c:v>
                </c:pt>
                <c:pt idx="278">
                  <c:v>1.4315</c:v>
                </c:pt>
                <c:pt idx="279">
                  <c:v>1.4703</c:v>
                </c:pt>
                <c:pt idx="280">
                  <c:v>1.4505</c:v>
                </c:pt>
                <c:pt idx="281">
                  <c:v>1.4827</c:v>
                </c:pt>
                <c:pt idx="282">
                  <c:v>1.4909</c:v>
                </c:pt>
                <c:pt idx="283">
                  <c:v>1.475</c:v>
                </c:pt>
                <c:pt idx="284">
                  <c:v>1.4832</c:v>
                </c:pt>
                <c:pt idx="285">
                  <c:v>1.4873</c:v>
                </c:pt>
                <c:pt idx="286">
                  <c:v>1.5243</c:v>
                </c:pt>
                <c:pt idx="287">
                  <c:v>1.5243</c:v>
                </c:pt>
                <c:pt idx="288">
                  <c:v>1.5164</c:v>
                </c:pt>
                <c:pt idx="289">
                  <c:v>1.5125</c:v>
                </c:pt>
                <c:pt idx="290">
                  <c:v>1.5168</c:v>
                </c:pt>
                <c:pt idx="291">
                  <c:v>1.497</c:v>
                </c:pt>
                <c:pt idx="292">
                  <c:v>1.5379</c:v>
                </c:pt>
                <c:pt idx="293">
                  <c:v>1.5422</c:v>
                </c:pt>
                <c:pt idx="294">
                  <c:v>1.5752</c:v>
                </c:pt>
                <c:pt idx="295">
                  <c:v>1.5468</c:v>
                </c:pt>
                <c:pt idx="296">
                  <c:v>1.5722</c:v>
                </c:pt>
                <c:pt idx="297">
                  <c:v>1.5807</c:v>
                </c:pt>
                <c:pt idx="298">
                  <c:v>1.5852</c:v>
                </c:pt>
                <c:pt idx="299">
                  <c:v>1.591</c:v>
                </c:pt>
                <c:pt idx="300">
                  <c:v>1.6189</c:v>
                </c:pt>
                <c:pt idx="301">
                  <c:v>1.5955</c:v>
                </c:pt>
                <c:pt idx="302">
                  <c:v>1.5876</c:v>
                </c:pt>
                <c:pt idx="303">
                  <c:v>1.5997</c:v>
                </c:pt>
                <c:pt idx="304">
                  <c:v>1.6159</c:v>
                </c:pt>
                <c:pt idx="305">
                  <c:v>1.616</c:v>
                </c:pt>
                <c:pt idx="306">
                  <c:v>1.6125</c:v>
                </c:pt>
                <c:pt idx="307">
                  <c:v>1.6207</c:v>
                </c:pt>
                <c:pt idx="308">
                  <c:v>1.6289</c:v>
                </c:pt>
                <c:pt idx="309">
                  <c:v>1.6574</c:v>
                </c:pt>
                <c:pt idx="310">
                  <c:v>1.6414</c:v>
                </c:pt>
                <c:pt idx="311">
                  <c:v>1.658</c:v>
                </c:pt>
                <c:pt idx="312">
                  <c:v>1.6788</c:v>
                </c:pt>
                <c:pt idx="313">
                  <c:v>1.6913</c:v>
                </c:pt>
                <c:pt idx="314">
                  <c:v>1.6834</c:v>
                </c:pt>
                <c:pt idx="315">
                  <c:v>1.7123</c:v>
                </c:pt>
                <c:pt idx="316">
                  <c:v>1.7213</c:v>
                </c:pt>
                <c:pt idx="317">
                  <c:v>1.7505</c:v>
                </c:pt>
                <c:pt idx="318">
                  <c:v>1.7797</c:v>
                </c:pt>
                <c:pt idx="319">
                  <c:v>1.7308</c:v>
                </c:pt>
                <c:pt idx="320">
                  <c:v>1.7308</c:v>
                </c:pt>
                <c:pt idx="321">
                  <c:v>1.7443</c:v>
                </c:pt>
                <c:pt idx="322">
                  <c:v>1.7363</c:v>
                </c:pt>
                <c:pt idx="323">
                  <c:v>1.75</c:v>
                </c:pt>
                <c:pt idx="324">
                  <c:v>1.762</c:v>
                </c:pt>
                <c:pt idx="325">
                  <c:v>1.782</c:v>
                </c:pt>
                <c:pt idx="326">
                  <c:v>1.774</c:v>
                </c:pt>
                <c:pt idx="327">
                  <c:v>1.8103</c:v>
                </c:pt>
                <c:pt idx="328">
                  <c:v>1.8305</c:v>
                </c:pt>
                <c:pt idx="329">
                  <c:v>1.7983</c:v>
                </c:pt>
                <c:pt idx="330">
                  <c:v>1.7984</c:v>
                </c:pt>
                <c:pt idx="331">
                  <c:v>1.7985</c:v>
                </c:pt>
                <c:pt idx="332">
                  <c:v>1.8189</c:v>
                </c:pt>
                <c:pt idx="333">
                  <c:v>1.8231</c:v>
                </c:pt>
                <c:pt idx="334">
                  <c:v>1.7783</c:v>
                </c:pt>
                <c:pt idx="335">
                  <c:v>1.811</c:v>
                </c:pt>
                <c:pt idx="336">
                  <c:v>1.8399</c:v>
                </c:pt>
                <c:pt idx="337">
                  <c:v>1.8277</c:v>
                </c:pt>
                <c:pt idx="338">
                  <c:v>1.8566</c:v>
                </c:pt>
                <c:pt idx="339">
                  <c:v>1.8526</c:v>
                </c:pt>
                <c:pt idx="340">
                  <c:v>1.8981</c:v>
                </c:pt>
                <c:pt idx="341">
                  <c:v>1.8948</c:v>
                </c:pt>
                <c:pt idx="342">
                  <c:v>1.8948</c:v>
                </c:pt>
                <c:pt idx="343">
                  <c:v>1.9033</c:v>
                </c:pt>
                <c:pt idx="344">
                  <c:v>1.8912</c:v>
                </c:pt>
                <c:pt idx="345">
                  <c:v>1.9072</c:v>
                </c:pt>
                <c:pt idx="346">
                  <c:v>1.887</c:v>
                </c:pt>
                <c:pt idx="347">
                  <c:v>1.9274</c:v>
                </c:pt>
                <c:pt idx="348">
                  <c:v>1.9355</c:v>
                </c:pt>
                <c:pt idx="349">
                  <c:v>1.9518</c:v>
                </c:pt>
                <c:pt idx="350">
                  <c:v>1.9602</c:v>
                </c:pt>
                <c:pt idx="351">
                  <c:v>1.9643</c:v>
                </c:pt>
                <c:pt idx="352">
                  <c:v>1.9767</c:v>
                </c:pt>
                <c:pt idx="353">
                  <c:v>1.9809</c:v>
                </c:pt>
                <c:pt idx="354">
                  <c:v>1.9687</c:v>
                </c:pt>
                <c:pt idx="355">
                  <c:v>2.0062</c:v>
                </c:pt>
                <c:pt idx="356">
                  <c:v>2.0062</c:v>
                </c:pt>
                <c:pt idx="357">
                  <c:v>2.0187</c:v>
                </c:pt>
                <c:pt idx="358">
                  <c:v>2.0437</c:v>
                </c:pt>
                <c:pt idx="359">
                  <c:v>2.0439</c:v>
                </c:pt>
                <c:pt idx="360">
                  <c:v>2.0529</c:v>
                </c:pt>
                <c:pt idx="361">
                  <c:v>2.0614</c:v>
                </c:pt>
                <c:pt idx="362">
                  <c:v>2.0408</c:v>
                </c:pt>
                <c:pt idx="363">
                  <c:v>2.0796</c:v>
                </c:pt>
                <c:pt idx="364">
                  <c:v>2.0917</c:v>
                </c:pt>
                <c:pt idx="365">
                  <c:v>2.112</c:v>
                </c:pt>
                <c:pt idx="366">
                  <c:v>2.1242</c:v>
                </c:pt>
                <c:pt idx="367">
                  <c:v>2.1243</c:v>
                </c:pt>
                <c:pt idx="368">
                  <c:v>2.1486</c:v>
                </c:pt>
                <c:pt idx="369">
                  <c:v>2.1649</c:v>
                </c:pt>
                <c:pt idx="370">
                  <c:v>2.1453</c:v>
                </c:pt>
                <c:pt idx="371">
                  <c:v>2.0322</c:v>
                </c:pt>
                <c:pt idx="372">
                  <c:v>2.1133</c:v>
                </c:pt>
                <c:pt idx="373">
                  <c:v>2.1256</c:v>
                </c:pt>
                <c:pt idx="374">
                  <c:v>2.1013</c:v>
                </c:pt>
                <c:pt idx="375">
                  <c:v>2.0691</c:v>
                </c:pt>
                <c:pt idx="376">
                  <c:v>2.0814</c:v>
                </c:pt>
                <c:pt idx="377">
                  <c:v>2.1143</c:v>
                </c:pt>
                <c:pt idx="378">
                  <c:v>2.1677</c:v>
                </c:pt>
                <c:pt idx="379">
                  <c:v>2.1885</c:v>
                </c:pt>
                <c:pt idx="380">
                  <c:v>2.1978</c:v>
                </c:pt>
                <c:pt idx="381">
                  <c:v>2.1978</c:v>
                </c:pt>
                <c:pt idx="382">
                  <c:v>2.2229</c:v>
                </c:pt>
                <c:pt idx="383">
                  <c:v>2.2661</c:v>
                </c:pt>
                <c:pt idx="384">
                  <c:v>2.2541</c:v>
                </c:pt>
                <c:pt idx="385">
                  <c:v>2.254</c:v>
                </c:pt>
                <c:pt idx="386">
                  <c:v>2.226</c:v>
                </c:pt>
                <c:pt idx="387">
                  <c:v>2.2661</c:v>
                </c:pt>
                <c:pt idx="388">
                  <c:v>2.25</c:v>
                </c:pt>
                <c:pt idx="389">
                  <c:v>2.2178</c:v>
                </c:pt>
                <c:pt idx="390">
                  <c:v>2.2459</c:v>
                </c:pt>
                <c:pt idx="391">
                  <c:v>2.2458</c:v>
                </c:pt>
                <c:pt idx="392">
                  <c:v>2.2418</c:v>
                </c:pt>
                <c:pt idx="393">
                  <c:v>2.2499</c:v>
                </c:pt>
                <c:pt idx="394">
                  <c:v>2.2417</c:v>
                </c:pt>
                <c:pt idx="395">
                  <c:v>2.262</c:v>
                </c:pt>
                <c:pt idx="396">
                  <c:v>2.262</c:v>
                </c:pt>
                <c:pt idx="397">
                  <c:v>2.258</c:v>
                </c:pt>
                <c:pt idx="398">
                  <c:v>2.2661</c:v>
                </c:pt>
                <c:pt idx="399">
                  <c:v>2.2867</c:v>
                </c:pt>
                <c:pt idx="400">
                  <c:v>2.2909</c:v>
                </c:pt>
                <c:pt idx="401">
                  <c:v>2.3157</c:v>
                </c:pt>
                <c:pt idx="402">
                  <c:v>2.3489</c:v>
                </c:pt>
                <c:pt idx="403">
                  <c:v>2.2993</c:v>
                </c:pt>
                <c:pt idx="404">
                  <c:v>2.2828</c:v>
                </c:pt>
                <c:pt idx="405">
                  <c:v>2.2662</c:v>
                </c:pt>
                <c:pt idx="406">
                  <c:v>2.2787</c:v>
                </c:pt>
                <c:pt idx="407">
                  <c:v>2.2741</c:v>
                </c:pt>
                <c:pt idx="408">
                  <c:v>2.2942</c:v>
                </c:pt>
                <c:pt idx="409">
                  <c:v>2.2661</c:v>
                </c:pt>
                <c:pt idx="410">
                  <c:v>2.2661</c:v>
                </c:pt>
                <c:pt idx="411">
                  <c:v>2.242</c:v>
                </c:pt>
                <c:pt idx="412">
                  <c:v>2.2864</c:v>
                </c:pt>
                <c:pt idx="413">
                  <c:v>2.3026</c:v>
                </c:pt>
                <c:pt idx="414">
                  <c:v>2.3067</c:v>
                </c:pt>
                <c:pt idx="415">
                  <c:v>2.2702</c:v>
                </c:pt>
                <c:pt idx="416">
                  <c:v>2.2825</c:v>
                </c:pt>
                <c:pt idx="417">
                  <c:v>2.3111</c:v>
                </c:pt>
                <c:pt idx="418">
                  <c:v>2.3111</c:v>
                </c:pt>
                <c:pt idx="419">
                  <c:v>2.3522</c:v>
                </c:pt>
                <c:pt idx="420">
                  <c:v>2.3484</c:v>
                </c:pt>
                <c:pt idx="421">
                  <c:v>2.3815</c:v>
                </c:pt>
                <c:pt idx="422">
                  <c:v>2.3982</c:v>
                </c:pt>
                <c:pt idx="423">
                  <c:v>2.4191</c:v>
                </c:pt>
                <c:pt idx="424">
                  <c:v>2.4359</c:v>
                </c:pt>
                <c:pt idx="425">
                  <c:v>2.4657</c:v>
                </c:pt>
                <c:pt idx="426">
                  <c:v>2.4743</c:v>
                </c:pt>
                <c:pt idx="427">
                  <c:v>2.4705</c:v>
                </c:pt>
                <c:pt idx="428">
                  <c:v>2.4913</c:v>
                </c:pt>
                <c:pt idx="429">
                  <c:v>2.4794</c:v>
                </c:pt>
                <c:pt idx="430">
                  <c:v>2.4838</c:v>
                </c:pt>
                <c:pt idx="431">
                  <c:v>2.492</c:v>
                </c:pt>
                <c:pt idx="432">
                  <c:v>2.5083</c:v>
                </c:pt>
                <c:pt idx="433">
                  <c:v>2.4922</c:v>
                </c:pt>
                <c:pt idx="434">
                  <c:v>2.4762</c:v>
                </c:pt>
                <c:pt idx="435">
                  <c:v>2.505</c:v>
                </c:pt>
                <c:pt idx="436">
                  <c:v>2.5011</c:v>
                </c:pt>
                <c:pt idx="437">
                  <c:v>2.5135</c:v>
                </c:pt>
                <c:pt idx="438">
                  <c:v>2.5341</c:v>
                </c:pt>
                <c:pt idx="439">
                  <c:v>2.5261</c:v>
                </c:pt>
                <c:pt idx="440">
                  <c:v>2.5431</c:v>
                </c:pt>
                <c:pt idx="441">
                  <c:v>2.5516</c:v>
                </c:pt>
                <c:pt idx="442">
                  <c:v>2.589</c:v>
                </c:pt>
                <c:pt idx="443">
                  <c:v>2.5934</c:v>
                </c:pt>
                <c:pt idx="444">
                  <c:v>2.5688</c:v>
                </c:pt>
                <c:pt idx="445">
                  <c:v>2.5446</c:v>
                </c:pt>
                <c:pt idx="446">
                  <c:v>2.574</c:v>
                </c:pt>
                <c:pt idx="447">
                  <c:v>2.5784</c:v>
                </c:pt>
                <c:pt idx="448">
                  <c:v>2.5321</c:v>
                </c:pt>
                <c:pt idx="449">
                  <c:v>2.5201</c:v>
                </c:pt>
                <c:pt idx="450">
                  <c:v>2.484</c:v>
                </c:pt>
                <c:pt idx="451">
                  <c:v>2.484</c:v>
                </c:pt>
                <c:pt idx="452">
                  <c:v>2.3274</c:v>
                </c:pt>
                <c:pt idx="453">
                  <c:v>2.4074</c:v>
                </c:pt>
                <c:pt idx="454">
                  <c:v>2.4315</c:v>
                </c:pt>
                <c:pt idx="455">
                  <c:v>2.4797</c:v>
                </c:pt>
                <c:pt idx="456">
                  <c:v>2.5202</c:v>
                </c:pt>
                <c:pt idx="457">
                  <c:v>2.4958</c:v>
                </c:pt>
                <c:pt idx="458">
                  <c:v>2.5283</c:v>
                </c:pt>
                <c:pt idx="459">
                  <c:v>2.4876</c:v>
                </c:pt>
                <c:pt idx="460">
                  <c:v>2.5039</c:v>
                </c:pt>
                <c:pt idx="461">
                  <c:v>2.5161</c:v>
                </c:pt>
                <c:pt idx="462">
                  <c:v>2.549</c:v>
                </c:pt>
                <c:pt idx="463">
                  <c:v>2.5654</c:v>
                </c:pt>
                <c:pt idx="464">
                  <c:v>2.5655</c:v>
                </c:pt>
                <c:pt idx="465">
                  <c:v>2.5492</c:v>
                </c:pt>
                <c:pt idx="466">
                  <c:v>2.5286</c:v>
                </c:pt>
                <c:pt idx="467">
                  <c:v>2.5452</c:v>
                </c:pt>
                <c:pt idx="468">
                  <c:v>2.5659</c:v>
                </c:pt>
                <c:pt idx="469">
                  <c:v>2.5369</c:v>
                </c:pt>
                <c:pt idx="470">
                  <c:v>2.5412</c:v>
                </c:pt>
                <c:pt idx="471">
                  <c:v>2.5371</c:v>
                </c:pt>
                <c:pt idx="472">
                  <c:v>2.5329</c:v>
                </c:pt>
                <c:pt idx="473">
                  <c:v>2.466</c:v>
                </c:pt>
                <c:pt idx="474">
                  <c:v>2.512</c:v>
                </c:pt>
                <c:pt idx="475">
                  <c:v>2.5243</c:v>
                </c:pt>
                <c:pt idx="476">
                  <c:v>2.5607</c:v>
                </c:pt>
                <c:pt idx="477">
                  <c:v>2.5324</c:v>
                </c:pt>
                <c:pt idx="478">
                  <c:v>2.5324</c:v>
                </c:pt>
                <c:pt idx="479">
                  <c:v>2.5528</c:v>
                </c:pt>
                <c:pt idx="480">
                  <c:v>2.5366</c:v>
                </c:pt>
                <c:pt idx="481">
                  <c:v>2.5612</c:v>
                </c:pt>
                <c:pt idx="482">
                  <c:v>2.5694</c:v>
                </c:pt>
                <c:pt idx="483">
                  <c:v>2.5859</c:v>
                </c:pt>
                <c:pt idx="484">
                  <c:v>2.6065</c:v>
                </c:pt>
                <c:pt idx="485">
                  <c:v>2.5904</c:v>
                </c:pt>
                <c:pt idx="486">
                  <c:v>2.5988</c:v>
                </c:pt>
                <c:pt idx="487">
                  <c:v>2.6154</c:v>
                </c:pt>
                <c:pt idx="488">
                  <c:v>2.6073</c:v>
                </c:pt>
                <c:pt idx="489">
                  <c:v>2.5867</c:v>
                </c:pt>
                <c:pt idx="490">
                  <c:v>2.5953</c:v>
                </c:pt>
                <c:pt idx="491">
                  <c:v>2.6246</c:v>
                </c:pt>
                <c:pt idx="492">
                  <c:v>2.6373</c:v>
                </c:pt>
                <c:pt idx="493">
                  <c:v>2.6692</c:v>
                </c:pt>
                <c:pt idx="494">
                  <c:v>2.6813</c:v>
                </c:pt>
                <c:pt idx="495">
                  <c:v>2.6613</c:v>
                </c:pt>
                <c:pt idx="496">
                  <c:v>2.6654</c:v>
                </c:pt>
                <c:pt idx="497">
                  <c:v>2.6856</c:v>
                </c:pt>
                <c:pt idx="498">
                  <c:v>2.6816</c:v>
                </c:pt>
                <c:pt idx="499">
                  <c:v>2.6655</c:v>
                </c:pt>
                <c:pt idx="500">
                  <c:v>2.6533</c:v>
                </c:pt>
                <c:pt idx="501">
                  <c:v>2.6493</c:v>
                </c:pt>
                <c:pt idx="502">
                  <c:v>2.6615</c:v>
                </c:pt>
                <c:pt idx="503">
                  <c:v>2.682</c:v>
                </c:pt>
                <c:pt idx="504">
                  <c:v>2.6575</c:v>
                </c:pt>
                <c:pt idx="505">
                  <c:v>2.6083</c:v>
                </c:pt>
                <c:pt idx="506">
                  <c:v>2.6124</c:v>
                </c:pt>
                <c:pt idx="507">
                  <c:v>2.6453</c:v>
                </c:pt>
                <c:pt idx="508">
                  <c:v>2.6123</c:v>
                </c:pt>
                <c:pt idx="509">
                  <c:v>2.604</c:v>
                </c:pt>
                <c:pt idx="510">
                  <c:v>2.6163</c:v>
                </c:pt>
                <c:pt idx="511">
                  <c:v>2.5831</c:v>
                </c:pt>
                <c:pt idx="512">
                  <c:v>2.5913</c:v>
                </c:pt>
                <c:pt idx="513">
                  <c:v>2.6037</c:v>
                </c:pt>
                <c:pt idx="514">
                  <c:v>2.6162</c:v>
                </c:pt>
                <c:pt idx="515">
                  <c:v>2.6286</c:v>
                </c:pt>
                <c:pt idx="516">
                  <c:v>2.6621</c:v>
                </c:pt>
                <c:pt idx="517">
                  <c:v>2.6733</c:v>
                </c:pt>
                <c:pt idx="518">
                  <c:v>2.6734</c:v>
                </c:pt>
                <c:pt idx="519">
                  <c:v>2.6573</c:v>
                </c:pt>
                <c:pt idx="520">
                  <c:v>2.629</c:v>
                </c:pt>
                <c:pt idx="521">
                  <c:v>2.629</c:v>
                </c:pt>
                <c:pt idx="522">
                  <c:v>2.6574</c:v>
                </c:pt>
                <c:pt idx="523">
                  <c:v>2.6574</c:v>
                </c:pt>
                <c:pt idx="524">
                  <c:v>2.6371</c:v>
                </c:pt>
                <c:pt idx="525">
                  <c:v>2.6657</c:v>
                </c:pt>
                <c:pt idx="526">
                  <c:v>2.7026</c:v>
                </c:pt>
                <c:pt idx="527">
                  <c:v>2.7479</c:v>
                </c:pt>
                <c:pt idx="528">
                  <c:v>2.7481</c:v>
                </c:pt>
                <c:pt idx="529">
                  <c:v>2.7565</c:v>
                </c:pt>
                <c:pt idx="530">
                  <c:v>2.786</c:v>
                </c:pt>
                <c:pt idx="531">
                  <c:v>2.7737</c:v>
                </c:pt>
                <c:pt idx="532">
                  <c:v>2.8072</c:v>
                </c:pt>
                <c:pt idx="533">
                  <c:v>2.8032</c:v>
                </c:pt>
                <c:pt idx="534">
                  <c:v>2.8118</c:v>
                </c:pt>
                <c:pt idx="535">
                  <c:v>2.8125</c:v>
                </c:pt>
                <c:pt idx="536">
                  <c:v>2.8211</c:v>
                </c:pt>
                <c:pt idx="537">
                  <c:v>2.8427</c:v>
                </c:pt>
                <c:pt idx="538">
                  <c:v>2.8307</c:v>
                </c:pt>
                <c:pt idx="539">
                  <c:v>2.8308</c:v>
                </c:pt>
                <c:pt idx="540">
                  <c:v>2.8067</c:v>
                </c:pt>
                <c:pt idx="541">
                  <c:v>2.8271</c:v>
                </c:pt>
                <c:pt idx="542">
                  <c:v>2.8028</c:v>
                </c:pt>
                <c:pt idx="543">
                  <c:v>2.8679</c:v>
                </c:pt>
                <c:pt idx="544">
                  <c:v>2.8681</c:v>
                </c:pt>
                <c:pt idx="545">
                  <c:v>2.885</c:v>
                </c:pt>
                <c:pt idx="546">
                  <c:v>2.889</c:v>
                </c:pt>
                <c:pt idx="547">
                  <c:v>2.8811</c:v>
                </c:pt>
                <c:pt idx="548">
                  <c:v>2.8524</c:v>
                </c:pt>
                <c:pt idx="549">
                  <c:v>2.8608</c:v>
                </c:pt>
                <c:pt idx="550">
                  <c:v>2.8612</c:v>
                </c:pt>
                <c:pt idx="551">
                  <c:v>2.8572</c:v>
                </c:pt>
                <c:pt idx="552">
                  <c:v>2.8697</c:v>
                </c:pt>
                <c:pt idx="553">
                  <c:v>2.8865</c:v>
                </c:pt>
                <c:pt idx="554">
                  <c:v>2.8783</c:v>
                </c:pt>
                <c:pt idx="555">
                  <c:v>2.8871</c:v>
                </c:pt>
                <c:pt idx="556">
                  <c:v>2.9124</c:v>
                </c:pt>
                <c:pt idx="557">
                  <c:v>2.8833</c:v>
                </c:pt>
                <c:pt idx="558">
                  <c:v>2.8431</c:v>
                </c:pt>
                <c:pt idx="559">
                  <c:v>2.855</c:v>
                </c:pt>
                <c:pt idx="560">
                  <c:v>2.8025</c:v>
                </c:pt>
                <c:pt idx="561">
                  <c:v>2.8225</c:v>
                </c:pt>
                <c:pt idx="562">
                  <c:v>2.8588</c:v>
                </c:pt>
                <c:pt idx="563">
                  <c:v>2.8831</c:v>
                </c:pt>
                <c:pt idx="564">
                  <c:v>2.8425</c:v>
                </c:pt>
                <c:pt idx="565">
                  <c:v>2.9197</c:v>
                </c:pt>
                <c:pt idx="566">
                  <c:v>2.9075</c:v>
                </c:pt>
                <c:pt idx="567">
                  <c:v>2.932</c:v>
                </c:pt>
                <c:pt idx="568">
                  <c:v>2.9567</c:v>
                </c:pt>
                <c:pt idx="569">
                  <c:v>2.9773</c:v>
                </c:pt>
                <c:pt idx="570">
                  <c:v>2.9282</c:v>
                </c:pt>
                <c:pt idx="571">
                  <c:v>2.9282</c:v>
                </c:pt>
                <c:pt idx="572">
                  <c:v>2.8952</c:v>
                </c:pt>
                <c:pt idx="573">
                  <c:v>2.8746</c:v>
                </c:pt>
                <c:pt idx="574">
                  <c:v>2.8622</c:v>
                </c:pt>
                <c:pt idx="575">
                  <c:v>2.8039</c:v>
                </c:pt>
                <c:pt idx="576">
                  <c:v>2.7872</c:v>
                </c:pt>
                <c:pt idx="577">
                  <c:v>2.8079</c:v>
                </c:pt>
                <c:pt idx="578">
                  <c:v>2.816</c:v>
                </c:pt>
                <c:pt idx="579">
                  <c:v>2.816</c:v>
                </c:pt>
                <c:pt idx="580">
                  <c:v>2.8198</c:v>
                </c:pt>
                <c:pt idx="581">
                  <c:v>2.8323</c:v>
                </c:pt>
                <c:pt idx="582">
                  <c:v>2.8469</c:v>
                </c:pt>
                <c:pt idx="583">
                  <c:v>2.8147</c:v>
                </c:pt>
                <c:pt idx="584">
                  <c:v>2.8066</c:v>
                </c:pt>
                <c:pt idx="585">
                  <c:v>2.7865</c:v>
                </c:pt>
                <c:pt idx="586">
                  <c:v>2.8231</c:v>
                </c:pt>
                <c:pt idx="587">
                  <c:v>2.7987</c:v>
                </c:pt>
                <c:pt idx="588">
                  <c:v>2.8272</c:v>
                </c:pt>
                <c:pt idx="589">
                  <c:v>2.7702</c:v>
                </c:pt>
                <c:pt idx="590">
                  <c:v>2.7211</c:v>
                </c:pt>
                <c:pt idx="591">
                  <c:v>2.7292</c:v>
                </c:pt>
                <c:pt idx="592">
                  <c:v>2.762</c:v>
                </c:pt>
                <c:pt idx="593">
                  <c:v>2.7785</c:v>
                </c:pt>
                <c:pt idx="594">
                  <c:v>2.7579</c:v>
                </c:pt>
                <c:pt idx="595">
                  <c:v>2.7413</c:v>
                </c:pt>
                <c:pt idx="596">
                  <c:v>2.6916</c:v>
                </c:pt>
                <c:pt idx="597">
                  <c:v>2.6419</c:v>
                </c:pt>
                <c:pt idx="598">
                  <c:v>2.6417</c:v>
                </c:pt>
                <c:pt idx="599">
                  <c:v>2.683</c:v>
                </c:pt>
                <c:pt idx="600">
                  <c:v>2.6369</c:v>
                </c:pt>
                <c:pt idx="601">
                  <c:v>2.5614</c:v>
                </c:pt>
                <c:pt idx="602">
                  <c:v>2.6285</c:v>
                </c:pt>
                <c:pt idx="603">
                  <c:v>2.5724</c:v>
                </c:pt>
                <c:pt idx="604">
                  <c:v>2.5322</c:v>
                </c:pt>
                <c:pt idx="605">
                  <c:v>2.504</c:v>
                </c:pt>
                <c:pt idx="606">
                  <c:v>2.4838</c:v>
                </c:pt>
                <c:pt idx="607">
                  <c:v>2.3907</c:v>
                </c:pt>
                <c:pt idx="608">
                  <c:v>2.4917</c:v>
                </c:pt>
                <c:pt idx="609">
                  <c:v>2.5406</c:v>
                </c:pt>
                <c:pt idx="610">
                  <c:v>2.5855</c:v>
                </c:pt>
                <c:pt idx="611">
                  <c:v>2.5611</c:v>
                </c:pt>
                <c:pt idx="612">
                  <c:v>2.5571</c:v>
                </c:pt>
                <c:pt idx="613">
                  <c:v>2.549</c:v>
                </c:pt>
                <c:pt idx="614">
                  <c:v>2.5367</c:v>
                </c:pt>
                <c:pt idx="615">
                  <c:v>2.5203</c:v>
                </c:pt>
                <c:pt idx="616">
                  <c:v>2.5409</c:v>
                </c:pt>
                <c:pt idx="617">
                  <c:v>2.5657</c:v>
                </c:pt>
                <c:pt idx="618">
                  <c:v>2.616</c:v>
                </c:pt>
                <c:pt idx="620">
                  <c:v>2.5786</c:v>
                </c:pt>
                <c:pt idx="621">
                  <c:v>2.5912</c:v>
                </c:pt>
                <c:pt idx="622">
                  <c:v>2.5746</c:v>
                </c:pt>
                <c:pt idx="623">
                  <c:v>2.6084</c:v>
                </c:pt>
                <c:pt idx="624">
                  <c:v>2.6002</c:v>
                </c:pt>
                <c:pt idx="625">
                  <c:v>2.5765</c:v>
                </c:pt>
                <c:pt idx="626">
                  <c:v>2.5121</c:v>
                </c:pt>
                <c:pt idx="627">
                  <c:v>2.4556</c:v>
                </c:pt>
                <c:pt idx="628">
                  <c:v>2.4959</c:v>
                </c:pt>
                <c:pt idx="629">
                  <c:v>2.5445</c:v>
                </c:pt>
                <c:pt idx="630">
                  <c:v>2.5242</c:v>
                </c:pt>
                <c:pt idx="631">
                  <c:v>2.5283</c:v>
                </c:pt>
                <c:pt idx="632">
                  <c:v>2.4835</c:v>
                </c:pt>
                <c:pt idx="633">
                  <c:v>2.463</c:v>
                </c:pt>
                <c:pt idx="634">
                  <c:v>2.4997</c:v>
                </c:pt>
                <c:pt idx="635">
                  <c:v>2.5202</c:v>
                </c:pt>
                <c:pt idx="636">
                  <c:v>2.5326</c:v>
                </c:pt>
                <c:pt idx="637">
                  <c:v>2.5038</c:v>
                </c:pt>
                <c:pt idx="638">
                  <c:v>2.5203</c:v>
                </c:pt>
                <c:pt idx="639">
                  <c:v>2.5203</c:v>
                </c:pt>
                <c:pt idx="640">
                  <c:v>2.4872</c:v>
                </c:pt>
                <c:pt idx="641">
                  <c:v>2.4996</c:v>
                </c:pt>
                <c:pt idx="642">
                  <c:v>2.5286</c:v>
                </c:pt>
                <c:pt idx="643">
                  <c:v>2.4912</c:v>
                </c:pt>
                <c:pt idx="644">
                  <c:v>2.5037</c:v>
                </c:pt>
                <c:pt idx="645">
                  <c:v>2.492</c:v>
                </c:pt>
                <c:pt idx="646">
                  <c:v>2.5081</c:v>
                </c:pt>
                <c:pt idx="647">
                  <c:v>2.5202</c:v>
                </c:pt>
                <c:pt idx="648">
                  <c:v>2.5607</c:v>
                </c:pt>
                <c:pt idx="649">
                  <c:v>2.5527</c:v>
                </c:pt>
                <c:pt idx="650">
                  <c:v>2.5405</c:v>
                </c:pt>
                <c:pt idx="651">
                  <c:v>2.5243</c:v>
                </c:pt>
                <c:pt idx="652">
                  <c:v>2.4713</c:v>
                </c:pt>
                <c:pt idx="653">
                  <c:v>2.4671</c:v>
                </c:pt>
                <c:pt idx="654">
                  <c:v>2.4752</c:v>
                </c:pt>
                <c:pt idx="655">
                  <c:v>2.4465</c:v>
                </c:pt>
                <c:pt idx="656">
                  <c:v>2.4628</c:v>
                </c:pt>
                <c:pt idx="657">
                  <c:v>2.4668</c:v>
                </c:pt>
                <c:pt idx="658">
                  <c:v>2.4378</c:v>
                </c:pt>
                <c:pt idx="659">
                  <c:v>2.4542</c:v>
                </c:pt>
                <c:pt idx="660">
                  <c:v>2.4748</c:v>
                </c:pt>
                <c:pt idx="661">
                  <c:v>2.3961</c:v>
                </c:pt>
                <c:pt idx="662">
                  <c:v>2.4208</c:v>
                </c:pt>
                <c:pt idx="663">
                  <c:v>2.329</c:v>
                </c:pt>
                <c:pt idx="664">
                  <c:v>2.2333</c:v>
                </c:pt>
                <c:pt idx="665">
                  <c:v>2.2662</c:v>
                </c:pt>
                <c:pt idx="666">
                  <c:v>2.202</c:v>
                </c:pt>
                <c:pt idx="667">
                  <c:v>2.2299</c:v>
                </c:pt>
                <c:pt idx="668">
                  <c:v>2.2621</c:v>
                </c:pt>
                <c:pt idx="669">
                  <c:v>2.3346</c:v>
                </c:pt>
                <c:pt idx="670">
                  <c:v>2.3064</c:v>
                </c:pt>
                <c:pt idx="671">
                  <c:v>2.3389</c:v>
                </c:pt>
                <c:pt idx="672">
                  <c:v>2.3349</c:v>
                </c:pt>
                <c:pt idx="673">
                  <c:v>2.3433</c:v>
                </c:pt>
                <c:pt idx="674">
                  <c:v>2.3557</c:v>
                </c:pt>
                <c:pt idx="675">
                  <c:v>2.3517</c:v>
                </c:pt>
                <c:pt idx="676">
                  <c:v>2.3151</c:v>
                </c:pt>
                <c:pt idx="677">
                  <c:v>2.352</c:v>
                </c:pt>
                <c:pt idx="678">
                  <c:v>2.3976</c:v>
                </c:pt>
                <c:pt idx="679">
                  <c:v>2.3977</c:v>
                </c:pt>
                <c:pt idx="680">
                  <c:v>2.4062</c:v>
                </c:pt>
                <c:pt idx="681">
                  <c:v>2.4022</c:v>
                </c:pt>
                <c:pt idx="682">
                  <c:v>2.39</c:v>
                </c:pt>
                <c:pt idx="683">
                  <c:v>2.39</c:v>
                </c:pt>
                <c:pt idx="684">
                  <c:v>2.4032</c:v>
                </c:pt>
                <c:pt idx="685">
                  <c:v>2.3618</c:v>
                </c:pt>
                <c:pt idx="686">
                  <c:v>2.3098</c:v>
                </c:pt>
                <c:pt idx="687">
                  <c:v>2.3419</c:v>
                </c:pt>
                <c:pt idx="688">
                  <c:v>2.2861</c:v>
                </c:pt>
                <c:pt idx="689">
                  <c:v>2.2942</c:v>
                </c:pt>
                <c:pt idx="690">
                  <c:v>2.2661</c:v>
                </c:pt>
                <c:pt idx="691">
                  <c:v>2.3145</c:v>
                </c:pt>
                <c:pt idx="692">
                  <c:v>2.3388</c:v>
                </c:pt>
                <c:pt idx="693">
                  <c:v>2.3391</c:v>
                </c:pt>
                <c:pt idx="694">
                  <c:v>2.2823</c:v>
                </c:pt>
                <c:pt idx="695">
                  <c:v>2.2864</c:v>
                </c:pt>
                <c:pt idx="696">
                  <c:v>2.3027</c:v>
                </c:pt>
                <c:pt idx="697">
                  <c:v>2.258</c:v>
                </c:pt>
                <c:pt idx="698">
                  <c:v>2.2702</c:v>
                </c:pt>
                <c:pt idx="699">
                  <c:v>2.1803</c:v>
                </c:pt>
                <c:pt idx="700">
                  <c:v>2.1965</c:v>
                </c:pt>
                <c:pt idx="701">
                  <c:v>2.1637</c:v>
                </c:pt>
                <c:pt idx="702">
                  <c:v>2.1881</c:v>
                </c:pt>
                <c:pt idx="703">
                  <c:v>2.2002</c:v>
                </c:pt>
                <c:pt idx="704">
                  <c:v>2.2249</c:v>
                </c:pt>
                <c:pt idx="705">
                  <c:v>2.2538</c:v>
                </c:pt>
                <c:pt idx="706">
                  <c:v>2.2248</c:v>
                </c:pt>
                <c:pt idx="707">
                  <c:v>2.1585</c:v>
                </c:pt>
                <c:pt idx="708">
                  <c:v>2.1621</c:v>
                </c:pt>
                <c:pt idx="709">
                  <c:v>2.1621</c:v>
                </c:pt>
                <c:pt idx="710">
                  <c:v>2.1161</c:v>
                </c:pt>
                <c:pt idx="711">
                  <c:v>2.117</c:v>
                </c:pt>
                <c:pt idx="712">
                  <c:v>2.0729</c:v>
                </c:pt>
                <c:pt idx="713">
                  <c:v>1.9401</c:v>
                </c:pt>
                <c:pt idx="714">
                  <c:v>1.8317</c:v>
                </c:pt>
                <c:pt idx="715">
                  <c:v>1.8794</c:v>
                </c:pt>
                <c:pt idx="716">
                  <c:v>1.8549</c:v>
                </c:pt>
                <c:pt idx="717">
                  <c:v>1.8908</c:v>
                </c:pt>
                <c:pt idx="718">
                  <c:v>1.8615</c:v>
                </c:pt>
                <c:pt idx="719">
                  <c:v>1.9259</c:v>
                </c:pt>
                <c:pt idx="720">
                  <c:v>1.9337</c:v>
                </c:pt>
                <c:pt idx="721">
                  <c:v>1.8766</c:v>
                </c:pt>
                <c:pt idx="722">
                  <c:v>1.8397</c:v>
                </c:pt>
                <c:pt idx="723">
                  <c:v>1.8426</c:v>
                </c:pt>
                <c:pt idx="724">
                  <c:v>1.8789</c:v>
                </c:pt>
                <c:pt idx="725">
                  <c:v>1.8581</c:v>
                </c:pt>
                <c:pt idx="726">
                  <c:v>1.7392</c:v>
                </c:pt>
                <c:pt idx="727">
                  <c:v>1.7837</c:v>
                </c:pt>
                <c:pt idx="728">
                  <c:v>1.7493</c:v>
                </c:pt>
                <c:pt idx="729">
                  <c:v>1.7365</c:v>
                </c:pt>
                <c:pt idx="730">
                  <c:v>1.7359</c:v>
                </c:pt>
                <c:pt idx="731">
                  <c:v>1.7722</c:v>
                </c:pt>
                <c:pt idx="732">
                  <c:v>1.7405</c:v>
                </c:pt>
                <c:pt idx="733">
                  <c:v>1.7529</c:v>
                </c:pt>
                <c:pt idx="734">
                  <c:v>1.7892</c:v>
                </c:pt>
                <c:pt idx="735">
                  <c:v>1.7573</c:v>
                </c:pt>
                <c:pt idx="736">
                  <c:v>1.7576</c:v>
                </c:pt>
                <c:pt idx="737">
                  <c:v>1.7576</c:v>
                </c:pt>
                <c:pt idx="738">
                  <c:v>1.8674</c:v>
                </c:pt>
                <c:pt idx="739">
                  <c:v>1.9002</c:v>
                </c:pt>
                <c:pt idx="740">
                  <c:v>1.9128</c:v>
                </c:pt>
                <c:pt idx="741">
                  <c:v>1.8317</c:v>
                </c:pt>
                <c:pt idx="742">
                  <c:v>1.8728</c:v>
                </c:pt>
                <c:pt idx="743">
                  <c:v>1.8574</c:v>
                </c:pt>
                <c:pt idx="744">
                  <c:v>1.8331</c:v>
                </c:pt>
                <c:pt idx="745">
                  <c:v>1.8498</c:v>
                </c:pt>
                <c:pt idx="746">
                  <c:v>1.8296</c:v>
                </c:pt>
                <c:pt idx="747">
                  <c:v>1.7518</c:v>
                </c:pt>
                <c:pt idx="748">
                  <c:v>1.8265</c:v>
                </c:pt>
                <c:pt idx="749">
                  <c:v>1.8268</c:v>
                </c:pt>
                <c:pt idx="750">
                  <c:v>1.8354</c:v>
                </c:pt>
                <c:pt idx="751">
                  <c:v>1.8135</c:v>
                </c:pt>
                <c:pt idx="752">
                  <c:v>1.8652</c:v>
                </c:pt>
                <c:pt idx="753">
                  <c:v>1.8497</c:v>
                </c:pt>
                <c:pt idx="754">
                  <c:v>1.8618</c:v>
                </c:pt>
                <c:pt idx="755">
                  <c:v>1.8539</c:v>
                </c:pt>
                <c:pt idx="756">
                  <c:v>1.8701</c:v>
                </c:pt>
                <c:pt idx="757">
                  <c:v>1.734</c:v>
                </c:pt>
                <c:pt idx="758">
                  <c:v>1.7138</c:v>
                </c:pt>
                <c:pt idx="759">
                  <c:v>1.5773</c:v>
                </c:pt>
                <c:pt idx="760">
                  <c:v>1.6011</c:v>
                </c:pt>
                <c:pt idx="761">
                  <c:v>1.613</c:v>
                </c:pt>
                <c:pt idx="762">
                  <c:v>1.6168</c:v>
                </c:pt>
                <c:pt idx="763">
                  <c:v>1.6364</c:v>
                </c:pt>
                <c:pt idx="764">
                  <c:v>1.5877</c:v>
                </c:pt>
                <c:pt idx="765">
                  <c:v>1.6726</c:v>
                </c:pt>
                <c:pt idx="766">
                  <c:v>1.5791</c:v>
                </c:pt>
                <c:pt idx="767">
                  <c:v>1.5018</c:v>
                </c:pt>
                <c:pt idx="768">
                  <c:v>1.4885</c:v>
                </c:pt>
                <c:pt idx="769">
                  <c:v>1.5534</c:v>
                </c:pt>
                <c:pt idx="770">
                  <c:v>1.5082</c:v>
                </c:pt>
                <c:pt idx="771">
                  <c:v>1.5774</c:v>
                </c:pt>
                <c:pt idx="772">
                  <c:v>1.6223</c:v>
                </c:pt>
                <c:pt idx="773">
                  <c:v>1.5271</c:v>
                </c:pt>
                <c:pt idx="774">
                  <c:v>1.535</c:v>
                </c:pt>
                <c:pt idx="775">
                  <c:v>1.5182</c:v>
                </c:pt>
                <c:pt idx="776">
                  <c:v>1.512</c:v>
                </c:pt>
                <c:pt idx="777">
                  <c:v>1.5319</c:v>
                </c:pt>
                <c:pt idx="778">
                  <c:v>1.512</c:v>
                </c:pt>
                <c:pt idx="780">
                  <c:v>1.46</c:v>
                </c:pt>
                <c:pt idx="781">
                  <c:v>1.4439</c:v>
                </c:pt>
                <c:pt idx="782">
                  <c:v>1.5281</c:v>
                </c:pt>
                <c:pt idx="783">
                  <c:v>1.5484</c:v>
                </c:pt>
                <c:pt idx="784">
                  <c:v>1.601</c:v>
                </c:pt>
                <c:pt idx="785">
                  <c:v>1.674</c:v>
                </c:pt>
                <c:pt idx="786">
                  <c:v>1.6865</c:v>
                </c:pt>
                <c:pt idx="787">
                  <c:v>1.7152</c:v>
                </c:pt>
                <c:pt idx="788">
                  <c:v>1.802</c:v>
                </c:pt>
                <c:pt idx="789">
                  <c:v>1.7655</c:v>
                </c:pt>
                <c:pt idx="790">
                  <c:v>1.7208</c:v>
                </c:pt>
                <c:pt idx="791">
                  <c:v>1.758</c:v>
                </c:pt>
                <c:pt idx="792">
                  <c:v>1.7419</c:v>
                </c:pt>
                <c:pt idx="793">
                  <c:v>1.6851</c:v>
                </c:pt>
                <c:pt idx="794">
                  <c:v>1.6895</c:v>
                </c:pt>
                <c:pt idx="795">
                  <c:v>1.6277</c:v>
                </c:pt>
                <c:pt idx="796">
                  <c:v>1.6825</c:v>
                </c:pt>
                <c:pt idx="797">
                  <c:v>1.6629</c:v>
                </c:pt>
                <c:pt idx="798">
                  <c:v>1.6395</c:v>
                </c:pt>
                <c:pt idx="799">
                  <c:v>1.6157</c:v>
                </c:pt>
                <c:pt idx="800">
                  <c:v>1.5479</c:v>
                </c:pt>
                <c:pt idx="801">
                  <c:v>1.484</c:v>
                </c:pt>
                <c:pt idx="802">
                  <c:v>1.3841</c:v>
                </c:pt>
                <c:pt idx="803">
                  <c:v>1.3996</c:v>
                </c:pt>
                <c:pt idx="804">
                  <c:v>1.4597</c:v>
                </c:pt>
                <c:pt idx="805">
                  <c:v>1.4235</c:v>
                </c:pt>
                <c:pt idx="806">
                  <c:v>1.4636</c:v>
                </c:pt>
                <c:pt idx="807">
                  <c:v>1.5403</c:v>
                </c:pt>
                <c:pt idx="808">
                  <c:v>1.5934</c:v>
                </c:pt>
                <c:pt idx="809">
                  <c:v>1.5934</c:v>
                </c:pt>
                <c:pt idx="810">
                  <c:v>1.618</c:v>
                </c:pt>
                <c:pt idx="811">
                  <c:v>1.5814</c:v>
                </c:pt>
                <c:pt idx="812">
                  <c:v>1.5938</c:v>
                </c:pt>
                <c:pt idx="813">
                  <c:v>1.5777</c:v>
                </c:pt>
                <c:pt idx="814">
                  <c:v>1.6189</c:v>
                </c:pt>
                <c:pt idx="815">
                  <c:v>1.6026</c:v>
                </c:pt>
                <c:pt idx="816">
                  <c:v>1.575</c:v>
                </c:pt>
                <c:pt idx="817">
                  <c:v>1.5712</c:v>
                </c:pt>
                <c:pt idx="818">
                  <c:v>1.635</c:v>
                </c:pt>
                <c:pt idx="819">
                  <c:v>1.6511</c:v>
                </c:pt>
                <c:pt idx="820">
                  <c:v>1.6473</c:v>
                </c:pt>
                <c:pt idx="821">
                  <c:v>1.5996</c:v>
                </c:pt>
                <c:pt idx="822">
                  <c:v>1.5279</c:v>
                </c:pt>
                <c:pt idx="823">
                  <c:v>1.56</c:v>
                </c:pt>
                <c:pt idx="824">
                  <c:v>1.5802</c:v>
                </c:pt>
                <c:pt idx="825">
                  <c:v>1.6285</c:v>
                </c:pt>
                <c:pt idx="826">
                  <c:v>1.6126</c:v>
                </c:pt>
                <c:pt idx="827">
                  <c:v>1.6733</c:v>
                </c:pt>
                <c:pt idx="828">
                  <c:v>1.6702</c:v>
                </c:pt>
                <c:pt idx="829">
                  <c:v>1.6702</c:v>
                </c:pt>
                <c:pt idx="830">
                  <c:v>1.6663</c:v>
                </c:pt>
                <c:pt idx="831">
                  <c:v>1.638</c:v>
                </c:pt>
                <c:pt idx="832">
                  <c:v>1.6097</c:v>
                </c:pt>
                <c:pt idx="833">
                  <c:v>1.6101</c:v>
                </c:pt>
                <c:pt idx="834">
                  <c:v>1.6062</c:v>
                </c:pt>
                <c:pt idx="835">
                  <c:v>1.5899</c:v>
                </c:pt>
                <c:pt idx="836">
                  <c:v>1.5777</c:v>
                </c:pt>
                <c:pt idx="837">
                  <c:v>1.6107</c:v>
                </c:pt>
                <c:pt idx="838">
                  <c:v>1.6401</c:v>
                </c:pt>
                <c:pt idx="839">
                  <c:v>1.6237</c:v>
                </c:pt>
                <c:pt idx="840">
                  <c:v>1.5913</c:v>
                </c:pt>
                <c:pt idx="841">
                  <c:v>1.6234</c:v>
                </c:pt>
                <c:pt idx="843">
                  <c:v>1.6079</c:v>
                </c:pt>
                <c:pt idx="844">
                  <c:v>1.608</c:v>
                </c:pt>
                <c:pt idx="845">
                  <c:v>1.544</c:v>
                </c:pt>
                <c:pt idx="846">
                  <c:v>1.5722</c:v>
                </c:pt>
                <c:pt idx="847">
                  <c:v>1.5883</c:v>
                </c:pt>
                <c:pt idx="848">
                  <c:v>1.6331</c:v>
                </c:pt>
                <c:pt idx="849">
                  <c:v>1.6171</c:v>
                </c:pt>
                <c:pt idx="850">
                  <c:v>1.6578</c:v>
                </c:pt>
                <c:pt idx="851">
                  <c:v>1.6052</c:v>
                </c:pt>
                <c:pt idx="852">
                  <c:v>1.6582</c:v>
                </c:pt>
                <c:pt idx="853">
                  <c:v>1.6099</c:v>
                </c:pt>
                <c:pt idx="854">
                  <c:v>1.6304</c:v>
                </c:pt>
                <c:pt idx="855">
                  <c:v>1.6306</c:v>
                </c:pt>
                <c:pt idx="856">
                  <c:v>1.6308</c:v>
                </c:pt>
                <c:pt idx="857">
                  <c:v>1.6228</c:v>
                </c:pt>
                <c:pt idx="858">
                  <c:v>1.6315</c:v>
                </c:pt>
                <c:pt idx="859">
                  <c:v>1.6564</c:v>
                </c:pt>
                <c:pt idx="860">
                  <c:v>1.629</c:v>
                </c:pt>
                <c:pt idx="861">
                  <c:v>1.629</c:v>
                </c:pt>
                <c:pt idx="862">
                  <c:v>1.633</c:v>
                </c:pt>
                <c:pt idx="863">
                  <c:v>1.5812</c:v>
                </c:pt>
                <c:pt idx="864">
                  <c:v>1.5653</c:v>
                </c:pt>
                <c:pt idx="865">
                  <c:v>1.577</c:v>
                </c:pt>
                <c:pt idx="866">
                  <c:v>1.577</c:v>
                </c:pt>
                <c:pt idx="867">
                  <c:v>1.573</c:v>
                </c:pt>
                <c:pt idx="868">
                  <c:v>1.5326</c:v>
                </c:pt>
                <c:pt idx="869">
                  <c:v>1.5365</c:v>
                </c:pt>
                <c:pt idx="870">
                  <c:v>1.5484</c:v>
                </c:pt>
                <c:pt idx="871">
                  <c:v>1.5806</c:v>
                </c:pt>
                <c:pt idx="872">
                  <c:v>1.5886</c:v>
                </c:pt>
                <c:pt idx="873">
                  <c:v>1.5762</c:v>
                </c:pt>
                <c:pt idx="874">
                  <c:v>1.5965</c:v>
                </c:pt>
                <c:pt idx="875">
                  <c:v>1.568</c:v>
                </c:pt>
                <c:pt idx="876">
                  <c:v>1.5475</c:v>
                </c:pt>
                <c:pt idx="877">
                  <c:v>1.58</c:v>
                </c:pt>
                <c:pt idx="878">
                  <c:v>1.5633</c:v>
                </c:pt>
                <c:pt idx="879">
                  <c:v>1.5633</c:v>
                </c:pt>
                <c:pt idx="880">
                  <c:v>1.5263</c:v>
                </c:pt>
                <c:pt idx="881">
                  <c:v>1.5303</c:v>
                </c:pt>
                <c:pt idx="882">
                  <c:v>1.5178</c:v>
                </c:pt>
                <c:pt idx="883">
                  <c:v>1.4844</c:v>
                </c:pt>
                <c:pt idx="884">
                  <c:v>1.4388</c:v>
                </c:pt>
                <c:pt idx="885">
                  <c:v>1.4702</c:v>
                </c:pt>
                <c:pt idx="886">
                  <c:v>1.4227</c:v>
                </c:pt>
                <c:pt idx="887">
                  <c:v>1.4227</c:v>
                </c:pt>
                <c:pt idx="888">
                  <c:v>1.3192</c:v>
                </c:pt>
                <c:pt idx="889">
                  <c:v>1.355</c:v>
                </c:pt>
                <c:pt idx="890">
                  <c:v>1.415</c:v>
                </c:pt>
                <c:pt idx="891">
                  <c:v>1.4471</c:v>
                </c:pt>
                <c:pt idx="892">
                  <c:v>1.4593</c:v>
                </c:pt>
                <c:pt idx="893">
                  <c:v>1.4031</c:v>
                </c:pt>
                <c:pt idx="894">
                  <c:v>1.4032</c:v>
                </c:pt>
                <c:pt idx="895">
                  <c:v>1.4234</c:v>
                </c:pt>
                <c:pt idx="896">
                  <c:v>1.4437</c:v>
                </c:pt>
                <c:pt idx="897">
                  <c:v>1.4438</c:v>
                </c:pt>
                <c:pt idx="898">
                  <c:v>1.4238</c:v>
                </c:pt>
                <c:pt idx="899">
                  <c:v>1.4238</c:v>
                </c:pt>
                <c:pt idx="900">
                  <c:v>1.4075</c:v>
                </c:pt>
                <c:pt idx="901">
                  <c:v>1.4239</c:v>
                </c:pt>
                <c:pt idx="902">
                  <c:v>1.3912</c:v>
                </c:pt>
                <c:pt idx="903">
                  <c:v>1.3543</c:v>
                </c:pt>
                <c:pt idx="904">
                  <c:v>1.2517</c:v>
                </c:pt>
                <c:pt idx="905">
                  <c:v>1.2269</c:v>
                </c:pt>
                <c:pt idx="906">
                  <c:v>1.1685</c:v>
                </c:pt>
                <c:pt idx="907">
                  <c:v>1.0657</c:v>
                </c:pt>
                <c:pt idx="908">
                  <c:v>0.9269</c:v>
                </c:pt>
                <c:pt idx="909">
                  <c:v>0.9108</c:v>
                </c:pt>
                <c:pt idx="910">
                  <c:v>0.7011</c:v>
                </c:pt>
                <c:pt idx="911">
                  <c:v>0.6966</c:v>
                </c:pt>
                <c:pt idx="912">
                  <c:v>0.6052</c:v>
                </c:pt>
                <c:pt idx="913">
                  <c:v>0.5279</c:v>
                </c:pt>
                <c:pt idx="914">
                  <c:v>0.3967</c:v>
                </c:pt>
                <c:pt idx="915">
                  <c:v>0.5382</c:v>
                </c:pt>
                <c:pt idx="916">
                  <c:v>0.5294</c:v>
                </c:pt>
                <c:pt idx="917">
                  <c:v>0.473</c:v>
                </c:pt>
                <c:pt idx="918">
                  <c:v>0.5062</c:v>
                </c:pt>
                <c:pt idx="919">
                  <c:v>0.3619</c:v>
                </c:pt>
                <c:pt idx="920">
                  <c:v>0.4965</c:v>
                </c:pt>
                <c:pt idx="921">
                  <c:v>0.5477</c:v>
                </c:pt>
                <c:pt idx="922">
                  <c:v>0.4828</c:v>
                </c:pt>
                <c:pt idx="923">
                  <c:v>0.3435</c:v>
                </c:pt>
                <c:pt idx="924">
                  <c:v>0.3183</c:v>
                </c:pt>
                <c:pt idx="925">
                  <c:v>0.3896</c:v>
                </c:pt>
                <c:pt idx="926">
                  <c:v>0.3321</c:v>
                </c:pt>
                <c:pt idx="927">
                  <c:v>0.3087</c:v>
                </c:pt>
                <c:pt idx="928">
                  <c:v>0.242</c:v>
                </c:pt>
                <c:pt idx="929">
                  <c:v>0.2301</c:v>
                </c:pt>
                <c:pt idx="930">
                  <c:v>0.2455</c:v>
                </c:pt>
                <c:pt idx="931">
                  <c:v>0.2101</c:v>
                </c:pt>
                <c:pt idx="932">
                  <c:v>0.2334</c:v>
                </c:pt>
                <c:pt idx="933">
                  <c:v>0.221</c:v>
                </c:pt>
                <c:pt idx="934">
                  <c:v>0.2563</c:v>
                </c:pt>
                <c:pt idx="935">
                  <c:v>0.268</c:v>
                </c:pt>
                <c:pt idx="936">
                  <c:v>0.252</c:v>
                </c:pt>
                <c:pt idx="937">
                  <c:v>0.2201</c:v>
                </c:pt>
                <c:pt idx="938">
                  <c:v>0.2201</c:v>
                </c:pt>
                <c:pt idx="939">
                  <c:v>0.2432</c:v>
                </c:pt>
                <c:pt idx="940">
                  <c:v>0.2151</c:v>
                </c:pt>
                <c:pt idx="941">
                  <c:v>0.2108</c:v>
                </c:pt>
                <c:pt idx="942">
                  <c:v>0.2186</c:v>
                </c:pt>
                <c:pt idx="943">
                  <c:v>0.2019</c:v>
                </c:pt>
                <c:pt idx="944">
                  <c:v>0.2137</c:v>
                </c:pt>
                <c:pt idx="945">
                  <c:v>0.2054</c:v>
                </c:pt>
                <c:pt idx="946">
                  <c:v>0.2173</c:v>
                </c:pt>
                <c:pt idx="947">
                  <c:v>0.2332</c:v>
                </c:pt>
                <c:pt idx="948">
                  <c:v>0.2245</c:v>
                </c:pt>
                <c:pt idx="949">
                  <c:v>0.2121</c:v>
                </c:pt>
                <c:pt idx="950">
                  <c:v>0.2345</c:v>
                </c:pt>
                <c:pt idx="951">
                  <c:v>0.2033</c:v>
                </c:pt>
                <c:pt idx="952">
                  <c:v>0.1917</c:v>
                </c:pt>
                <c:pt idx="953">
                  <c:v>0.2038</c:v>
                </c:pt>
                <c:pt idx="954">
                  <c:v>0.1881</c:v>
                </c:pt>
                <c:pt idx="955">
                  <c:v>0.1763</c:v>
                </c:pt>
                <c:pt idx="956">
                  <c:v>0.1843</c:v>
                </c:pt>
                <c:pt idx="957">
                  <c:v>0.129</c:v>
                </c:pt>
                <c:pt idx="958">
                  <c:v>0.1608</c:v>
                </c:pt>
                <c:pt idx="959">
                  <c:v>0.1847</c:v>
                </c:pt>
                <c:pt idx="960">
                  <c:v>0.1648</c:v>
                </c:pt>
                <c:pt idx="961">
                  <c:v>0.1609</c:v>
                </c:pt>
                <c:pt idx="962">
                  <c:v>0.149</c:v>
                </c:pt>
                <c:pt idx="963">
                  <c:v>0.1491</c:v>
                </c:pt>
                <c:pt idx="964">
                  <c:v>0.1732</c:v>
                </c:pt>
                <c:pt idx="965">
                  <c:v>0.1612</c:v>
                </c:pt>
                <c:pt idx="966">
                  <c:v>0.1613</c:v>
                </c:pt>
                <c:pt idx="967">
                  <c:v>0.1573</c:v>
                </c:pt>
                <c:pt idx="968">
                  <c:v>0.1737</c:v>
                </c:pt>
                <c:pt idx="969">
                  <c:v>0.1737</c:v>
                </c:pt>
                <c:pt idx="970">
                  <c:v>0.186</c:v>
                </c:pt>
                <c:pt idx="971">
                  <c:v>0.1835</c:v>
                </c:pt>
                <c:pt idx="972">
                  <c:v>0.1562</c:v>
                </c:pt>
                <c:pt idx="973">
                  <c:v>0.1603</c:v>
                </c:pt>
                <c:pt idx="974">
                  <c:v>0.1564</c:v>
                </c:pt>
                <c:pt idx="975">
                  <c:v>0.1643</c:v>
                </c:pt>
                <c:pt idx="976">
                  <c:v>0.1998</c:v>
                </c:pt>
                <c:pt idx="977">
                  <c:v>0.2039</c:v>
                </c:pt>
                <c:pt idx="978">
                  <c:v>0.2121</c:v>
                </c:pt>
                <c:pt idx="979">
                  <c:v>0.2202</c:v>
                </c:pt>
                <c:pt idx="980">
                  <c:v>0.2124</c:v>
                </c:pt>
                <c:pt idx="981">
                  <c:v>0.1806</c:v>
                </c:pt>
                <c:pt idx="982">
                  <c:v>0.2006</c:v>
                </c:pt>
                <c:pt idx="983">
                  <c:v>0.205</c:v>
                </c:pt>
                <c:pt idx="984">
                  <c:v>0.2011</c:v>
                </c:pt>
                <c:pt idx="985">
                  <c:v>0.2172</c:v>
                </c:pt>
                <c:pt idx="986">
                  <c:v>0.1973</c:v>
                </c:pt>
                <c:pt idx="987">
                  <c:v>0.1974</c:v>
                </c:pt>
                <c:pt idx="988">
                  <c:v>0.1977</c:v>
                </c:pt>
                <c:pt idx="989">
                  <c:v>0.1897</c:v>
                </c:pt>
                <c:pt idx="990">
                  <c:v>0.1898</c:v>
                </c:pt>
                <c:pt idx="991">
                  <c:v>0.1833</c:v>
                </c:pt>
                <c:pt idx="992">
                  <c:v>0.1834</c:v>
                </c:pt>
                <c:pt idx="993">
                  <c:v>0.1719</c:v>
                </c:pt>
                <c:pt idx="994">
                  <c:v>0.1602</c:v>
                </c:pt>
                <c:pt idx="995">
                  <c:v>0.1485</c:v>
                </c:pt>
                <c:pt idx="996">
                  <c:v>0.1721</c:v>
                </c:pt>
                <c:pt idx="997">
                  <c:v>0.1564</c:v>
                </c:pt>
                <c:pt idx="998">
                  <c:v>0.1564</c:v>
                </c:pt>
                <c:pt idx="999">
                  <c:v>0.1606</c:v>
                </c:pt>
                <c:pt idx="1000">
                  <c:v>0.1487</c:v>
                </c:pt>
                <c:pt idx="1001">
                  <c:v>0.1765</c:v>
                </c:pt>
                <c:pt idx="1002">
                  <c:v>0.1647</c:v>
                </c:pt>
                <c:pt idx="1003">
                  <c:v>0.1648</c:v>
                </c:pt>
                <c:pt idx="1004">
                  <c:v>0.129</c:v>
                </c:pt>
                <c:pt idx="1005">
                  <c:v>0.169</c:v>
                </c:pt>
                <c:pt idx="1006">
                  <c:v>0.165</c:v>
                </c:pt>
                <c:pt idx="1007">
                  <c:v>0.145</c:v>
                </c:pt>
                <c:pt idx="1008">
                  <c:v>0.1451</c:v>
                </c:pt>
                <c:pt idx="1009">
                  <c:v>0.1693</c:v>
                </c:pt>
                <c:pt idx="1010">
                  <c:v>0.1613</c:v>
                </c:pt>
                <c:pt idx="1011">
                  <c:v>0.1654</c:v>
                </c:pt>
                <c:pt idx="1012">
                  <c:v>0.1412</c:v>
                </c:pt>
                <c:pt idx="1013">
                  <c:v>0.1453</c:v>
                </c:pt>
                <c:pt idx="1014">
                  <c:v>0.1575</c:v>
                </c:pt>
                <c:pt idx="1015">
                  <c:v>0.1367</c:v>
                </c:pt>
                <c:pt idx="1016">
                  <c:v>0.1367</c:v>
                </c:pt>
                <c:pt idx="1017">
                  <c:v>0.1211</c:v>
                </c:pt>
                <c:pt idx="1018">
                  <c:v>0.1132</c:v>
                </c:pt>
                <c:pt idx="1019">
                  <c:v>0.1093</c:v>
                </c:pt>
                <c:pt idx="1020">
                  <c:v>0.0974</c:v>
                </c:pt>
                <c:pt idx="1021">
                  <c:v>0.1171</c:v>
                </c:pt>
                <c:pt idx="1022">
                  <c:v>0.121</c:v>
                </c:pt>
                <c:pt idx="1023">
                  <c:v>0.1369</c:v>
                </c:pt>
                <c:pt idx="1024">
                  <c:v>0.1329</c:v>
                </c:pt>
                <c:pt idx="1025">
                  <c:v>0.1568</c:v>
                </c:pt>
                <c:pt idx="1026">
                  <c:v>0.1888</c:v>
                </c:pt>
                <c:pt idx="1027">
                  <c:v>0.1889</c:v>
                </c:pt>
                <c:pt idx="1028">
                  <c:v>0.149</c:v>
                </c:pt>
                <c:pt idx="1029">
                  <c:v>0.1772</c:v>
                </c:pt>
                <c:pt idx="1030">
                  <c:v>0.1451</c:v>
                </c:pt>
                <c:pt idx="1031">
                  <c:v>0.1451</c:v>
                </c:pt>
                <c:pt idx="1032">
                  <c:v>0.1451</c:v>
                </c:pt>
                <c:pt idx="1033">
                  <c:v>0.1695</c:v>
                </c:pt>
                <c:pt idx="1034">
                  <c:v>0.1534</c:v>
                </c:pt>
                <c:pt idx="1035">
                  <c:v>0.1737</c:v>
                </c:pt>
                <c:pt idx="1036">
                  <c:v>0.1367</c:v>
                </c:pt>
                <c:pt idx="1037">
                  <c:v>0.1523</c:v>
                </c:pt>
                <c:pt idx="1038">
                  <c:v>0.1563</c:v>
                </c:pt>
                <c:pt idx="1039">
                  <c:v>0.1211</c:v>
                </c:pt>
                <c:pt idx="1040">
                  <c:v>0.125</c:v>
                </c:pt>
                <c:pt idx="1041">
                  <c:v>0.1407</c:v>
                </c:pt>
                <c:pt idx="1042">
                  <c:v>0.1368</c:v>
                </c:pt>
                <c:pt idx="1043">
                  <c:v>0.1487</c:v>
                </c:pt>
                <c:pt idx="1044">
                  <c:v>0.1487</c:v>
                </c:pt>
                <c:pt idx="1045">
                  <c:v>0.1369</c:v>
                </c:pt>
                <c:pt idx="1046">
                  <c:v>0.129</c:v>
                </c:pt>
                <c:pt idx="1047">
                  <c:v>0.1449</c:v>
                </c:pt>
                <c:pt idx="1048">
                  <c:v>0.129</c:v>
                </c:pt>
                <c:pt idx="1049">
                  <c:v>0.149</c:v>
                </c:pt>
                <c:pt idx="1050">
                  <c:v>0.137</c:v>
                </c:pt>
                <c:pt idx="1051">
                  <c:v>0.145</c:v>
                </c:pt>
                <c:pt idx="1052">
                  <c:v>0.137</c:v>
                </c:pt>
                <c:pt idx="1053">
                  <c:v>0.1411</c:v>
                </c:pt>
                <c:pt idx="1054">
                  <c:v>0.1371</c:v>
                </c:pt>
                <c:pt idx="1055">
                  <c:v>0.1573</c:v>
                </c:pt>
                <c:pt idx="1056">
                  <c:v>0.1366</c:v>
                </c:pt>
                <c:pt idx="1057">
                  <c:v>0.16</c:v>
                </c:pt>
                <c:pt idx="1058">
                  <c:v>0.1367</c:v>
                </c:pt>
                <c:pt idx="1059">
                  <c:v>0.125</c:v>
                </c:pt>
                <c:pt idx="1060">
                  <c:v>0.1407</c:v>
                </c:pt>
                <c:pt idx="1061">
                  <c:v>0.1524</c:v>
                </c:pt>
                <c:pt idx="1062">
                  <c:v>0.1328</c:v>
                </c:pt>
                <c:pt idx="1063">
                  <c:v>0.1289</c:v>
                </c:pt>
                <c:pt idx="1064">
                  <c:v>0.1368</c:v>
                </c:pt>
                <c:pt idx="1065">
                  <c:v>0.1448</c:v>
                </c:pt>
                <c:pt idx="1066">
                  <c:v>0.1646</c:v>
                </c:pt>
                <c:pt idx="1067">
                  <c:v>0.1488</c:v>
                </c:pt>
                <c:pt idx="1068">
                  <c:v>0.1489</c:v>
                </c:pt>
                <c:pt idx="1070">
                  <c:v>0.1449</c:v>
                </c:pt>
                <c:pt idx="1071">
                  <c:v>0.141</c:v>
                </c:pt>
                <c:pt idx="1072">
                  <c:v>0.145</c:v>
                </c:pt>
                <c:pt idx="1073">
                  <c:v>0.1451</c:v>
                </c:pt>
                <c:pt idx="1074">
                  <c:v>0.1612</c:v>
                </c:pt>
                <c:pt idx="1075">
                  <c:v>0.1492</c:v>
                </c:pt>
                <c:pt idx="1076">
                  <c:v>0.1532</c:v>
                </c:pt>
                <c:pt idx="1077">
                  <c:v>0.1776</c:v>
                </c:pt>
                <c:pt idx="1078">
                  <c:v>0.1697</c:v>
                </c:pt>
                <c:pt idx="1079">
                  <c:v>0.1453</c:v>
                </c:pt>
                <c:pt idx="1080">
                  <c:v>0.1494</c:v>
                </c:pt>
                <c:pt idx="1081">
                  <c:v>0.1523</c:v>
                </c:pt>
                <c:pt idx="1082">
                  <c:v>0.1524</c:v>
                </c:pt>
                <c:pt idx="1083">
                  <c:v>0.1721</c:v>
                </c:pt>
                <c:pt idx="1084">
                  <c:v>0.1682</c:v>
                </c:pt>
                <c:pt idx="1085">
                  <c:v>0.1683</c:v>
                </c:pt>
                <c:pt idx="1086">
                  <c:v>0.1486</c:v>
                </c:pt>
                <c:pt idx="1087">
                  <c:v>0.1566</c:v>
                </c:pt>
                <c:pt idx="1088">
                  <c:v>0.1646</c:v>
                </c:pt>
                <c:pt idx="1089">
                  <c:v>0.1726</c:v>
                </c:pt>
                <c:pt idx="1090">
                  <c:v>0.1887</c:v>
                </c:pt>
                <c:pt idx="1091">
                  <c:v>0.1887</c:v>
                </c:pt>
                <c:pt idx="1092">
                  <c:v>0.1768</c:v>
                </c:pt>
                <c:pt idx="1093">
                  <c:v>0.181</c:v>
                </c:pt>
                <c:pt idx="1094">
                  <c:v>0.1851</c:v>
                </c:pt>
                <c:pt idx="1095">
                  <c:v>0.1812</c:v>
                </c:pt>
                <c:pt idx="1096">
                  <c:v>0.1773</c:v>
                </c:pt>
                <c:pt idx="1097">
                  <c:v>0.1612</c:v>
                </c:pt>
                <c:pt idx="1098">
                  <c:v>0.1573</c:v>
                </c:pt>
                <c:pt idx="1099">
                  <c:v>0.1638</c:v>
                </c:pt>
                <c:pt idx="1100">
                  <c:v>0.16</c:v>
                </c:pt>
                <c:pt idx="1101">
                  <c:v>0.1679</c:v>
                </c:pt>
                <c:pt idx="1102">
                  <c:v>0.1679</c:v>
                </c:pt>
                <c:pt idx="1103">
                  <c:v>0.1563</c:v>
                </c:pt>
                <c:pt idx="1104">
                  <c:v>0.1446</c:v>
                </c:pt>
                <c:pt idx="1105">
                  <c:v>0.176</c:v>
                </c:pt>
                <c:pt idx="1106">
                  <c:v>0.1722</c:v>
                </c:pt>
                <c:pt idx="1107">
                  <c:v>0.1525</c:v>
                </c:pt>
                <c:pt idx="1108">
                  <c:v>0.1487</c:v>
                </c:pt>
                <c:pt idx="1109">
                  <c:v>0.1487</c:v>
                </c:pt>
                <c:pt idx="1110">
                  <c:v>0.1567</c:v>
                </c:pt>
                <c:pt idx="1111">
                  <c:v>0.1488</c:v>
                </c:pt>
                <c:pt idx="1112">
                  <c:v>0.1369</c:v>
                </c:pt>
                <c:pt idx="1113">
                  <c:v>0.125</c:v>
                </c:pt>
                <c:pt idx="1114">
                  <c:v>0.121</c:v>
                </c:pt>
                <c:pt idx="1115">
                  <c:v>0.121</c:v>
                </c:pt>
                <c:pt idx="1116">
                  <c:v>0.125</c:v>
                </c:pt>
                <c:pt idx="1117">
                  <c:v>0.125</c:v>
                </c:pt>
                <c:pt idx="1118">
                  <c:v>0.1129</c:v>
                </c:pt>
                <c:pt idx="1119">
                  <c:v>0.125</c:v>
                </c:pt>
                <c:pt idx="1120">
                  <c:v>0.121</c:v>
                </c:pt>
                <c:pt idx="1121">
                  <c:v>0.1331</c:v>
                </c:pt>
                <c:pt idx="1122">
                  <c:v>0.1209</c:v>
                </c:pt>
                <c:pt idx="1123">
                  <c:v>0.1209</c:v>
                </c:pt>
                <c:pt idx="1125">
                  <c:v>0.1289</c:v>
                </c:pt>
                <c:pt idx="1126">
                  <c:v>0.1328</c:v>
                </c:pt>
                <c:pt idx="1127">
                  <c:v>0.125</c:v>
                </c:pt>
                <c:pt idx="1128">
                  <c:v>0.1211</c:v>
                </c:pt>
                <c:pt idx="1129">
                  <c:v>0.1211</c:v>
                </c:pt>
                <c:pt idx="1131">
                  <c:v>0.125</c:v>
                </c:pt>
                <c:pt idx="1132">
                  <c:v>0.125</c:v>
                </c:pt>
                <c:pt idx="1133">
                  <c:v>0.1448</c:v>
                </c:pt>
                <c:pt idx="1134">
                  <c:v>0.1408</c:v>
                </c:pt>
                <c:pt idx="1135">
                  <c:v>0.1369</c:v>
                </c:pt>
                <c:pt idx="1136">
                  <c:v>0.1489</c:v>
                </c:pt>
                <c:pt idx="1137">
                  <c:v>0.1449</c:v>
                </c:pt>
                <c:pt idx="1138">
                  <c:v>0.1489</c:v>
                </c:pt>
                <c:pt idx="1139">
                  <c:v>0.145</c:v>
                </c:pt>
                <c:pt idx="1140">
                  <c:v>0.129</c:v>
                </c:pt>
                <c:pt idx="1141">
                  <c:v>0.129</c:v>
                </c:pt>
                <c:pt idx="1142">
                  <c:v>0.1411</c:v>
                </c:pt>
                <c:pt idx="1143">
                  <c:v>0.1451</c:v>
                </c:pt>
                <c:pt idx="1144">
                  <c:v>0.129</c:v>
                </c:pt>
                <c:pt idx="1145">
                  <c:v>0.125</c:v>
                </c:pt>
                <c:pt idx="1146">
                  <c:v>0.125</c:v>
                </c:pt>
                <c:pt idx="1147">
                  <c:v>0.125</c:v>
                </c:pt>
                <c:pt idx="1148">
                  <c:v>0.1172</c:v>
                </c:pt>
                <c:pt idx="1149">
                  <c:v>0.125</c:v>
                </c:pt>
                <c:pt idx="1150">
                  <c:v>0.1093</c:v>
                </c:pt>
                <c:pt idx="1151">
                  <c:v>0.1132</c:v>
                </c:pt>
                <c:pt idx="1152">
                  <c:v>0.1132</c:v>
                </c:pt>
                <c:pt idx="1153">
                  <c:v>0.1171</c:v>
                </c:pt>
                <c:pt idx="1154">
                  <c:v>0.125</c:v>
                </c:pt>
                <c:pt idx="1155">
                  <c:v>0.1131</c:v>
                </c:pt>
                <c:pt idx="1156">
                  <c:v>0.1092</c:v>
                </c:pt>
                <c:pt idx="1157">
                  <c:v>0.1091</c:v>
                </c:pt>
                <c:pt idx="1158">
                  <c:v>0.1091</c:v>
                </c:pt>
                <c:pt idx="1159">
                  <c:v>0.117</c:v>
                </c:pt>
                <c:pt idx="1160">
                  <c:v>0.109</c:v>
                </c:pt>
                <c:pt idx="1161">
                  <c:v>0.109</c:v>
                </c:pt>
                <c:pt idx="1162">
                  <c:v>0.125</c:v>
                </c:pt>
                <c:pt idx="1163">
                  <c:v>0.1049</c:v>
                </c:pt>
                <c:pt idx="1164">
                  <c:v>0.1049</c:v>
                </c:pt>
                <c:pt idx="1165">
                  <c:v>0.1169</c:v>
                </c:pt>
                <c:pt idx="1166">
                  <c:v>0.1129</c:v>
                </c:pt>
                <c:pt idx="1167">
                  <c:v>0.1169</c:v>
                </c:pt>
                <c:pt idx="1168">
                  <c:v>0.1289</c:v>
                </c:pt>
                <c:pt idx="1169">
                  <c:v>0.1758</c:v>
                </c:pt>
                <c:pt idx="1170">
                  <c:v>0.1211</c:v>
                </c:pt>
                <c:pt idx="1171">
                  <c:v>0.1211</c:v>
                </c:pt>
                <c:pt idx="1172">
                  <c:v>0.1093</c:v>
                </c:pt>
                <c:pt idx="1173">
                  <c:v>0.1486</c:v>
                </c:pt>
                <c:pt idx="1174">
                  <c:v>0.1408</c:v>
                </c:pt>
                <c:pt idx="1175">
                  <c:v>0.1369</c:v>
                </c:pt>
                <c:pt idx="1176">
                  <c:v>0.1686</c:v>
                </c:pt>
                <c:pt idx="1177">
                  <c:v>0.1647</c:v>
                </c:pt>
                <c:pt idx="1178">
                  <c:v>0.1608</c:v>
                </c:pt>
                <c:pt idx="1179">
                  <c:v>0.1489</c:v>
                </c:pt>
                <c:pt idx="1180">
                  <c:v>0.149</c:v>
                </c:pt>
                <c:pt idx="1181">
                  <c:v>0.149</c:v>
                </c:pt>
                <c:pt idx="1182">
                  <c:v>0.153</c:v>
                </c:pt>
                <c:pt idx="1183">
                  <c:v>0.141</c:v>
                </c:pt>
                <c:pt idx="1184">
                  <c:v>0.1571</c:v>
                </c:pt>
                <c:pt idx="1185">
                  <c:v>0.1613</c:v>
                </c:pt>
                <c:pt idx="1186">
                  <c:v>0.1533</c:v>
                </c:pt>
                <c:pt idx="1187">
                  <c:v>0.1452</c:v>
                </c:pt>
                <c:pt idx="1188">
                  <c:v>0.1522</c:v>
                </c:pt>
                <c:pt idx="1189">
                  <c:v>0.1444</c:v>
                </c:pt>
                <c:pt idx="1190">
                  <c:v>0.1445</c:v>
                </c:pt>
                <c:pt idx="1191">
                  <c:v>0.1406</c:v>
                </c:pt>
                <c:pt idx="1192">
                  <c:v>0.1485</c:v>
                </c:pt>
                <c:pt idx="1193">
                  <c:v>0.1642</c:v>
                </c:pt>
                <c:pt idx="1194">
                  <c:v>0.1603</c:v>
                </c:pt>
                <c:pt idx="1195">
                  <c:v>0.1881</c:v>
                </c:pt>
                <c:pt idx="1196">
                  <c:v>0.1566</c:v>
                </c:pt>
                <c:pt idx="1197">
                  <c:v>0.1566</c:v>
                </c:pt>
                <c:pt idx="1198">
                  <c:v>0.1646</c:v>
                </c:pt>
                <c:pt idx="1199">
                  <c:v>0.1527</c:v>
                </c:pt>
                <c:pt idx="1200">
                  <c:v>0.1529</c:v>
                </c:pt>
                <c:pt idx="1201">
                  <c:v>0.1728</c:v>
                </c:pt>
                <c:pt idx="1202">
                  <c:v>0.1569</c:v>
                </c:pt>
                <c:pt idx="1203">
                  <c:v>0.157</c:v>
                </c:pt>
                <c:pt idx="1204">
                  <c:v>0.153</c:v>
                </c:pt>
                <c:pt idx="1205">
                  <c:v>0.1571</c:v>
                </c:pt>
                <c:pt idx="1206">
                  <c:v>0.1652</c:v>
                </c:pt>
                <c:pt idx="1207">
                  <c:v>0.1492</c:v>
                </c:pt>
                <c:pt idx="1208">
                  <c:v>0.1532</c:v>
                </c:pt>
                <c:pt idx="1209">
                  <c:v>0.1452</c:v>
                </c:pt>
                <c:pt idx="1210">
                  <c:v>0.1575</c:v>
                </c:pt>
                <c:pt idx="1211">
                  <c:v>0.1697</c:v>
                </c:pt>
                <c:pt idx="1212">
                  <c:v>0.1758</c:v>
                </c:pt>
                <c:pt idx="1213">
                  <c:v>0.1641</c:v>
                </c:pt>
                <c:pt idx="1214">
                  <c:v>0.1602</c:v>
                </c:pt>
                <c:pt idx="1215">
                  <c:v>0.1604</c:v>
                </c:pt>
                <c:pt idx="1216">
                  <c:v>0.1644</c:v>
                </c:pt>
                <c:pt idx="1217">
                  <c:v>0.1644</c:v>
                </c:pt>
                <c:pt idx="1218">
                  <c:v>0.1566</c:v>
                </c:pt>
                <c:pt idx="1219">
                  <c:v>0.1606</c:v>
                </c:pt>
                <c:pt idx="1220">
                  <c:v>0.1488</c:v>
                </c:pt>
                <c:pt idx="1221">
                  <c:v>0.1568</c:v>
                </c:pt>
                <c:pt idx="1222">
                  <c:v>0.1608</c:v>
                </c:pt>
                <c:pt idx="1223">
                  <c:v>0.1569</c:v>
                </c:pt>
                <c:pt idx="1224">
                  <c:v>0.1569</c:v>
                </c:pt>
                <c:pt idx="1225">
                  <c:v>0.153</c:v>
                </c:pt>
                <c:pt idx="1226">
                  <c:v>0.1491</c:v>
                </c:pt>
                <c:pt idx="1227">
                  <c:v>0.1571</c:v>
                </c:pt>
                <c:pt idx="1228">
                  <c:v>0.1612</c:v>
                </c:pt>
                <c:pt idx="1229">
                  <c:v>0.1532</c:v>
                </c:pt>
                <c:pt idx="1230">
                  <c:v>0.1533</c:v>
                </c:pt>
                <c:pt idx="1231">
                  <c:v>0.1493</c:v>
                </c:pt>
                <c:pt idx="1232">
                  <c:v>0.1493</c:v>
                </c:pt>
                <c:pt idx="1233">
                  <c:v>0.1522</c:v>
                </c:pt>
                <c:pt idx="1234">
                  <c:v>0.1523</c:v>
                </c:pt>
                <c:pt idx="1235">
                  <c:v>0.1407</c:v>
                </c:pt>
                <c:pt idx="1236">
                  <c:v>0.1407</c:v>
                </c:pt>
                <c:pt idx="1237">
                  <c:v>0.1485</c:v>
                </c:pt>
                <c:pt idx="1238">
                  <c:v>0.1368</c:v>
                </c:pt>
                <c:pt idx="1239">
                  <c:v>0.1644</c:v>
                </c:pt>
                <c:pt idx="1240">
                  <c:v>0.1527</c:v>
                </c:pt>
                <c:pt idx="1241">
                  <c:v>0.1606</c:v>
                </c:pt>
                <c:pt idx="1242">
                  <c:v>0.1567</c:v>
                </c:pt>
                <c:pt idx="1243">
                  <c:v>0.1488</c:v>
                </c:pt>
                <c:pt idx="1244">
                  <c:v>0.1528</c:v>
                </c:pt>
                <c:pt idx="1245">
                  <c:v>0.1489</c:v>
                </c:pt>
                <c:pt idx="1246">
                  <c:v>0.161</c:v>
                </c:pt>
                <c:pt idx="1247">
                  <c:v>0.161</c:v>
                </c:pt>
                <c:pt idx="1248">
                  <c:v>0.2132</c:v>
                </c:pt>
                <c:pt idx="1249">
                  <c:v>0.2174</c:v>
                </c:pt>
                <c:pt idx="1250">
                  <c:v>0.2541</c:v>
                </c:pt>
                <c:pt idx="1251">
                  <c:v>0.2462</c:v>
                </c:pt>
                <c:pt idx="1252">
                  <c:v>0.2342</c:v>
                </c:pt>
                <c:pt idx="1253">
                  <c:v>0.2649</c:v>
                </c:pt>
                <c:pt idx="1254">
                  <c:v>0.2651</c:v>
                </c:pt>
                <c:pt idx="1255">
                  <c:v>0.2775</c:v>
                </c:pt>
                <c:pt idx="1256">
                  <c:v>0.2502</c:v>
                </c:pt>
                <c:pt idx="1257">
                  <c:v>0.2582</c:v>
                </c:pt>
                <c:pt idx="1258">
                  <c:v>0.2545</c:v>
                </c:pt>
                <c:pt idx="1259">
                  <c:v>0.2547</c:v>
                </c:pt>
                <c:pt idx="1260">
                  <c:v>0.2435</c:v>
                </c:pt>
                <c:pt idx="1261">
                  <c:v>0.2435</c:v>
                </c:pt>
                <c:pt idx="1262">
                  <c:v>0.2199</c:v>
                </c:pt>
                <c:pt idx="1263">
                  <c:v>0.22</c:v>
                </c:pt>
                <c:pt idx="1264">
                  <c:v>0.1964</c:v>
                </c:pt>
                <c:pt idx="1265">
                  <c:v>0.2166</c:v>
                </c:pt>
                <c:pt idx="1266">
                  <c:v>0.2287</c:v>
                </c:pt>
                <c:pt idx="1267">
                  <c:v>0.2688</c:v>
                </c:pt>
                <c:pt idx="1268">
                  <c:v>0.225</c:v>
                </c:pt>
                <c:pt idx="1269">
                  <c:v>0.2291</c:v>
                </c:pt>
                <c:pt idx="1270">
                  <c:v>0.2336</c:v>
                </c:pt>
                <c:pt idx="1271">
                  <c:v>0.2176</c:v>
                </c:pt>
                <c:pt idx="1272">
                  <c:v>0.1976</c:v>
                </c:pt>
                <c:pt idx="1273">
                  <c:v>0.2098</c:v>
                </c:pt>
                <c:pt idx="1274">
                  <c:v>0.211</c:v>
                </c:pt>
                <c:pt idx="1275">
                  <c:v>0.2062</c:v>
                </c:pt>
                <c:pt idx="1276">
                  <c:v>0.2063</c:v>
                </c:pt>
                <c:pt idx="1277">
                  <c:v>0.2069</c:v>
                </c:pt>
                <c:pt idx="1278">
                  <c:v>0.2109</c:v>
                </c:pt>
                <c:pt idx="1279">
                  <c:v>0.2032</c:v>
                </c:pt>
                <c:pt idx="1280">
                  <c:v>0.1878</c:v>
                </c:pt>
                <c:pt idx="1281">
                  <c:v>0.1722</c:v>
                </c:pt>
                <c:pt idx="1282">
                  <c:v>0.1762</c:v>
                </c:pt>
                <c:pt idx="1283">
                  <c:v>0.1802</c:v>
                </c:pt>
                <c:pt idx="1284">
                  <c:v>0.2079</c:v>
                </c:pt>
                <c:pt idx="1285">
                  <c:v>0.2122</c:v>
                </c:pt>
                <c:pt idx="1286">
                  <c:v>0.2243</c:v>
                </c:pt>
                <c:pt idx="1287">
                  <c:v>0.2403</c:v>
                </c:pt>
                <c:pt idx="1288">
                  <c:v>0.2166</c:v>
                </c:pt>
                <c:pt idx="1289">
                  <c:v>0.2247</c:v>
                </c:pt>
                <c:pt idx="1290">
                  <c:v>0.2131</c:v>
                </c:pt>
                <c:pt idx="1291">
                  <c:v>0.2092</c:v>
                </c:pt>
                <c:pt idx="1292">
                  <c:v>0.2093</c:v>
                </c:pt>
                <c:pt idx="1293">
                  <c:v>0.2134</c:v>
                </c:pt>
                <c:pt idx="1294">
                  <c:v>0.2176</c:v>
                </c:pt>
                <c:pt idx="1295">
                  <c:v>0.2261</c:v>
                </c:pt>
                <c:pt idx="1296">
                  <c:v>0.2222</c:v>
                </c:pt>
                <c:pt idx="1297">
                  <c:v>0.2304</c:v>
                </c:pt>
                <c:pt idx="1298">
                  <c:v>0.2418</c:v>
                </c:pt>
                <c:pt idx="1299">
                  <c:v>0.238</c:v>
                </c:pt>
                <c:pt idx="1300">
                  <c:v>0.2306</c:v>
                </c:pt>
                <c:pt idx="1301">
                  <c:v>0.2072</c:v>
                </c:pt>
                <c:pt idx="1302">
                  <c:v>0.2074</c:v>
                </c:pt>
                <c:pt idx="1303">
                  <c:v>0.2114</c:v>
                </c:pt>
                <c:pt idx="1304">
                  <c:v>0.2115</c:v>
                </c:pt>
                <c:pt idx="1305">
                  <c:v>0.208</c:v>
                </c:pt>
                <c:pt idx="1306">
                  <c:v>0.208</c:v>
                </c:pt>
                <c:pt idx="1307">
                  <c:v>0.224</c:v>
                </c:pt>
                <c:pt idx="1308">
                  <c:v>0.2202</c:v>
                </c:pt>
                <c:pt idx="1309">
                  <c:v>0.2084</c:v>
                </c:pt>
                <c:pt idx="1310">
                  <c:v>0.2207</c:v>
                </c:pt>
                <c:pt idx="1311">
                  <c:v>0.2169</c:v>
                </c:pt>
                <c:pt idx="1312">
                  <c:v>0.217</c:v>
                </c:pt>
                <c:pt idx="1313">
                  <c:v>0.2171</c:v>
                </c:pt>
                <c:pt idx="1314">
                  <c:v>0.2213</c:v>
                </c:pt>
                <c:pt idx="1315">
                  <c:v>0.2217</c:v>
                </c:pt>
                <c:pt idx="1316">
                  <c:v>0.2218</c:v>
                </c:pt>
                <c:pt idx="1317">
                  <c:v>0.2139</c:v>
                </c:pt>
                <c:pt idx="1318">
                  <c:v>0.2423</c:v>
                </c:pt>
                <c:pt idx="1319">
                  <c:v>0.2628</c:v>
                </c:pt>
                <c:pt idx="1320">
                  <c:v>0.2797</c:v>
                </c:pt>
                <c:pt idx="1321">
                  <c:v>0.2799</c:v>
                </c:pt>
                <c:pt idx="1322">
                  <c:v>0.3048</c:v>
                </c:pt>
                <c:pt idx="1323">
                  <c:v>0.297</c:v>
                </c:pt>
                <c:pt idx="1324">
                  <c:v>0.2814</c:v>
                </c:pt>
                <c:pt idx="1325">
                  <c:v>0.2697</c:v>
                </c:pt>
                <c:pt idx="1326">
                  <c:v>0.2737</c:v>
                </c:pt>
                <c:pt idx="1327">
                  <c:v>0.2856</c:v>
                </c:pt>
                <c:pt idx="1328">
                  <c:v>0.3015</c:v>
                </c:pt>
                <c:pt idx="1329">
                  <c:v>0.3134</c:v>
                </c:pt>
                <c:pt idx="1330">
                  <c:v>0.3138</c:v>
                </c:pt>
                <c:pt idx="1331">
                  <c:v>0.3138</c:v>
                </c:pt>
                <c:pt idx="1332">
                  <c:v>0.3419</c:v>
                </c:pt>
                <c:pt idx="1333">
                  <c:v>0.366</c:v>
                </c:pt>
                <c:pt idx="1334">
                  <c:v>0.3622</c:v>
                </c:pt>
                <c:pt idx="1335">
                  <c:v>0.3949</c:v>
                </c:pt>
                <c:pt idx="1336">
                  <c:v>0.4314</c:v>
                </c:pt>
                <c:pt idx="1337">
                  <c:v>0.3953</c:v>
                </c:pt>
                <c:pt idx="1338">
                  <c:v>0.3914</c:v>
                </c:pt>
                <c:pt idx="1339">
                  <c:v>0.4606</c:v>
                </c:pt>
                <c:pt idx="1340">
                  <c:v>0.4574</c:v>
                </c:pt>
                <c:pt idx="1341">
                  <c:v>0.4414</c:v>
                </c:pt>
                <c:pt idx="1342">
                  <c:v>0.4499</c:v>
                </c:pt>
                <c:pt idx="1343">
                  <c:v>0.5042</c:v>
                </c:pt>
                <c:pt idx="1344">
                  <c:v>0.4847</c:v>
                </c:pt>
                <c:pt idx="1345">
                  <c:v>0.501</c:v>
                </c:pt>
                <c:pt idx="1346">
                  <c:v>0.5051</c:v>
                </c:pt>
                <c:pt idx="1347">
                  <c:v>0.4499</c:v>
                </c:pt>
                <c:pt idx="1348">
                  <c:v>0.4738</c:v>
                </c:pt>
                <c:pt idx="1349">
                  <c:v>0.4185</c:v>
                </c:pt>
                <c:pt idx="1350">
                  <c:v>0.3988</c:v>
                </c:pt>
                <c:pt idx="1351">
                  <c:v>0.4426</c:v>
                </c:pt>
                <c:pt idx="1352">
                  <c:v>0.4307</c:v>
                </c:pt>
                <c:pt idx="1353">
                  <c:v>0.5149</c:v>
                </c:pt>
                <c:pt idx="1354">
                  <c:v>0.5149</c:v>
                </c:pt>
                <c:pt idx="1355">
                  <c:v>0.5235</c:v>
                </c:pt>
                <c:pt idx="1356">
                  <c:v>0.5197</c:v>
                </c:pt>
                <c:pt idx="1357">
                  <c:v>0.5239</c:v>
                </c:pt>
                <c:pt idx="1358">
                  <c:v>0.4999</c:v>
                </c:pt>
                <c:pt idx="1359">
                  <c:v>0.5042</c:v>
                </c:pt>
                <c:pt idx="1360">
                  <c:v>0.5169</c:v>
                </c:pt>
                <c:pt idx="1361">
                  <c:v>0.5944</c:v>
                </c:pt>
                <c:pt idx="1362">
                  <c:v>0.6211</c:v>
                </c:pt>
                <c:pt idx="1363">
                  <c:v>0.6449</c:v>
                </c:pt>
                <c:pt idx="1364">
                  <c:v>0.6449</c:v>
                </c:pt>
                <c:pt idx="1365">
                  <c:v>0.5039</c:v>
                </c:pt>
                <c:pt idx="1366">
                  <c:v>0.4882</c:v>
                </c:pt>
                <c:pt idx="1367">
                  <c:v>0.4607</c:v>
                </c:pt>
                <c:pt idx="1368">
                  <c:v>0.5552</c:v>
                </c:pt>
                <c:pt idx="1369">
                  <c:v>0.6225</c:v>
                </c:pt>
                <c:pt idx="1370">
                  <c:v>0.5952</c:v>
                </c:pt>
                <c:pt idx="1371">
                  <c:v>0.6431</c:v>
                </c:pt>
                <c:pt idx="1372">
                  <c:v>0.6952</c:v>
                </c:pt>
                <c:pt idx="1373">
                  <c:v>0.6875</c:v>
                </c:pt>
                <c:pt idx="1374">
                  <c:v>0.6957</c:v>
                </c:pt>
                <c:pt idx="1375">
                  <c:v>0.6604</c:v>
                </c:pt>
                <c:pt idx="1376">
                  <c:v>0.6324</c:v>
                </c:pt>
                <c:pt idx="1377">
                  <c:v>0.6608</c:v>
                </c:pt>
                <c:pt idx="1378">
                  <c:v>0.661</c:v>
                </c:pt>
                <c:pt idx="1379">
                  <c:v>0.6088</c:v>
                </c:pt>
                <c:pt idx="1380">
                  <c:v>0.6336</c:v>
                </c:pt>
                <c:pt idx="1381">
                  <c:v>0.6337</c:v>
                </c:pt>
                <c:pt idx="1382">
                  <c:v>0.6583</c:v>
                </c:pt>
                <c:pt idx="1383">
                  <c:v>0.6708</c:v>
                </c:pt>
                <c:pt idx="1384">
                  <c:v>0.6914</c:v>
                </c:pt>
                <c:pt idx="1385">
                  <c:v>0.6914</c:v>
                </c:pt>
                <c:pt idx="1387">
                  <c:v>0.7048</c:v>
                </c:pt>
                <c:pt idx="1388">
                  <c:v>0.7539</c:v>
                </c:pt>
                <c:pt idx="1389">
                  <c:v>0.75</c:v>
                </c:pt>
                <c:pt idx="1390">
                  <c:v>0.7303</c:v>
                </c:pt>
                <c:pt idx="1391">
                  <c:v>0.7302</c:v>
                </c:pt>
                <c:pt idx="1393">
                  <c:v>0.7738</c:v>
                </c:pt>
                <c:pt idx="1394">
                  <c:v>0.7579</c:v>
                </c:pt>
                <c:pt idx="1395">
                  <c:v>0.8415</c:v>
                </c:pt>
                <c:pt idx="1396">
                  <c:v>0.8696</c:v>
                </c:pt>
                <c:pt idx="1397">
                  <c:v>0.8661</c:v>
                </c:pt>
                <c:pt idx="1399">
                  <c:v>0.8984</c:v>
                </c:pt>
                <c:pt idx="1400">
                  <c:v>0.8865</c:v>
                </c:pt>
                <c:pt idx="1401">
                  <c:v>0.9149</c:v>
                </c:pt>
                <c:pt idx="1402">
                  <c:v>0.8949</c:v>
                </c:pt>
                <c:pt idx="1403">
                  <c:v>0.9607</c:v>
                </c:pt>
                <c:pt idx="1404">
                  <c:v>0.9607</c:v>
                </c:pt>
                <c:pt idx="1405">
                  <c:v>1.0466</c:v>
                </c:pt>
                <c:pt idx="1406">
                  <c:v>1.0551</c:v>
                </c:pt>
                <c:pt idx="1407">
                  <c:v>1.031</c:v>
                </c:pt>
                <c:pt idx="1408">
                  <c:v>1.0158</c:v>
                </c:pt>
                <c:pt idx="1409">
                  <c:v>0.9874</c:v>
                </c:pt>
                <c:pt idx="1410">
                  <c:v>1.0165</c:v>
                </c:pt>
                <c:pt idx="1411">
                  <c:v>1.147</c:v>
                </c:pt>
                <c:pt idx="1412">
                  <c:v>1.1909</c:v>
                </c:pt>
                <c:pt idx="1413">
                  <c:v>1.1643</c:v>
                </c:pt>
                <c:pt idx="1414">
                  <c:v>1.1806</c:v>
                </c:pt>
                <c:pt idx="1415">
                  <c:v>1.1691</c:v>
                </c:pt>
                <c:pt idx="1416">
                  <c:v>1.1535</c:v>
                </c:pt>
                <c:pt idx="1417">
                  <c:v>1.1979</c:v>
                </c:pt>
                <c:pt idx="1418">
                  <c:v>1.316</c:v>
                </c:pt>
                <c:pt idx="1419">
                  <c:v>1.2924</c:v>
                </c:pt>
                <c:pt idx="1420">
                  <c:v>1.3455</c:v>
                </c:pt>
                <c:pt idx="1421">
                  <c:v>1.3583</c:v>
                </c:pt>
                <c:pt idx="1422">
                  <c:v>1.5868</c:v>
                </c:pt>
                <c:pt idx="1423">
                  <c:v>1.5161</c:v>
                </c:pt>
                <c:pt idx="1424">
                  <c:v>1.5826</c:v>
                </c:pt>
                <c:pt idx="1425">
                  <c:v>1.5712</c:v>
                </c:pt>
                <c:pt idx="1426">
                  <c:v>1.5229</c:v>
                </c:pt>
                <c:pt idx="1427">
                  <c:v>1.4704</c:v>
                </c:pt>
                <c:pt idx="1428">
                  <c:v>1.4696</c:v>
                </c:pt>
                <c:pt idx="1429">
                  <c:v>1.4696</c:v>
                </c:pt>
                <c:pt idx="1430">
                  <c:v>1.5615</c:v>
                </c:pt>
                <c:pt idx="1431">
                  <c:v>1.6071</c:v>
                </c:pt>
                <c:pt idx="1432">
                  <c:v>1.5873</c:v>
                </c:pt>
                <c:pt idx="1433">
                  <c:v>1.5757</c:v>
                </c:pt>
                <c:pt idx="1434">
                  <c:v>1.4323</c:v>
                </c:pt>
                <c:pt idx="1435">
                  <c:v>1.3486</c:v>
                </c:pt>
                <c:pt idx="1436">
                  <c:v>1.516</c:v>
                </c:pt>
                <c:pt idx="1437">
                  <c:v>1.54</c:v>
                </c:pt>
                <c:pt idx="1438">
                  <c:v>1.4879</c:v>
                </c:pt>
                <c:pt idx="1439">
                  <c:v>1.5482</c:v>
                </c:pt>
                <c:pt idx="1440">
                  <c:v>1.6048</c:v>
                </c:pt>
                <c:pt idx="1441">
                  <c:v>1.6778</c:v>
                </c:pt>
                <c:pt idx="1442">
                  <c:v>1.7024</c:v>
                </c:pt>
                <c:pt idx="1443">
                  <c:v>1.7521</c:v>
                </c:pt>
                <c:pt idx="1444">
                  <c:v>1.867</c:v>
                </c:pt>
                <c:pt idx="1445">
                  <c:v>1.8675</c:v>
                </c:pt>
                <c:pt idx="1446">
                  <c:v>1.9544</c:v>
                </c:pt>
                <c:pt idx="1447">
                  <c:v>1.922</c:v>
                </c:pt>
                <c:pt idx="1448">
                  <c:v>1.9444</c:v>
                </c:pt>
                <c:pt idx="1449">
                  <c:v>2.1236</c:v>
                </c:pt>
                <c:pt idx="1450">
                  <c:v>2.1745</c:v>
                </c:pt>
                <c:pt idx="1451">
                  <c:v>2.1087</c:v>
                </c:pt>
                <c:pt idx="1452">
                  <c:v>2.1346</c:v>
                </c:pt>
                <c:pt idx="1453">
                  <c:v>2.2802</c:v>
                </c:pt>
                <c:pt idx="1454">
                  <c:v>2.3403</c:v>
                </c:pt>
                <c:pt idx="1455">
                  <c:v>2.3746</c:v>
                </c:pt>
                <c:pt idx="1456">
                  <c:v>2.3103</c:v>
                </c:pt>
                <c:pt idx="1457">
                  <c:v>2.3426</c:v>
                </c:pt>
                <c:pt idx="1458">
                  <c:v>2.4645</c:v>
                </c:pt>
                <c:pt idx="1459">
                  <c:v>2.4323</c:v>
                </c:pt>
                <c:pt idx="1460">
                  <c:v>2.5302</c:v>
                </c:pt>
                <c:pt idx="1461">
                  <c:v>2.4857</c:v>
                </c:pt>
                <c:pt idx="1462">
                  <c:v>2.4697</c:v>
                </c:pt>
                <c:pt idx="1463">
                  <c:v>2.5238</c:v>
                </c:pt>
                <c:pt idx="1464">
                  <c:v>2.4954</c:v>
                </c:pt>
                <c:pt idx="1465">
                  <c:v>2.4136</c:v>
                </c:pt>
                <c:pt idx="1466">
                  <c:v>2.3522</c:v>
                </c:pt>
                <c:pt idx="1467">
                  <c:v>2.4511</c:v>
                </c:pt>
                <c:pt idx="1468">
                  <c:v>2.4511</c:v>
                </c:pt>
                <c:pt idx="1469">
                  <c:v>2.4687</c:v>
                </c:pt>
                <c:pt idx="1470">
                  <c:v>2.6019</c:v>
                </c:pt>
                <c:pt idx="1471">
                  <c:v>2.5691</c:v>
                </c:pt>
                <c:pt idx="1472">
                  <c:v>2.7031</c:v>
                </c:pt>
                <c:pt idx="1473">
                  <c:v>2.6714</c:v>
                </c:pt>
                <c:pt idx="1474">
                  <c:v>2.6257</c:v>
                </c:pt>
                <c:pt idx="1475">
                  <c:v>2.5003</c:v>
                </c:pt>
                <c:pt idx="1476">
                  <c:v>2.5806</c:v>
                </c:pt>
                <c:pt idx="1477">
                  <c:v>2.621</c:v>
                </c:pt>
                <c:pt idx="1478">
                  <c:v>2.7188</c:v>
                </c:pt>
                <c:pt idx="1479">
                  <c:v>2.7272</c:v>
                </c:pt>
                <c:pt idx="1480">
                  <c:v>2.7682</c:v>
                </c:pt>
                <c:pt idx="1481">
                  <c:v>2.6544</c:v>
                </c:pt>
                <c:pt idx="1482">
                  <c:v>2.6994</c:v>
                </c:pt>
                <c:pt idx="1483">
                  <c:v>2.7125</c:v>
                </c:pt>
                <c:pt idx="1484">
                  <c:v>2.6062</c:v>
                </c:pt>
                <c:pt idx="1485">
                  <c:v>2.6186</c:v>
                </c:pt>
                <c:pt idx="1486">
                  <c:v>2.6228</c:v>
                </c:pt>
                <c:pt idx="1487">
                  <c:v>2.5696</c:v>
                </c:pt>
                <c:pt idx="1488">
                  <c:v>2.5863</c:v>
                </c:pt>
                <c:pt idx="1489">
                  <c:v>2.5988</c:v>
                </c:pt>
                <c:pt idx="1490">
                  <c:v>2.69</c:v>
                </c:pt>
                <c:pt idx="1491">
                  <c:v>2.6819</c:v>
                </c:pt>
                <c:pt idx="1492">
                  <c:v>2.5825</c:v>
                </c:pt>
                <c:pt idx="1493">
                  <c:v>2.5703</c:v>
                </c:pt>
                <c:pt idx="1494">
                  <c:v>2.6079</c:v>
                </c:pt>
                <c:pt idx="1495">
                  <c:v>2.4996</c:v>
                </c:pt>
                <c:pt idx="1496">
                  <c:v>2.4961</c:v>
                </c:pt>
                <c:pt idx="1497">
                  <c:v>2.4841</c:v>
                </c:pt>
                <c:pt idx="1498">
                  <c:v>2.4678</c:v>
                </c:pt>
                <c:pt idx="1499">
                  <c:v>2.4678</c:v>
                </c:pt>
                <c:pt idx="1500">
                  <c:v>2.5525</c:v>
                </c:pt>
                <c:pt idx="1501">
                  <c:v>2.6619</c:v>
                </c:pt>
                <c:pt idx="1502">
                  <c:v>2.6296</c:v>
                </c:pt>
                <c:pt idx="1503">
                  <c:v>2.683</c:v>
                </c:pt>
                <c:pt idx="1504">
                  <c:v>2.72</c:v>
                </c:pt>
                <c:pt idx="1505">
                  <c:v>2.7408</c:v>
                </c:pt>
                <c:pt idx="1506">
                  <c:v>2.7657</c:v>
                </c:pt>
                <c:pt idx="1507">
                  <c:v>2.8031</c:v>
                </c:pt>
                <c:pt idx="1508">
                  <c:v>3.0694</c:v>
                </c:pt>
                <c:pt idx="1509">
                  <c:v>3.3583</c:v>
                </c:pt>
                <c:pt idx="1510">
                  <c:v>3.4225</c:v>
                </c:pt>
                <c:pt idx="1511">
                  <c:v>3.2222</c:v>
                </c:pt>
                <c:pt idx="1512">
                  <c:v>3.1059</c:v>
                </c:pt>
                <c:pt idx="1513">
                  <c:v>3.1924</c:v>
                </c:pt>
                <c:pt idx="1514">
                  <c:v>3.1924</c:v>
                </c:pt>
                <c:pt idx="1515">
                  <c:v>3.2111</c:v>
                </c:pt>
                <c:pt idx="1516">
                  <c:v>3.0517</c:v>
                </c:pt>
                <c:pt idx="1517">
                  <c:v>3.0314</c:v>
                </c:pt>
                <c:pt idx="1518">
                  <c:v>3.0759</c:v>
                </c:pt>
                <c:pt idx="1519">
                  <c:v>3.1234</c:v>
                </c:pt>
                <c:pt idx="1520">
                  <c:v>3.1338</c:v>
                </c:pt>
                <c:pt idx="1521">
                  <c:v>3.0527</c:v>
                </c:pt>
                <c:pt idx="1522">
                  <c:v>2.9635</c:v>
                </c:pt>
                <c:pt idx="1523">
                  <c:v>2.8369</c:v>
                </c:pt>
                <c:pt idx="1524">
                  <c:v>2.8369</c:v>
                </c:pt>
                <c:pt idx="1525">
                  <c:v>2.8286</c:v>
                </c:pt>
                <c:pt idx="1526">
                  <c:v>2.9834</c:v>
                </c:pt>
                <c:pt idx="1527">
                  <c:v>3.0202</c:v>
                </c:pt>
                <c:pt idx="1528">
                  <c:v>3.115</c:v>
                </c:pt>
                <c:pt idx="1529">
                  <c:v>3.0903</c:v>
                </c:pt>
                <c:pt idx="1530">
                  <c:v>3.045</c:v>
                </c:pt>
                <c:pt idx="1531">
                  <c:v>3.1527</c:v>
                </c:pt>
                <c:pt idx="1532">
                  <c:v>3.1196</c:v>
                </c:pt>
                <c:pt idx="1533">
                  <c:v>3.1284</c:v>
                </c:pt>
                <c:pt idx="1534">
                  <c:v>3.1661</c:v>
                </c:pt>
                <c:pt idx="1535">
                  <c:v>3.2458</c:v>
                </c:pt>
                <c:pt idx="1536">
                  <c:v>3.2335</c:v>
                </c:pt>
                <c:pt idx="1537">
                  <c:v>3.0997</c:v>
                </c:pt>
                <c:pt idx="1538">
                  <c:v>2.9909</c:v>
                </c:pt>
                <c:pt idx="1539">
                  <c:v>3.0329</c:v>
                </c:pt>
                <c:pt idx="1540">
                  <c:v>3.0527</c:v>
                </c:pt>
                <c:pt idx="1541">
                  <c:v>3.0244</c:v>
                </c:pt>
                <c:pt idx="1542">
                  <c:v>2.8629</c:v>
                </c:pt>
                <c:pt idx="1543">
                  <c:v>2.8838</c:v>
                </c:pt>
                <c:pt idx="1544">
                  <c:v>2.8675</c:v>
                </c:pt>
                <c:pt idx="1545">
                  <c:v>3.0374</c:v>
                </c:pt>
                <c:pt idx="1546">
                  <c:v>3.0658</c:v>
                </c:pt>
                <c:pt idx="1547">
                  <c:v>3.0537</c:v>
                </c:pt>
                <c:pt idx="1548">
                  <c:v>3.2176</c:v>
                </c:pt>
                <c:pt idx="1549">
                  <c:v>3.2055</c:v>
                </c:pt>
                <c:pt idx="1550">
                  <c:v>3.2593</c:v>
                </c:pt>
                <c:pt idx="1551">
                  <c:v>3.2101</c:v>
                </c:pt>
                <c:pt idx="1552">
                  <c:v>3.1939</c:v>
                </c:pt>
                <c:pt idx="1553">
                  <c:v>3.2567</c:v>
                </c:pt>
                <c:pt idx="1554">
                  <c:v>3.1783</c:v>
                </c:pt>
                <c:pt idx="1555">
                  <c:v>3.2407</c:v>
                </c:pt>
                <c:pt idx="1556">
                  <c:v>3.2785</c:v>
                </c:pt>
                <c:pt idx="1557">
                  <c:v>3.1914</c:v>
                </c:pt>
                <c:pt idx="1558">
                  <c:v>3.2255</c:v>
                </c:pt>
                <c:pt idx="1559">
                  <c:v>3.3138</c:v>
                </c:pt>
                <c:pt idx="1560">
                  <c:v>3.2848</c:v>
                </c:pt>
                <c:pt idx="1561">
                  <c:v>3.3917</c:v>
                </c:pt>
                <c:pt idx="1562">
                  <c:v>3.3918</c:v>
                </c:pt>
                <c:pt idx="1563">
                  <c:v>3.3841</c:v>
                </c:pt>
                <c:pt idx="1564">
                  <c:v>3.4373</c:v>
                </c:pt>
                <c:pt idx="1565">
                  <c:v>3.4334</c:v>
                </c:pt>
                <c:pt idx="1566">
                  <c:v>3.4827</c:v>
                </c:pt>
                <c:pt idx="1567">
                  <c:v>3.5158</c:v>
                </c:pt>
                <c:pt idx="1568">
                  <c:v>3.4017</c:v>
                </c:pt>
                <c:pt idx="1569">
                  <c:v>3.4017</c:v>
                </c:pt>
                <c:pt idx="1570">
                  <c:v>3.5133</c:v>
                </c:pt>
                <c:pt idx="1571">
                  <c:v>3.4433</c:v>
                </c:pt>
                <c:pt idx="1572">
                  <c:v>3.5222</c:v>
                </c:pt>
                <c:pt idx="1573">
                  <c:v>3.5606</c:v>
                </c:pt>
                <c:pt idx="1574">
                  <c:v>3.6278</c:v>
                </c:pt>
                <c:pt idx="1575">
                  <c:v>3.7455</c:v>
                </c:pt>
                <c:pt idx="1576">
                  <c:v>3.7839</c:v>
                </c:pt>
                <c:pt idx="1577">
                  <c:v>3.8773</c:v>
                </c:pt>
                <c:pt idx="1578">
                  <c:v>3.8671</c:v>
                </c:pt>
                <c:pt idx="1579">
                  <c:v>3.9273</c:v>
                </c:pt>
                <c:pt idx="1580">
                  <c:v>3.9707</c:v>
                </c:pt>
                <c:pt idx="1581">
                  <c:v>4.0399</c:v>
                </c:pt>
                <c:pt idx="1582">
                  <c:v>4.1265</c:v>
                </c:pt>
                <c:pt idx="1583">
                  <c:v>4.2119</c:v>
                </c:pt>
                <c:pt idx="1584">
                  <c:v>4.3471</c:v>
                </c:pt>
                <c:pt idx="1585">
                  <c:v>4.2871</c:v>
                </c:pt>
                <c:pt idx="1586">
                  <c:v>4.1392</c:v>
                </c:pt>
                <c:pt idx="1587">
                  <c:v>4.2171</c:v>
                </c:pt>
                <c:pt idx="1588">
                  <c:v>4.2787</c:v>
                </c:pt>
                <c:pt idx="1589">
                  <c:v>4.1093</c:v>
                </c:pt>
                <c:pt idx="1590">
                  <c:v>4.1008</c:v>
                </c:pt>
                <c:pt idx="1591">
                  <c:v>4.1378</c:v>
                </c:pt>
                <c:pt idx="1592">
                  <c:v>4.262</c:v>
                </c:pt>
                <c:pt idx="1593">
                  <c:v>4.312</c:v>
                </c:pt>
                <c:pt idx="1594">
                  <c:v>4.312</c:v>
                </c:pt>
                <c:pt idx="1595">
                  <c:v>4.2953</c:v>
                </c:pt>
                <c:pt idx="1596">
                  <c:v>4.2869</c:v>
                </c:pt>
                <c:pt idx="1597">
                  <c:v>4.4719</c:v>
                </c:pt>
                <c:pt idx="1598">
                  <c:v>4.5108</c:v>
                </c:pt>
                <c:pt idx="1599">
                  <c:v>4.4517</c:v>
                </c:pt>
                <c:pt idx="1600">
                  <c:v>4.4435</c:v>
                </c:pt>
                <c:pt idx="1601">
                  <c:v>4.5542</c:v>
                </c:pt>
                <c:pt idx="1602">
                  <c:v>4.61</c:v>
                </c:pt>
                <c:pt idx="1603">
                  <c:v>4.5043</c:v>
                </c:pt>
                <c:pt idx="1604">
                  <c:v>4.4918</c:v>
                </c:pt>
                <c:pt idx="1605">
                  <c:v>4.4621</c:v>
                </c:pt>
                <c:pt idx="1606">
                  <c:v>4.4204</c:v>
                </c:pt>
                <c:pt idx="1607">
                  <c:v>4.2891</c:v>
                </c:pt>
                <c:pt idx="1608">
                  <c:v>4.408</c:v>
                </c:pt>
                <c:pt idx="1609">
                  <c:v>4.4865</c:v>
                </c:pt>
                <c:pt idx="1610">
                  <c:v>4.5571</c:v>
                </c:pt>
                <c:pt idx="1611">
                  <c:v>4.6072</c:v>
                </c:pt>
                <c:pt idx="1612">
                  <c:v>4.7285</c:v>
                </c:pt>
                <c:pt idx="1613">
                  <c:v>4.6919</c:v>
                </c:pt>
                <c:pt idx="1614">
                  <c:v>4.7049</c:v>
                </c:pt>
                <c:pt idx="1615">
                  <c:v>4.659</c:v>
                </c:pt>
                <c:pt idx="1616">
                  <c:v>4.6509</c:v>
                </c:pt>
                <c:pt idx="1617">
                  <c:v>4.3237</c:v>
                </c:pt>
                <c:pt idx="1618">
                  <c:v>4.3237</c:v>
                </c:pt>
                <c:pt idx="1619">
                  <c:v>4.3909</c:v>
                </c:pt>
                <c:pt idx="1620">
                  <c:v>4.3445</c:v>
                </c:pt>
                <c:pt idx="1621">
                  <c:v>4.3866</c:v>
                </c:pt>
                <c:pt idx="1622">
                  <c:v>4.4584</c:v>
                </c:pt>
                <c:pt idx="1623">
                  <c:v>4.5138</c:v>
                </c:pt>
                <c:pt idx="1624">
                  <c:v>4.5352</c:v>
                </c:pt>
                <c:pt idx="1625">
                  <c:v>4.5087</c:v>
                </c:pt>
                <c:pt idx="1626">
                  <c:v>4.5087</c:v>
                </c:pt>
                <c:pt idx="1627">
                  <c:v>4.5087</c:v>
                </c:pt>
                <c:pt idx="1628">
                  <c:v>4.4796</c:v>
                </c:pt>
                <c:pt idx="1629">
                  <c:v>4.4424</c:v>
                </c:pt>
                <c:pt idx="1630">
                  <c:v>4.4711</c:v>
                </c:pt>
                <c:pt idx="1631">
                  <c:v>4.3349</c:v>
                </c:pt>
                <c:pt idx="1632">
                  <c:v>4.2276</c:v>
                </c:pt>
                <c:pt idx="1633">
                  <c:v>4.2924</c:v>
                </c:pt>
                <c:pt idx="1634">
                  <c:v>4.3335</c:v>
                </c:pt>
                <c:pt idx="1635">
                  <c:v>4.3664</c:v>
                </c:pt>
                <c:pt idx="1636">
                  <c:v>4.2706</c:v>
                </c:pt>
                <c:pt idx="1637">
                  <c:v>4.2869</c:v>
                </c:pt>
                <c:pt idx="1638">
                  <c:v>4.361</c:v>
                </c:pt>
                <c:pt idx="1639">
                  <c:v>4.3943</c:v>
                </c:pt>
                <c:pt idx="1640">
                  <c:v>4.2183</c:v>
                </c:pt>
                <c:pt idx="1641">
                  <c:v>4.2178</c:v>
                </c:pt>
                <c:pt idx="1642">
                  <c:v>4.2593</c:v>
                </c:pt>
                <c:pt idx="1643">
                  <c:v>4.2035</c:v>
                </c:pt>
                <c:pt idx="1644">
                  <c:v>4.2451</c:v>
                </c:pt>
                <c:pt idx="1645">
                  <c:v>4.2574</c:v>
                </c:pt>
                <c:pt idx="1646">
                  <c:v>4.2274</c:v>
                </c:pt>
                <c:pt idx="1647">
                  <c:v>4.2566</c:v>
                </c:pt>
                <c:pt idx="1648">
                  <c:v>4.3189</c:v>
                </c:pt>
                <c:pt idx="1649">
                  <c:v>4.3189</c:v>
                </c:pt>
                <c:pt idx="1650">
                  <c:v>4.4041</c:v>
                </c:pt>
                <c:pt idx="1651">
                  <c:v>4.3526</c:v>
                </c:pt>
                <c:pt idx="1652">
                  <c:v>4.3693</c:v>
                </c:pt>
                <c:pt idx="1653">
                  <c:v>4.4237</c:v>
                </c:pt>
                <c:pt idx="1654">
                  <c:v>4.4237</c:v>
                </c:pt>
                <c:pt idx="1655">
                  <c:v>4.3741</c:v>
                </c:pt>
                <c:pt idx="1656">
                  <c:v>4.3451</c:v>
                </c:pt>
                <c:pt idx="1657">
                  <c:v>4.4659</c:v>
                </c:pt>
                <c:pt idx="1658">
                  <c:v>4.2828</c:v>
                </c:pt>
                <c:pt idx="1659">
                  <c:v>4.216</c:v>
                </c:pt>
                <c:pt idx="1660">
                  <c:v>4.2619</c:v>
                </c:pt>
                <c:pt idx="1661">
                  <c:v>4.2158</c:v>
                </c:pt>
                <c:pt idx="1662">
                  <c:v>4.1321</c:v>
                </c:pt>
                <c:pt idx="1663">
                  <c:v>4.2195</c:v>
                </c:pt>
                <c:pt idx="1664">
                  <c:v>4.2195</c:v>
                </c:pt>
                <c:pt idx="1665">
                  <c:v>4.2114</c:v>
                </c:pt>
                <c:pt idx="1666">
                  <c:v>4.0975</c:v>
                </c:pt>
                <c:pt idx="1667">
                  <c:v>4.1394</c:v>
                </c:pt>
                <c:pt idx="1668">
                  <c:v>4.1939</c:v>
                </c:pt>
                <c:pt idx="1669">
                  <c:v>4.2235</c:v>
                </c:pt>
                <c:pt idx="1670">
                  <c:v>4.2106</c:v>
                </c:pt>
                <c:pt idx="1671">
                  <c:v>4.1288</c:v>
                </c:pt>
                <c:pt idx="1672">
                  <c:v>4.182</c:v>
                </c:pt>
                <c:pt idx="1673">
                  <c:v>4.1989</c:v>
                </c:pt>
                <c:pt idx="1674">
                  <c:v>4.2526</c:v>
                </c:pt>
                <c:pt idx="1675">
                  <c:v>4.2114</c:v>
                </c:pt>
                <c:pt idx="1676">
                  <c:v>4.129</c:v>
                </c:pt>
                <c:pt idx="1677">
                  <c:v>4.1083</c:v>
                </c:pt>
                <c:pt idx="1678">
                  <c:v>4.3031</c:v>
                </c:pt>
                <c:pt idx="1679">
                  <c:v>4.4828</c:v>
                </c:pt>
                <c:pt idx="1680">
                  <c:v>4.4707</c:v>
                </c:pt>
                <c:pt idx="1681">
                  <c:v>4.4292</c:v>
                </c:pt>
                <c:pt idx="1682">
                  <c:v>4.4925</c:v>
                </c:pt>
                <c:pt idx="1683">
                  <c:v>4.5107</c:v>
                </c:pt>
                <c:pt idx="1684">
                  <c:v>4.5407</c:v>
                </c:pt>
                <c:pt idx="1685">
                  <c:v>4.643</c:v>
                </c:pt>
                <c:pt idx="1686">
                  <c:v>4.6181</c:v>
                </c:pt>
                <c:pt idx="1687">
                  <c:v>4.6656</c:v>
                </c:pt>
                <c:pt idx="1688">
                  <c:v>4.6298</c:v>
                </c:pt>
                <c:pt idx="1689">
                  <c:v>4.6298</c:v>
                </c:pt>
                <c:pt idx="1690">
                  <c:v>4.7247</c:v>
                </c:pt>
                <c:pt idx="1691">
                  <c:v>4.6994</c:v>
                </c:pt>
                <c:pt idx="1692">
                  <c:v>4.6953</c:v>
                </c:pt>
                <c:pt idx="1693">
                  <c:v>4.803</c:v>
                </c:pt>
                <c:pt idx="1694">
                  <c:v>4.7907</c:v>
                </c:pt>
                <c:pt idx="1695">
                  <c:v>4.82</c:v>
                </c:pt>
                <c:pt idx="1696">
                  <c:v>4.8952</c:v>
                </c:pt>
                <c:pt idx="1697">
                  <c:v>4.9038</c:v>
                </c:pt>
                <c:pt idx="1698">
                  <c:v>4.8711</c:v>
                </c:pt>
                <c:pt idx="1699">
                  <c:v>4.9008</c:v>
                </c:pt>
                <c:pt idx="1700">
                  <c:v>5.0147</c:v>
                </c:pt>
                <c:pt idx="1701">
                  <c:v>5.0701</c:v>
                </c:pt>
                <c:pt idx="1702">
                  <c:v>4.8763</c:v>
                </c:pt>
                <c:pt idx="1703">
                  <c:v>4.5946</c:v>
                </c:pt>
                <c:pt idx="1704">
                  <c:v>3.9847</c:v>
                </c:pt>
                <c:pt idx="1705">
                  <c:v>4.2504</c:v>
                </c:pt>
                <c:pt idx="1706">
                  <c:v>3.8791</c:v>
                </c:pt>
                <c:pt idx="1707">
                  <c:v>4.1865</c:v>
                </c:pt>
                <c:pt idx="1708">
                  <c:v>3.8249</c:v>
                </c:pt>
                <c:pt idx="1709">
                  <c:v>3.9909</c:v>
                </c:pt>
                <c:pt idx="1710">
                  <c:v>4.1664</c:v>
                </c:pt>
                <c:pt idx="1711">
                  <c:v>3.9346</c:v>
                </c:pt>
                <c:pt idx="1712">
                  <c:v>3.8456</c:v>
                </c:pt>
                <c:pt idx="1713">
                  <c:v>3.7793</c:v>
                </c:pt>
                <c:pt idx="1714">
                  <c:v>4.0015</c:v>
                </c:pt>
                <c:pt idx="1715">
                  <c:v>4.0717</c:v>
                </c:pt>
                <c:pt idx="1716">
                  <c:v>4.0596</c:v>
                </c:pt>
                <c:pt idx="1717">
                  <c:v>4.1339</c:v>
                </c:pt>
                <c:pt idx="1718">
                  <c:v>4.0273</c:v>
                </c:pt>
                <c:pt idx="1719">
                  <c:v>3.9696</c:v>
                </c:pt>
                <c:pt idx="1720">
                  <c:v>3.8376</c:v>
                </c:pt>
                <c:pt idx="1721">
                  <c:v>3.8045</c:v>
                </c:pt>
                <c:pt idx="1722">
                  <c:v>3.825</c:v>
                </c:pt>
                <c:pt idx="1723">
                  <c:v>3.9659</c:v>
                </c:pt>
                <c:pt idx="1724">
                  <c:v>4.016</c:v>
                </c:pt>
                <c:pt idx="1725">
                  <c:v>4.0245</c:v>
                </c:pt>
                <c:pt idx="1726">
                  <c:v>3.9703</c:v>
                </c:pt>
                <c:pt idx="1727">
                  <c:v>3.9829</c:v>
                </c:pt>
                <c:pt idx="1728">
                  <c:v>4.1095</c:v>
                </c:pt>
                <c:pt idx="1729">
                  <c:v>4.2027</c:v>
                </c:pt>
                <c:pt idx="1730">
                  <c:v>4.2073</c:v>
                </c:pt>
                <c:pt idx="1731">
                  <c:v>4.2459</c:v>
                </c:pt>
                <c:pt idx="1732">
                  <c:v>4.1402</c:v>
                </c:pt>
                <c:pt idx="1733">
                  <c:v>4.1752</c:v>
                </c:pt>
                <c:pt idx="1734">
                  <c:v>4.0904</c:v>
                </c:pt>
                <c:pt idx="1735">
                  <c:v>3.9757</c:v>
                </c:pt>
                <c:pt idx="1736">
                  <c:v>3.9447</c:v>
                </c:pt>
                <c:pt idx="1737">
                  <c:v>4.0718</c:v>
                </c:pt>
                <c:pt idx="1738">
                  <c:v>4.0065</c:v>
                </c:pt>
                <c:pt idx="1739">
                  <c:v>4.1429</c:v>
                </c:pt>
                <c:pt idx="1740">
                  <c:v>3.982</c:v>
                </c:pt>
                <c:pt idx="1741">
                  <c:v>3.8378</c:v>
                </c:pt>
                <c:pt idx="1742">
                  <c:v>3.8048</c:v>
                </c:pt>
                <c:pt idx="1743">
                  <c:v>3.9078</c:v>
                </c:pt>
                <c:pt idx="1744">
                  <c:v>3.995</c:v>
                </c:pt>
                <c:pt idx="1745">
                  <c:v>4.0285</c:v>
                </c:pt>
                <c:pt idx="1746">
                  <c:v>3.9161</c:v>
                </c:pt>
                <c:pt idx="1747">
                  <c:v>3.9161</c:v>
                </c:pt>
                <c:pt idx="1748">
                  <c:v>3.9957</c:v>
                </c:pt>
                <c:pt idx="1749">
                  <c:v>4.0042</c:v>
                </c:pt>
                <c:pt idx="1750">
                  <c:v>4.0801</c:v>
                </c:pt>
                <c:pt idx="1751">
                  <c:v>4.1689</c:v>
                </c:pt>
                <c:pt idx="1752">
                  <c:v>4.2667</c:v>
                </c:pt>
                <c:pt idx="1753">
                  <c:v>4.2681</c:v>
                </c:pt>
                <c:pt idx="1754">
                  <c:v>4.3411</c:v>
                </c:pt>
                <c:pt idx="1755">
                  <c:v>4.3203</c:v>
                </c:pt>
                <c:pt idx="1756">
                  <c:v>4.3814</c:v>
                </c:pt>
                <c:pt idx="1757">
                  <c:v>4.5418</c:v>
                </c:pt>
                <c:pt idx="1758">
                  <c:v>4.5638</c:v>
                </c:pt>
                <c:pt idx="1759">
                  <c:v>4.5638</c:v>
                </c:pt>
                <c:pt idx="1760">
                  <c:v>4.4482</c:v>
                </c:pt>
                <c:pt idx="1761">
                  <c:v>4.4111</c:v>
                </c:pt>
                <c:pt idx="1762">
                  <c:v>4.3368</c:v>
                </c:pt>
                <c:pt idx="1763">
                  <c:v>4.5116</c:v>
                </c:pt>
                <c:pt idx="1764">
                  <c:v>4.4577</c:v>
                </c:pt>
                <c:pt idx="1765">
                  <c:v>4.4997</c:v>
                </c:pt>
                <c:pt idx="1766">
                  <c:v>4.5669</c:v>
                </c:pt>
                <c:pt idx="1767">
                  <c:v>4.5379</c:v>
                </c:pt>
                <c:pt idx="1768">
                  <c:v>4.6063</c:v>
                </c:pt>
                <c:pt idx="1769">
                  <c:v>4.5814</c:v>
                </c:pt>
                <c:pt idx="1770">
                  <c:v>4.6833</c:v>
                </c:pt>
                <c:pt idx="1771">
                  <c:v>4.6838</c:v>
                </c:pt>
                <c:pt idx="1772">
                  <c:v>4.6504</c:v>
                </c:pt>
                <c:pt idx="1773">
                  <c:v>4.72</c:v>
                </c:pt>
                <c:pt idx="1774">
                  <c:v>4.72</c:v>
                </c:pt>
                <c:pt idx="1775">
                  <c:v>4.6998</c:v>
                </c:pt>
                <c:pt idx="1776">
                  <c:v>4.7132</c:v>
                </c:pt>
                <c:pt idx="1777">
                  <c:v>4.7996</c:v>
                </c:pt>
                <c:pt idx="1778">
                  <c:v>4.7543</c:v>
                </c:pt>
                <c:pt idx="1779">
                  <c:v>4.7463</c:v>
                </c:pt>
                <c:pt idx="1780">
                  <c:v>4.8867</c:v>
                </c:pt>
                <c:pt idx="1781">
                  <c:v>4.716</c:v>
                </c:pt>
                <c:pt idx="1782">
                  <c:v>4.8655</c:v>
                </c:pt>
                <c:pt idx="1783">
                  <c:v>4.8954</c:v>
                </c:pt>
                <c:pt idx="1784">
                  <c:v>4.9253</c:v>
                </c:pt>
                <c:pt idx="1785">
                  <c:v>4.9253</c:v>
                </c:pt>
                <c:pt idx="1786">
                  <c:v>4.955</c:v>
                </c:pt>
                <c:pt idx="1787">
                  <c:v>5.0017</c:v>
                </c:pt>
                <c:pt idx="1788">
                  <c:v>4.9565</c:v>
                </c:pt>
                <c:pt idx="1789">
                  <c:v>4.8513</c:v>
                </c:pt>
                <c:pt idx="1790">
                  <c:v>4.8769</c:v>
                </c:pt>
                <c:pt idx="1791">
                  <c:v>4.7504</c:v>
                </c:pt>
                <c:pt idx="1792">
                  <c:v>4.6493</c:v>
                </c:pt>
                <c:pt idx="1793">
                  <c:v>4.7466</c:v>
                </c:pt>
                <c:pt idx="1794">
                  <c:v>4.7424</c:v>
                </c:pt>
                <c:pt idx="1795">
                  <c:v>4.7638</c:v>
                </c:pt>
                <c:pt idx="1796">
                  <c:v>4.7809</c:v>
                </c:pt>
                <c:pt idx="1797">
                  <c:v>4.8664</c:v>
                </c:pt>
                <c:pt idx="1798">
                  <c:v>4.8587</c:v>
                </c:pt>
                <c:pt idx="1799">
                  <c:v>4.9406</c:v>
                </c:pt>
                <c:pt idx="1800">
                  <c:v>4.8782</c:v>
                </c:pt>
                <c:pt idx="1801">
                  <c:v>4.8576</c:v>
                </c:pt>
                <c:pt idx="1802">
                  <c:v>4.9321</c:v>
                </c:pt>
                <c:pt idx="1803">
                  <c:v>4.8786</c:v>
                </c:pt>
                <c:pt idx="1804">
                  <c:v>4.8579</c:v>
                </c:pt>
                <c:pt idx="1805">
                  <c:v>4.9162</c:v>
                </c:pt>
                <c:pt idx="1806">
                  <c:v>4.8955</c:v>
                </c:pt>
                <c:pt idx="1807">
                  <c:v>4.8873</c:v>
                </c:pt>
                <c:pt idx="1808">
                  <c:v>4.7829</c:v>
                </c:pt>
                <c:pt idx="1809">
                  <c:v>4.7703</c:v>
                </c:pt>
                <c:pt idx="1810">
                  <c:v>4.7577</c:v>
                </c:pt>
                <c:pt idx="1811">
                  <c:v>4.8038</c:v>
                </c:pt>
                <c:pt idx="1812">
                  <c:v>4.8375</c:v>
                </c:pt>
                <c:pt idx="1813">
                  <c:v>4.8926</c:v>
                </c:pt>
                <c:pt idx="1814">
                  <c:v>4.969</c:v>
                </c:pt>
                <c:pt idx="1815">
                  <c:v>4.9607</c:v>
                </c:pt>
                <c:pt idx="1816">
                  <c:v>4.9652</c:v>
                </c:pt>
                <c:pt idx="1817">
                  <c:v>4.9313</c:v>
                </c:pt>
                <c:pt idx="1818">
                  <c:v>4.9489</c:v>
                </c:pt>
                <c:pt idx="1819">
                  <c:v>5.0177</c:v>
                </c:pt>
                <c:pt idx="1820">
                  <c:v>5.0567</c:v>
                </c:pt>
                <c:pt idx="1821">
                  <c:v>4.9496</c:v>
                </c:pt>
                <c:pt idx="1822">
                  <c:v>5.0143</c:v>
                </c:pt>
                <c:pt idx="1823">
                  <c:v>5.0844</c:v>
                </c:pt>
                <c:pt idx="1824">
                  <c:v>5.0718</c:v>
                </c:pt>
                <c:pt idx="1825">
                  <c:v>4.9255</c:v>
                </c:pt>
                <c:pt idx="1826">
                  <c:v>4.8756</c:v>
                </c:pt>
                <c:pt idx="1827">
                  <c:v>4.8712</c:v>
                </c:pt>
                <c:pt idx="1828">
                  <c:v>4.8702</c:v>
                </c:pt>
                <c:pt idx="1829">
                  <c:v>4.8702</c:v>
                </c:pt>
                <c:pt idx="1830">
                  <c:v>4.9493</c:v>
                </c:pt>
                <c:pt idx="1831">
                  <c:v>5.0287</c:v>
                </c:pt>
                <c:pt idx="1832">
                  <c:v>4.9532</c:v>
                </c:pt>
                <c:pt idx="1833">
                  <c:v>4.9738</c:v>
                </c:pt>
                <c:pt idx="1834">
                  <c:v>4.9948</c:v>
                </c:pt>
                <c:pt idx="1835">
                  <c:v>5.0412</c:v>
                </c:pt>
                <c:pt idx="1836">
                  <c:v>4.9904</c:v>
                </c:pt>
                <c:pt idx="1837">
                  <c:v>5.0072</c:v>
                </c:pt>
                <c:pt idx="1838">
                  <c:v>5.0368</c:v>
                </c:pt>
                <c:pt idx="1839">
                  <c:v>5.041</c:v>
                </c:pt>
                <c:pt idx="1840">
                  <c:v>5.1051</c:v>
                </c:pt>
                <c:pt idx="1841">
                  <c:v>5.1908</c:v>
                </c:pt>
                <c:pt idx="1842">
                  <c:v>5.1481</c:v>
                </c:pt>
                <c:pt idx="1843">
                  <c:v>5.0968</c:v>
                </c:pt>
                <c:pt idx="1844">
                  <c:v>5.1486</c:v>
                </c:pt>
                <c:pt idx="1845">
                  <c:v>5.1358</c:v>
                </c:pt>
                <c:pt idx="1846">
                  <c:v>5.1416</c:v>
                </c:pt>
                <c:pt idx="1847">
                  <c:v>5.0627</c:v>
                </c:pt>
                <c:pt idx="1848">
                  <c:v>5.0543</c:v>
                </c:pt>
                <c:pt idx="1849">
                  <c:v>5.112</c:v>
                </c:pt>
                <c:pt idx="1850">
                  <c:v>5.184</c:v>
                </c:pt>
                <c:pt idx="1851">
                  <c:v>5.071</c:v>
                </c:pt>
                <c:pt idx="1852">
                  <c:v>5.0166</c:v>
                </c:pt>
                <c:pt idx="1853">
                  <c:v>5.0795</c:v>
                </c:pt>
                <c:pt idx="1854">
                  <c:v>5.0795</c:v>
                </c:pt>
                <c:pt idx="1855">
                  <c:v>4.9741</c:v>
                </c:pt>
                <c:pt idx="1856">
                  <c:v>5.0035</c:v>
                </c:pt>
                <c:pt idx="1857">
                  <c:v>5.0753</c:v>
                </c:pt>
                <c:pt idx="1858">
                  <c:v>5.0499</c:v>
                </c:pt>
                <c:pt idx="1859">
                  <c:v>5.1095</c:v>
                </c:pt>
                <c:pt idx="1860">
                  <c:v>5.2077</c:v>
                </c:pt>
                <c:pt idx="1861">
                  <c:v>5.2165</c:v>
                </c:pt>
                <c:pt idx="1862">
                  <c:v>5.1653</c:v>
                </c:pt>
                <c:pt idx="1863">
                  <c:v>5.1099</c:v>
                </c:pt>
                <c:pt idx="1864">
                  <c:v>5.0584</c:v>
                </c:pt>
                <c:pt idx="1865">
                  <c:v>5.1187</c:v>
                </c:pt>
                <c:pt idx="1866">
                  <c:v>5.1452</c:v>
                </c:pt>
                <c:pt idx="1867">
                  <c:v>5.0458</c:v>
                </c:pt>
                <c:pt idx="1868">
                  <c:v>5.0291</c:v>
                </c:pt>
                <c:pt idx="1869">
                  <c:v>5.0623</c:v>
                </c:pt>
                <c:pt idx="1870">
                  <c:v>5.0998</c:v>
                </c:pt>
                <c:pt idx="1871">
                  <c:v>4.9582</c:v>
                </c:pt>
                <c:pt idx="1872">
                  <c:v>4.9747</c:v>
                </c:pt>
                <c:pt idx="1873">
                  <c:v>4.8699</c:v>
                </c:pt>
                <c:pt idx="1874">
                  <c:v>4.924</c:v>
                </c:pt>
                <c:pt idx="1875">
                  <c:v>4.9322</c:v>
                </c:pt>
                <c:pt idx="1876">
                  <c:v>4.9278</c:v>
                </c:pt>
                <c:pt idx="1877">
                  <c:v>5.0328</c:v>
                </c:pt>
                <c:pt idx="1878">
                  <c:v>5.0581</c:v>
                </c:pt>
                <c:pt idx="1879">
                  <c:v>5.0454</c:v>
                </c:pt>
                <c:pt idx="1880">
                  <c:v>4.8423</c:v>
                </c:pt>
                <c:pt idx="1881">
                  <c:v>4.9309</c:v>
                </c:pt>
                <c:pt idx="1882">
                  <c:v>4.8418</c:v>
                </c:pt>
                <c:pt idx="1883">
                  <c:v>4.9047</c:v>
                </c:pt>
                <c:pt idx="1884">
                  <c:v>4.9002</c:v>
                </c:pt>
                <c:pt idx="1885">
                  <c:v>4.8787</c:v>
                </c:pt>
                <c:pt idx="1886">
                  <c:v>4.8953</c:v>
                </c:pt>
                <c:pt idx="1888">
                  <c:v>4.9591</c:v>
                </c:pt>
                <c:pt idx="1889">
                  <c:v>4.8773</c:v>
                </c:pt>
                <c:pt idx="1890">
                  <c:v>4.7345</c:v>
                </c:pt>
                <c:pt idx="1891">
                  <c:v>4.6764</c:v>
                </c:pt>
                <c:pt idx="1892">
                  <c:v>4.705</c:v>
                </c:pt>
                <c:pt idx="1893">
                  <c:v>4.5466</c:v>
                </c:pt>
                <c:pt idx="1894">
                  <c:v>4.6498</c:v>
                </c:pt>
                <c:pt idx="1895">
                  <c:v>4.5581</c:v>
                </c:pt>
                <c:pt idx="1896">
                  <c:v>4.5991</c:v>
                </c:pt>
                <c:pt idx="1897">
                  <c:v>4.5862</c:v>
                </c:pt>
                <c:pt idx="1898">
                  <c:v>4.7271</c:v>
                </c:pt>
                <c:pt idx="1899">
                  <c:v>4.7059</c:v>
                </c:pt>
                <c:pt idx="1900">
                  <c:v>4.735</c:v>
                </c:pt>
                <c:pt idx="1901">
                  <c:v>4.4328</c:v>
                </c:pt>
                <c:pt idx="1902">
                  <c:v>4.3987</c:v>
                </c:pt>
                <c:pt idx="1903">
                  <c:v>4.4344</c:v>
                </c:pt>
                <c:pt idx="1904">
                  <c:v>4.4674</c:v>
                </c:pt>
                <c:pt idx="1905">
                  <c:v>4.4415</c:v>
                </c:pt>
                <c:pt idx="1906">
                  <c:v>4.3355</c:v>
                </c:pt>
                <c:pt idx="1907">
                  <c:v>4.3389</c:v>
                </c:pt>
                <c:pt idx="1908">
                  <c:v>4.3358</c:v>
                </c:pt>
                <c:pt idx="1911">
                  <c:v>4.3647</c:v>
                </c:pt>
                <c:pt idx="1912">
                  <c:v>4.2382</c:v>
                </c:pt>
                <c:pt idx="1913">
                  <c:v>4.2791</c:v>
                </c:pt>
                <c:pt idx="1914">
                  <c:v>4.2543</c:v>
                </c:pt>
                <c:pt idx="1917">
                  <c:v>4.3328</c:v>
                </c:pt>
                <c:pt idx="1918">
                  <c:v>4.3411</c:v>
                </c:pt>
                <c:pt idx="1919">
                  <c:v>4.3827</c:v>
                </c:pt>
                <c:pt idx="1920">
                  <c:v>4.4039</c:v>
                </c:pt>
                <c:pt idx="1922">
                  <c:v>4.3832</c:v>
                </c:pt>
                <c:pt idx="1923">
                  <c:v>4.3666</c:v>
                </c:pt>
                <c:pt idx="1924">
                  <c:v>4.3625</c:v>
                </c:pt>
                <c:pt idx="1925">
                  <c:v>4.2579</c:v>
                </c:pt>
                <c:pt idx="1926">
                  <c:v>4.1359</c:v>
                </c:pt>
                <c:pt idx="1929">
                  <c:v>4.224</c:v>
                </c:pt>
                <c:pt idx="1930">
                  <c:v>4.3631</c:v>
                </c:pt>
                <c:pt idx="1931">
                  <c:v>4.3548</c:v>
                </c:pt>
                <c:pt idx="1932">
                  <c:v>4.3763</c:v>
                </c:pt>
                <c:pt idx="1933">
                  <c:v>4.3806</c:v>
                </c:pt>
                <c:pt idx="1934">
                  <c:v>4.368</c:v>
                </c:pt>
                <c:pt idx="1935">
                  <c:v>4.3977</c:v>
                </c:pt>
                <c:pt idx="1936">
                  <c:v>4.3035</c:v>
                </c:pt>
                <c:pt idx="1937">
                  <c:v>4.3364</c:v>
                </c:pt>
                <c:pt idx="1938">
                  <c:v>4.3282</c:v>
                </c:pt>
                <c:pt idx="1939">
                  <c:v>4.3324</c:v>
                </c:pt>
                <c:pt idx="1940">
                  <c:v>4.2087</c:v>
                </c:pt>
                <c:pt idx="1941">
                  <c:v>4.2127</c:v>
                </c:pt>
                <c:pt idx="1942">
                  <c:v>4.3658</c:v>
                </c:pt>
                <c:pt idx="1943">
                  <c:v>4.4742</c:v>
                </c:pt>
                <c:pt idx="1944">
                  <c:v>4.4119</c:v>
                </c:pt>
                <c:pt idx="1945">
                  <c:v>4.4454</c:v>
                </c:pt>
                <c:pt idx="1946">
                  <c:v>4.4498</c:v>
                </c:pt>
                <c:pt idx="1947">
                  <c:v>4.4841</c:v>
                </c:pt>
                <c:pt idx="1948">
                  <c:v>4.4928</c:v>
                </c:pt>
                <c:pt idx="1949">
                  <c:v>4.662</c:v>
                </c:pt>
                <c:pt idx="1950">
                  <c:v>4.5863</c:v>
                </c:pt>
                <c:pt idx="1951">
                  <c:v>4.5782</c:v>
                </c:pt>
                <c:pt idx="1952">
                  <c:v>4.6394</c:v>
                </c:pt>
                <c:pt idx="1954">
                  <c:v>4.6185</c:v>
                </c:pt>
                <c:pt idx="1955">
                  <c:v>4.6703</c:v>
                </c:pt>
                <c:pt idx="1956">
                  <c:v>4.7008</c:v>
                </c:pt>
                <c:pt idx="1957">
                  <c:v>4.6724</c:v>
                </c:pt>
                <c:pt idx="1958">
                  <c:v>4.729</c:v>
                </c:pt>
                <c:pt idx="1959">
                  <c:v>4.6871</c:v>
                </c:pt>
                <c:pt idx="1960">
                  <c:v>4.648</c:v>
                </c:pt>
                <c:pt idx="1961">
                  <c:v>4.631</c:v>
                </c:pt>
                <c:pt idx="1962">
                  <c:v>4.542</c:v>
                </c:pt>
                <c:pt idx="1963">
                  <c:v>4.61</c:v>
                </c:pt>
                <c:pt idx="1964">
                  <c:v>4.562</c:v>
                </c:pt>
                <c:pt idx="1965">
                  <c:v>4.56</c:v>
                </c:pt>
                <c:pt idx="1966">
                  <c:v>4.522</c:v>
                </c:pt>
                <c:pt idx="1967">
                  <c:v>4.482</c:v>
                </c:pt>
                <c:pt idx="1968">
                  <c:v>4.561</c:v>
                </c:pt>
                <c:pt idx="1969">
                  <c:v>4.586</c:v>
                </c:pt>
                <c:pt idx="1970">
                  <c:v>4.641</c:v>
                </c:pt>
                <c:pt idx="1971">
                  <c:v>4.715</c:v>
                </c:pt>
                <c:pt idx="1972">
                  <c:v>4.736</c:v>
                </c:pt>
                <c:pt idx="1973">
                  <c:v>4.747</c:v>
                </c:pt>
                <c:pt idx="1974">
                  <c:v>4.696</c:v>
                </c:pt>
                <c:pt idx="1975">
                  <c:v>4.611</c:v>
                </c:pt>
                <c:pt idx="1976">
                  <c:v>4.643</c:v>
                </c:pt>
                <c:pt idx="1977">
                  <c:v>4.598</c:v>
                </c:pt>
                <c:pt idx="1978">
                  <c:v>4.634</c:v>
                </c:pt>
                <c:pt idx="1979">
                  <c:v>4.601</c:v>
                </c:pt>
                <c:pt idx="1980">
                  <c:v>4.583</c:v>
                </c:pt>
                <c:pt idx="1981">
                  <c:v>4.632</c:v>
                </c:pt>
                <c:pt idx="1982">
                  <c:v>4.632</c:v>
                </c:pt>
                <c:pt idx="1983">
                  <c:v>4.711</c:v>
                </c:pt>
                <c:pt idx="1984">
                  <c:v>4.701</c:v>
                </c:pt>
                <c:pt idx="1985">
                  <c:v>4.681</c:v>
                </c:pt>
                <c:pt idx="1986">
                  <c:v>4.658</c:v>
                </c:pt>
                <c:pt idx="1987">
                  <c:v>4.759</c:v>
                </c:pt>
                <c:pt idx="1988">
                  <c:v>4.799</c:v>
                </c:pt>
                <c:pt idx="1989">
                  <c:v>4.753</c:v>
                </c:pt>
                <c:pt idx="1990">
                  <c:v>4.979</c:v>
                </c:pt>
                <c:pt idx="1991">
                  <c:v>4.974</c:v>
                </c:pt>
                <c:pt idx="1992">
                  <c:v>4.914</c:v>
                </c:pt>
                <c:pt idx="1993">
                  <c:v>4.929</c:v>
                </c:pt>
                <c:pt idx="1994">
                  <c:v>4.998</c:v>
                </c:pt>
                <c:pt idx="1995">
                  <c:v>4.945</c:v>
                </c:pt>
                <c:pt idx="1996">
                  <c:v>4.999</c:v>
                </c:pt>
                <c:pt idx="1997">
                  <c:v>4.999</c:v>
                </c:pt>
                <c:pt idx="1998">
                  <c:v>4.976</c:v>
                </c:pt>
                <c:pt idx="1999">
                  <c:v>4.933</c:v>
                </c:pt>
                <c:pt idx="2000">
                  <c:v>4.941</c:v>
                </c:pt>
                <c:pt idx="2001">
                  <c:v>5.006</c:v>
                </c:pt>
                <c:pt idx="2002">
                  <c:v>5.004</c:v>
                </c:pt>
                <c:pt idx="2003">
                  <c:v>4.987</c:v>
                </c:pt>
                <c:pt idx="2004">
                  <c:v>5.05</c:v>
                </c:pt>
                <c:pt idx="2005">
                  <c:v>4.968</c:v>
                </c:pt>
                <c:pt idx="2006">
                  <c:v>4.883</c:v>
                </c:pt>
                <c:pt idx="2007">
                  <c:v>4.829</c:v>
                </c:pt>
                <c:pt idx="2008">
                  <c:v>4.837</c:v>
                </c:pt>
                <c:pt idx="2009">
                  <c:v>4.841</c:v>
                </c:pt>
                <c:pt idx="2010">
                  <c:v>4.845</c:v>
                </c:pt>
                <c:pt idx="2011">
                  <c:v>4.826</c:v>
                </c:pt>
                <c:pt idx="2012">
                  <c:v>4.874</c:v>
                </c:pt>
                <c:pt idx="2013">
                  <c:v>4.876</c:v>
                </c:pt>
                <c:pt idx="2014">
                  <c:v>4.817</c:v>
                </c:pt>
                <c:pt idx="2015">
                  <c:v>4.738</c:v>
                </c:pt>
                <c:pt idx="2016">
                  <c:v>4.806</c:v>
                </c:pt>
                <c:pt idx="2017">
                  <c:v>4.837</c:v>
                </c:pt>
                <c:pt idx="2018">
                  <c:v>4.861</c:v>
                </c:pt>
                <c:pt idx="2019">
                  <c:v>4.837</c:v>
                </c:pt>
                <c:pt idx="2020">
                  <c:v>4.88</c:v>
                </c:pt>
                <c:pt idx="2021">
                  <c:v>4.948</c:v>
                </c:pt>
                <c:pt idx="2022">
                  <c:v>4.957</c:v>
                </c:pt>
                <c:pt idx="2024">
                  <c:v>4.989</c:v>
                </c:pt>
                <c:pt idx="2025">
                  <c:v>4.981</c:v>
                </c:pt>
                <c:pt idx="2026">
                  <c:v>4.933</c:v>
                </c:pt>
                <c:pt idx="2027">
                  <c:v>4.881</c:v>
                </c:pt>
                <c:pt idx="2028">
                  <c:v>4.816</c:v>
                </c:pt>
                <c:pt idx="2029">
                  <c:v>4.787</c:v>
                </c:pt>
                <c:pt idx="2030">
                  <c:v>4.728</c:v>
                </c:pt>
                <c:pt idx="2031">
                  <c:v>4.737</c:v>
                </c:pt>
                <c:pt idx="2032">
                  <c:v>4.897</c:v>
                </c:pt>
                <c:pt idx="2033">
                  <c:v>4.889</c:v>
                </c:pt>
                <c:pt idx="2034">
                  <c:v>4.838</c:v>
                </c:pt>
                <c:pt idx="2035">
                  <c:v>4.76</c:v>
                </c:pt>
                <c:pt idx="2036">
                  <c:v>4.705</c:v>
                </c:pt>
                <c:pt idx="2037">
                  <c:v>4.715</c:v>
                </c:pt>
                <c:pt idx="2038">
                  <c:v>4.774</c:v>
                </c:pt>
                <c:pt idx="2039">
                  <c:v>4.725</c:v>
                </c:pt>
                <c:pt idx="2041">
                  <c:v>4.75</c:v>
                </c:pt>
                <c:pt idx="2042">
                  <c:v>4.743</c:v>
                </c:pt>
                <c:pt idx="2043">
                  <c:v>4.728</c:v>
                </c:pt>
                <c:pt idx="2044">
                  <c:v>4.753</c:v>
                </c:pt>
                <c:pt idx="2045">
                  <c:v>4.76</c:v>
                </c:pt>
                <c:pt idx="2046">
                  <c:v>4.718</c:v>
                </c:pt>
                <c:pt idx="2047">
                  <c:v>4.768</c:v>
                </c:pt>
                <c:pt idx="2048">
                  <c:v>4.756</c:v>
                </c:pt>
                <c:pt idx="2049">
                  <c:v>4.749</c:v>
                </c:pt>
                <c:pt idx="2050">
                  <c:v>4.727</c:v>
                </c:pt>
                <c:pt idx="2051">
                  <c:v>4.727</c:v>
                </c:pt>
                <c:pt idx="2052">
                  <c:v>4.612</c:v>
                </c:pt>
                <c:pt idx="2053">
                  <c:v>4.641</c:v>
                </c:pt>
                <c:pt idx="2054">
                  <c:v>4.637</c:v>
                </c:pt>
                <c:pt idx="2055">
                  <c:v>4.637</c:v>
                </c:pt>
                <c:pt idx="2056">
                  <c:v>4.523</c:v>
                </c:pt>
                <c:pt idx="2057">
                  <c:v>4.464</c:v>
                </c:pt>
                <c:pt idx="2058">
                  <c:v>4.468</c:v>
                </c:pt>
                <c:pt idx="2059">
                  <c:v>4.426</c:v>
                </c:pt>
                <c:pt idx="2060">
                  <c:v>4.446</c:v>
                </c:pt>
                <c:pt idx="2061">
                  <c:v>4.484</c:v>
                </c:pt>
                <c:pt idx="2062">
                  <c:v>4.521</c:v>
                </c:pt>
                <c:pt idx="2063">
                  <c:v>4.526</c:v>
                </c:pt>
                <c:pt idx="2064">
                  <c:v>4.5</c:v>
                </c:pt>
                <c:pt idx="2065">
                  <c:v>4.443</c:v>
                </c:pt>
                <c:pt idx="2066">
                  <c:v>4.439</c:v>
                </c:pt>
                <c:pt idx="2067">
                  <c:v>4.385</c:v>
                </c:pt>
                <c:pt idx="2068">
                  <c:v>4.41</c:v>
                </c:pt>
                <c:pt idx="2069">
                  <c:v>4.369</c:v>
                </c:pt>
                <c:pt idx="2070">
                  <c:v>4.266</c:v>
                </c:pt>
                <c:pt idx="2071">
                  <c:v>4.158</c:v>
                </c:pt>
                <c:pt idx="2072">
                  <c:v>3.89</c:v>
                </c:pt>
                <c:pt idx="2073">
                  <c:v>3.937</c:v>
                </c:pt>
                <c:pt idx="2074">
                  <c:v>3.987</c:v>
                </c:pt>
                <c:pt idx="2075">
                  <c:v>3.968</c:v>
                </c:pt>
                <c:pt idx="2076">
                  <c:v>4.05</c:v>
                </c:pt>
                <c:pt idx="2077">
                  <c:v>4.063</c:v>
                </c:pt>
                <c:pt idx="2078">
                  <c:v>4.028</c:v>
                </c:pt>
                <c:pt idx="2079">
                  <c:v>3.94</c:v>
                </c:pt>
                <c:pt idx="2080">
                  <c:v>3.966</c:v>
                </c:pt>
                <c:pt idx="2081">
                  <c:v>4.101</c:v>
                </c:pt>
                <c:pt idx="2082">
                  <c:v>4.06</c:v>
                </c:pt>
                <c:pt idx="2083">
                  <c:v>4.07</c:v>
                </c:pt>
                <c:pt idx="2084">
                  <c:v>3.992</c:v>
                </c:pt>
                <c:pt idx="2085">
                  <c:v>3.943</c:v>
                </c:pt>
                <c:pt idx="2086">
                  <c:v>4.016</c:v>
                </c:pt>
                <c:pt idx="2087">
                  <c:v>3.92</c:v>
                </c:pt>
                <c:pt idx="2088">
                  <c:v>3.944</c:v>
                </c:pt>
                <c:pt idx="2089">
                  <c:v>3.912</c:v>
                </c:pt>
                <c:pt idx="2090">
                  <c:v>3.873</c:v>
                </c:pt>
                <c:pt idx="2091">
                  <c:v>3.902</c:v>
                </c:pt>
                <c:pt idx="2092">
                  <c:v>3.923</c:v>
                </c:pt>
                <c:pt idx="2093">
                  <c:v>3.873</c:v>
                </c:pt>
                <c:pt idx="2094">
                  <c:v>3.774</c:v>
                </c:pt>
                <c:pt idx="2095">
                  <c:v>3.752</c:v>
                </c:pt>
                <c:pt idx="2096">
                  <c:v>3.654</c:v>
                </c:pt>
                <c:pt idx="2097">
                  <c:v>3.677</c:v>
                </c:pt>
                <c:pt idx="2098">
                  <c:v>3.607</c:v>
                </c:pt>
                <c:pt idx="2099">
                  <c:v>3.648</c:v>
                </c:pt>
                <c:pt idx="2100">
                  <c:v>3.65</c:v>
                </c:pt>
                <c:pt idx="2101">
                  <c:v>3.595</c:v>
                </c:pt>
                <c:pt idx="2102">
                  <c:v>3.561</c:v>
                </c:pt>
                <c:pt idx="2103">
                  <c:v>3.615</c:v>
                </c:pt>
                <c:pt idx="2104">
                  <c:v>3.59</c:v>
                </c:pt>
                <c:pt idx="2105">
                  <c:v>3.59</c:v>
                </c:pt>
                <c:pt idx="2106">
                  <c:v>3.614</c:v>
                </c:pt>
                <c:pt idx="2107">
                  <c:v>3.595</c:v>
                </c:pt>
                <c:pt idx="2108">
                  <c:v>3.548</c:v>
                </c:pt>
                <c:pt idx="2109">
                  <c:v>3.557</c:v>
                </c:pt>
                <c:pt idx="2110">
                  <c:v>3.637</c:v>
                </c:pt>
                <c:pt idx="2111">
                  <c:v>3.567</c:v>
                </c:pt>
                <c:pt idx="2112">
                  <c:v>3.647</c:v>
                </c:pt>
                <c:pt idx="2113">
                  <c:v>3.615</c:v>
                </c:pt>
                <c:pt idx="2114">
                  <c:v>3.654</c:v>
                </c:pt>
                <c:pt idx="2115">
                  <c:v>3.716</c:v>
                </c:pt>
                <c:pt idx="2116">
                  <c:v>3.928</c:v>
                </c:pt>
                <c:pt idx="2117">
                  <c:v>4.004</c:v>
                </c:pt>
                <c:pt idx="2118">
                  <c:v>3.967</c:v>
                </c:pt>
                <c:pt idx="2119">
                  <c:v>4.03</c:v>
                </c:pt>
                <c:pt idx="2120">
                  <c:v>3.961</c:v>
                </c:pt>
                <c:pt idx="2121">
                  <c:v>3.966</c:v>
                </c:pt>
                <c:pt idx="2122">
                  <c:v>3.966</c:v>
                </c:pt>
                <c:pt idx="2123">
                  <c:v>3.956</c:v>
                </c:pt>
                <c:pt idx="2124">
                  <c:v>3.95</c:v>
                </c:pt>
                <c:pt idx="2125">
                  <c:v>3.982</c:v>
                </c:pt>
                <c:pt idx="2126">
                  <c:v>3.965</c:v>
                </c:pt>
                <c:pt idx="2127">
                  <c:v>4.042</c:v>
                </c:pt>
                <c:pt idx="2128">
                  <c:v>4.043</c:v>
                </c:pt>
                <c:pt idx="2129">
                  <c:v>4.095</c:v>
                </c:pt>
                <c:pt idx="2130">
                  <c:v>4.092</c:v>
                </c:pt>
                <c:pt idx="2131">
                  <c:v>4.122</c:v>
                </c:pt>
                <c:pt idx="2132">
                  <c:v>4.153</c:v>
                </c:pt>
                <c:pt idx="2133">
                  <c:v>4.104</c:v>
                </c:pt>
                <c:pt idx="2134">
                  <c:v>4.189</c:v>
                </c:pt>
                <c:pt idx="2135">
                  <c:v>4.189</c:v>
                </c:pt>
                <c:pt idx="2136">
                  <c:v>4.224</c:v>
                </c:pt>
                <c:pt idx="2137">
                  <c:v>4.17</c:v>
                </c:pt>
                <c:pt idx="2138">
                  <c:v>4.195</c:v>
                </c:pt>
                <c:pt idx="2139">
                  <c:v>4.278</c:v>
                </c:pt>
                <c:pt idx="2140">
                  <c:v>4.199</c:v>
                </c:pt>
                <c:pt idx="2141">
                  <c:v>4.264</c:v>
                </c:pt>
                <c:pt idx="2142">
                  <c:v>4.264</c:v>
                </c:pt>
                <c:pt idx="2143">
                  <c:v>4.363</c:v>
                </c:pt>
                <c:pt idx="2144">
                  <c:v>4.294</c:v>
                </c:pt>
                <c:pt idx="2145">
                  <c:v>4.36</c:v>
                </c:pt>
                <c:pt idx="2146">
                  <c:v>4.331</c:v>
                </c:pt>
                <c:pt idx="2147">
                  <c:v>4.289</c:v>
                </c:pt>
                <c:pt idx="2148">
                  <c:v>4.291</c:v>
                </c:pt>
                <c:pt idx="2149">
                  <c:v>4.331</c:v>
                </c:pt>
                <c:pt idx="2150">
                  <c:v>4.357</c:v>
                </c:pt>
                <c:pt idx="2151">
                  <c:v>4.384</c:v>
                </c:pt>
                <c:pt idx="2152">
                  <c:v>4.29</c:v>
                </c:pt>
                <c:pt idx="2153">
                  <c:v>4.258</c:v>
                </c:pt>
                <c:pt idx="2154">
                  <c:v>4.237</c:v>
                </c:pt>
                <c:pt idx="2155">
                  <c:v>4.237</c:v>
                </c:pt>
                <c:pt idx="2156">
                  <c:v>4.159</c:v>
                </c:pt>
                <c:pt idx="2157">
                  <c:v>4.192</c:v>
                </c:pt>
                <c:pt idx="2158">
                  <c:v>4.188</c:v>
                </c:pt>
                <c:pt idx="2159">
                  <c:v>4.138</c:v>
                </c:pt>
                <c:pt idx="2160">
                  <c:v>4.15</c:v>
                </c:pt>
                <c:pt idx="2161">
                  <c:v>4.112</c:v>
                </c:pt>
                <c:pt idx="2162">
                  <c:v>4.131</c:v>
                </c:pt>
                <c:pt idx="2163">
                  <c:v>4.147</c:v>
                </c:pt>
                <c:pt idx="2164">
                  <c:v>4.157</c:v>
                </c:pt>
                <c:pt idx="2165">
                  <c:v>4.201</c:v>
                </c:pt>
                <c:pt idx="2166">
                  <c:v>4.247</c:v>
                </c:pt>
                <c:pt idx="2167">
                  <c:v>4.264</c:v>
                </c:pt>
                <c:pt idx="2168">
                  <c:v>4.266</c:v>
                </c:pt>
                <c:pt idx="2169">
                  <c:v>4.363</c:v>
                </c:pt>
                <c:pt idx="2170">
                  <c:v>4.331</c:v>
                </c:pt>
                <c:pt idx="2171">
                  <c:v>4.317</c:v>
                </c:pt>
                <c:pt idx="2172">
                  <c:v>4.342</c:v>
                </c:pt>
                <c:pt idx="2173">
                  <c:v>4.349</c:v>
                </c:pt>
                <c:pt idx="2174">
                  <c:v>4.349</c:v>
                </c:pt>
                <c:pt idx="2175">
                  <c:v>4.332</c:v>
                </c:pt>
                <c:pt idx="2176">
                  <c:v>4.334</c:v>
                </c:pt>
                <c:pt idx="2177">
                  <c:v>4.26</c:v>
                </c:pt>
                <c:pt idx="2178">
                  <c:v>4.252</c:v>
                </c:pt>
                <c:pt idx="2179">
                  <c:v>4.262</c:v>
                </c:pt>
                <c:pt idx="2180">
                  <c:v>4.287</c:v>
                </c:pt>
                <c:pt idx="2181">
                  <c:v>4.285</c:v>
                </c:pt>
                <c:pt idx="2182">
                  <c:v>4.302</c:v>
                </c:pt>
                <c:pt idx="2183">
                  <c:v>4.297</c:v>
                </c:pt>
                <c:pt idx="2184">
                  <c:v>4.272</c:v>
                </c:pt>
                <c:pt idx="2185">
                  <c:v>4.388</c:v>
                </c:pt>
                <c:pt idx="2186">
                  <c:v>4.394</c:v>
                </c:pt>
                <c:pt idx="2187">
                  <c:v>4.384</c:v>
                </c:pt>
                <c:pt idx="2188">
                  <c:v>4.266</c:v>
                </c:pt>
                <c:pt idx="2189">
                  <c:v>4.234</c:v>
                </c:pt>
                <c:pt idx="2190">
                  <c:v>4.291</c:v>
                </c:pt>
                <c:pt idx="2191">
                  <c:v>4.291</c:v>
                </c:pt>
                <c:pt idx="2192">
                  <c:v>4.283</c:v>
                </c:pt>
                <c:pt idx="2193">
                  <c:v>4.302</c:v>
                </c:pt>
                <c:pt idx="2194">
                  <c:v>4.3</c:v>
                </c:pt>
                <c:pt idx="2195">
                  <c:v>4.28</c:v>
                </c:pt>
                <c:pt idx="2196">
                  <c:v>4.208</c:v>
                </c:pt>
                <c:pt idx="2197">
                  <c:v>4.211</c:v>
                </c:pt>
                <c:pt idx="2198">
                  <c:v>4.222</c:v>
                </c:pt>
                <c:pt idx="2199">
                  <c:v>4.216</c:v>
                </c:pt>
                <c:pt idx="2200">
                  <c:v>4.216</c:v>
                </c:pt>
                <c:pt idx="2201">
                  <c:v>4.265</c:v>
                </c:pt>
                <c:pt idx="2202">
                  <c:v>4.216</c:v>
                </c:pt>
                <c:pt idx="2203">
                  <c:v>4.197</c:v>
                </c:pt>
                <c:pt idx="2204">
                  <c:v>4.222</c:v>
                </c:pt>
                <c:pt idx="2205">
                  <c:v>4.302</c:v>
                </c:pt>
                <c:pt idx="2206">
                  <c:v>4.285</c:v>
                </c:pt>
                <c:pt idx="2207">
                  <c:v>4.296</c:v>
                </c:pt>
                <c:pt idx="2208">
                  <c:v>4.357</c:v>
                </c:pt>
                <c:pt idx="2209">
                  <c:v>4.321</c:v>
                </c:pt>
                <c:pt idx="2210">
                  <c:v>4.269</c:v>
                </c:pt>
                <c:pt idx="2211">
                  <c:v>4.269</c:v>
                </c:pt>
                <c:pt idx="2212">
                  <c:v>4.314</c:v>
                </c:pt>
                <c:pt idx="2213">
                  <c:v>4.274</c:v>
                </c:pt>
                <c:pt idx="2214">
                  <c:v>4.285</c:v>
                </c:pt>
                <c:pt idx="2215">
                  <c:v>4.202</c:v>
                </c:pt>
                <c:pt idx="2216">
                  <c:v>4.185</c:v>
                </c:pt>
                <c:pt idx="2217">
                  <c:v>4.096</c:v>
                </c:pt>
                <c:pt idx="2218">
                  <c:v>4.082</c:v>
                </c:pt>
                <c:pt idx="2219">
                  <c:v>4.061</c:v>
                </c:pt>
                <c:pt idx="2220">
                  <c:v>4.007</c:v>
                </c:pt>
                <c:pt idx="2221">
                  <c:v>3.958</c:v>
                </c:pt>
                <c:pt idx="2222">
                  <c:v>4.005</c:v>
                </c:pt>
                <c:pt idx="2223">
                  <c:v>4.013</c:v>
                </c:pt>
                <c:pt idx="2224">
                  <c:v>3.971</c:v>
                </c:pt>
                <c:pt idx="2225">
                  <c:v>4.002</c:v>
                </c:pt>
                <c:pt idx="2226">
                  <c:v>3.894</c:v>
                </c:pt>
                <c:pt idx="2227">
                  <c:v>3.951</c:v>
                </c:pt>
                <c:pt idx="2228">
                  <c:v>3.991</c:v>
                </c:pt>
                <c:pt idx="2229">
                  <c:v>3.98</c:v>
                </c:pt>
                <c:pt idx="2230">
                  <c:v>4.03</c:v>
                </c:pt>
                <c:pt idx="2231">
                  <c:v>4.057</c:v>
                </c:pt>
                <c:pt idx="2232">
                  <c:v>4.048</c:v>
                </c:pt>
                <c:pt idx="2233">
                  <c:v>3.993</c:v>
                </c:pt>
                <c:pt idx="2234">
                  <c:v>3.974</c:v>
                </c:pt>
                <c:pt idx="2235">
                  <c:v>3.967</c:v>
                </c:pt>
                <c:pt idx="2236">
                  <c:v>4.043</c:v>
                </c:pt>
                <c:pt idx="2237">
                  <c:v>4.034</c:v>
                </c:pt>
                <c:pt idx="2238">
                  <c:v>4.031</c:v>
                </c:pt>
                <c:pt idx="2239">
                  <c:v>4.002</c:v>
                </c:pt>
                <c:pt idx="2240">
                  <c:v>3.922</c:v>
                </c:pt>
                <c:pt idx="2241">
                  <c:v>3.895</c:v>
                </c:pt>
                <c:pt idx="2242">
                  <c:v>3.887</c:v>
                </c:pt>
                <c:pt idx="2243">
                  <c:v>3.863</c:v>
                </c:pt>
                <c:pt idx="2244">
                  <c:v>3.7</c:v>
                </c:pt>
                <c:pt idx="2245">
                  <c:v>3.662</c:v>
                </c:pt>
                <c:pt idx="2246">
                  <c:v>3.769</c:v>
                </c:pt>
                <c:pt idx="2247">
                  <c:v>3.738</c:v>
                </c:pt>
                <c:pt idx="2248">
                  <c:v>3.931</c:v>
                </c:pt>
                <c:pt idx="2249">
                  <c:v>3.883</c:v>
                </c:pt>
                <c:pt idx="2250">
                  <c:v>3.977</c:v>
                </c:pt>
                <c:pt idx="2251">
                  <c:v>3.858</c:v>
                </c:pt>
                <c:pt idx="2252">
                  <c:v>3.864</c:v>
                </c:pt>
                <c:pt idx="2253">
                  <c:v>3.784</c:v>
                </c:pt>
                <c:pt idx="2254">
                  <c:v>3.809</c:v>
                </c:pt>
                <c:pt idx="2255">
                  <c:v>3.809</c:v>
                </c:pt>
                <c:pt idx="2256">
                  <c:v>3.775</c:v>
                </c:pt>
                <c:pt idx="2257">
                  <c:v>3.825</c:v>
                </c:pt>
                <c:pt idx="2258">
                  <c:v>3.885</c:v>
                </c:pt>
                <c:pt idx="2259">
                  <c:v>3.805</c:v>
                </c:pt>
                <c:pt idx="2260">
                  <c:v>3.744</c:v>
                </c:pt>
                <c:pt idx="2261">
                  <c:v>3.701</c:v>
                </c:pt>
                <c:pt idx="2262">
                  <c:v>3.656</c:v>
                </c:pt>
                <c:pt idx="2263">
                  <c:v>3.615</c:v>
                </c:pt>
                <c:pt idx="2264">
                  <c:v>3.709</c:v>
                </c:pt>
                <c:pt idx="2265">
                  <c:v>3.832</c:v>
                </c:pt>
                <c:pt idx="2266">
                  <c:v>3.843</c:v>
                </c:pt>
                <c:pt idx="2267">
                  <c:v>3.791</c:v>
                </c:pt>
                <c:pt idx="2268">
                  <c:v>3.789</c:v>
                </c:pt>
                <c:pt idx="2269">
                  <c:v>3.882</c:v>
                </c:pt>
                <c:pt idx="2270">
                  <c:v>3.91</c:v>
                </c:pt>
                <c:pt idx="2271">
                  <c:v>4.035</c:v>
                </c:pt>
                <c:pt idx="2272">
                  <c:v>4.015</c:v>
                </c:pt>
                <c:pt idx="2273">
                  <c:v>4.057</c:v>
                </c:pt>
                <c:pt idx="2274">
                  <c:v>3.982</c:v>
                </c:pt>
                <c:pt idx="2275">
                  <c:v>4.014</c:v>
                </c:pt>
                <c:pt idx="2276">
                  <c:v>3.979</c:v>
                </c:pt>
                <c:pt idx="2277">
                  <c:v>3.977</c:v>
                </c:pt>
                <c:pt idx="2278">
                  <c:v>4.03</c:v>
                </c:pt>
                <c:pt idx="2279">
                  <c:v>4.001</c:v>
                </c:pt>
                <c:pt idx="2280">
                  <c:v>4.004</c:v>
                </c:pt>
                <c:pt idx="2281">
                  <c:v>4.004</c:v>
                </c:pt>
                <c:pt idx="2282">
                  <c:v>3.987</c:v>
                </c:pt>
                <c:pt idx="2283">
                  <c:v>4</c:v>
                </c:pt>
                <c:pt idx="2284">
                  <c:v>3.947</c:v>
                </c:pt>
                <c:pt idx="2285">
                  <c:v>3.908</c:v>
                </c:pt>
                <c:pt idx="2286">
                  <c:v>3.949</c:v>
                </c:pt>
                <c:pt idx="2287">
                  <c:v>3.963</c:v>
                </c:pt>
                <c:pt idx="2288">
                  <c:v>3.883</c:v>
                </c:pt>
                <c:pt idx="2289">
                  <c:v>3.928</c:v>
                </c:pt>
                <c:pt idx="2290">
                  <c:v>4.045</c:v>
                </c:pt>
                <c:pt idx="2291">
                  <c:v>4.012</c:v>
                </c:pt>
                <c:pt idx="2292">
                  <c:v>4.033</c:v>
                </c:pt>
                <c:pt idx="2293">
                  <c:v>3.956</c:v>
                </c:pt>
                <c:pt idx="2294">
                  <c:v>3.918</c:v>
                </c:pt>
                <c:pt idx="2295">
                  <c:v>3.958</c:v>
                </c:pt>
                <c:pt idx="2296">
                  <c:v>3.983</c:v>
                </c:pt>
                <c:pt idx="2297">
                  <c:v>3.962</c:v>
                </c:pt>
                <c:pt idx="2298">
                  <c:v>3.954</c:v>
                </c:pt>
                <c:pt idx="2299">
                  <c:v>3.954</c:v>
                </c:pt>
                <c:pt idx="2300">
                  <c:v>3.916</c:v>
                </c:pt>
                <c:pt idx="2301">
                  <c:v>3.87</c:v>
                </c:pt>
                <c:pt idx="2302">
                  <c:v>3.831</c:v>
                </c:pt>
                <c:pt idx="2303">
                  <c:v>3.793</c:v>
                </c:pt>
                <c:pt idx="2304">
                  <c:v>3.728</c:v>
                </c:pt>
                <c:pt idx="2305">
                  <c:v>3.748</c:v>
                </c:pt>
                <c:pt idx="2306">
                  <c:v>3.723</c:v>
                </c:pt>
                <c:pt idx="2307">
                  <c:v>3.785</c:v>
                </c:pt>
                <c:pt idx="2308">
                  <c:v>3.797</c:v>
                </c:pt>
                <c:pt idx="2309">
                  <c:v>3.892</c:v>
                </c:pt>
                <c:pt idx="2310">
                  <c:v>3.892</c:v>
                </c:pt>
                <c:pt idx="2311">
                  <c:v>3.907</c:v>
                </c:pt>
                <c:pt idx="2312">
                  <c:v>3.903</c:v>
                </c:pt>
                <c:pt idx="2313">
                  <c:v>3.849</c:v>
                </c:pt>
                <c:pt idx="2314">
                  <c:v>3.885</c:v>
                </c:pt>
                <c:pt idx="2315">
                  <c:v>3.91</c:v>
                </c:pt>
                <c:pt idx="2316">
                  <c:v>3.919</c:v>
                </c:pt>
                <c:pt idx="2317">
                  <c:v>3.959</c:v>
                </c:pt>
                <c:pt idx="2318">
                  <c:v>3.898</c:v>
                </c:pt>
                <c:pt idx="2319">
                  <c:v>3.913</c:v>
                </c:pt>
                <c:pt idx="2320">
                  <c:v>3.88</c:v>
                </c:pt>
                <c:pt idx="2321">
                  <c:v>3.876</c:v>
                </c:pt>
                <c:pt idx="2322">
                  <c:v>3.852</c:v>
                </c:pt>
                <c:pt idx="2323">
                  <c:v>3.886</c:v>
                </c:pt>
                <c:pt idx="2324">
                  <c:v>3.931</c:v>
                </c:pt>
                <c:pt idx="2325">
                  <c:v>3.94</c:v>
                </c:pt>
                <c:pt idx="2326">
                  <c:v>3.93</c:v>
                </c:pt>
                <c:pt idx="2327">
                  <c:v>3.875</c:v>
                </c:pt>
                <c:pt idx="2328">
                  <c:v>3.951</c:v>
                </c:pt>
                <c:pt idx="2329">
                  <c:v>3.963</c:v>
                </c:pt>
                <c:pt idx="2330">
                  <c:v>3.698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4</c:f>
              <c:strCache>
                <c:ptCount val="1"/>
                <c:pt idx="0">
                  <c:v>미 10년물 금리</c:v>
                </c:pt>
              </c:strCache>
            </c:strRef>
          </c:tx>
          <c:spPr>
            <a:noFill/>
            <a:ln cap="rnd" w="12600">
              <a:solidFill>
                <a:srgbClr val="8faadc"/>
              </a:solidFill>
              <a:round/>
            </a:ln>
          </c:spPr>
          <c:marker>
            <c:symbol val="none"/>
          </c:marke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cap="rnd" w="126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942"/>
                <c:pt idx="0">
                  <c:v>42614</c:v>
                </c:pt>
                <c:pt idx="1">
                  <c:v>42615</c:v>
                </c:pt>
                <c:pt idx="2">
                  <c:v>42618</c:v>
                </c:pt>
                <c:pt idx="3">
                  <c:v>42619</c:v>
                </c:pt>
                <c:pt idx="4">
                  <c:v>42620</c:v>
                </c:pt>
                <c:pt idx="5">
                  <c:v>42621</c:v>
                </c:pt>
                <c:pt idx="6">
                  <c:v>42622</c:v>
                </c:pt>
                <c:pt idx="7">
                  <c:v>42625</c:v>
                </c:pt>
                <c:pt idx="8">
                  <c:v>42626</c:v>
                </c:pt>
                <c:pt idx="9">
                  <c:v>42627</c:v>
                </c:pt>
                <c:pt idx="10">
                  <c:v>42628</c:v>
                </c:pt>
                <c:pt idx="11">
                  <c:v>42629</c:v>
                </c:pt>
                <c:pt idx="12">
                  <c:v>42632</c:v>
                </c:pt>
                <c:pt idx="13">
                  <c:v>42633</c:v>
                </c:pt>
                <c:pt idx="14">
                  <c:v>42634</c:v>
                </c:pt>
                <c:pt idx="15">
                  <c:v>42635</c:v>
                </c:pt>
                <c:pt idx="16">
                  <c:v>42636</c:v>
                </c:pt>
                <c:pt idx="17">
                  <c:v>42639</c:v>
                </c:pt>
                <c:pt idx="18">
                  <c:v>42640</c:v>
                </c:pt>
                <c:pt idx="19">
                  <c:v>42641</c:v>
                </c:pt>
                <c:pt idx="20">
                  <c:v>42642</c:v>
                </c:pt>
                <c:pt idx="21">
                  <c:v>42643</c:v>
                </c:pt>
                <c:pt idx="22">
                  <c:v>42646</c:v>
                </c:pt>
                <c:pt idx="23">
                  <c:v>42647</c:v>
                </c:pt>
                <c:pt idx="24">
                  <c:v>42648</c:v>
                </c:pt>
                <c:pt idx="25">
                  <c:v>42649</c:v>
                </c:pt>
                <c:pt idx="26">
                  <c:v>42650</c:v>
                </c:pt>
                <c:pt idx="27">
                  <c:v>42653</c:v>
                </c:pt>
                <c:pt idx="28">
                  <c:v>42654</c:v>
                </c:pt>
                <c:pt idx="29">
                  <c:v>42655</c:v>
                </c:pt>
                <c:pt idx="30">
                  <c:v>42656</c:v>
                </c:pt>
                <c:pt idx="31">
                  <c:v>42657</c:v>
                </c:pt>
                <c:pt idx="32">
                  <c:v>42660</c:v>
                </c:pt>
                <c:pt idx="33">
                  <c:v>42661</c:v>
                </c:pt>
                <c:pt idx="34">
                  <c:v>42662</c:v>
                </c:pt>
                <c:pt idx="35">
                  <c:v>42663</c:v>
                </c:pt>
                <c:pt idx="36">
                  <c:v>42664</c:v>
                </c:pt>
                <c:pt idx="37">
                  <c:v>42667</c:v>
                </c:pt>
                <c:pt idx="38">
                  <c:v>42668</c:v>
                </c:pt>
                <c:pt idx="39">
                  <c:v>42669</c:v>
                </c:pt>
                <c:pt idx="40">
                  <c:v>42670</c:v>
                </c:pt>
                <c:pt idx="41">
                  <c:v>42671</c:v>
                </c:pt>
                <c:pt idx="42">
                  <c:v>42674</c:v>
                </c:pt>
                <c:pt idx="43">
                  <c:v>42675</c:v>
                </c:pt>
                <c:pt idx="44">
                  <c:v>42676</c:v>
                </c:pt>
                <c:pt idx="45">
                  <c:v>42677</c:v>
                </c:pt>
                <c:pt idx="46">
                  <c:v>42678</c:v>
                </c:pt>
                <c:pt idx="47">
                  <c:v>42681</c:v>
                </c:pt>
                <c:pt idx="48">
                  <c:v>42682</c:v>
                </c:pt>
                <c:pt idx="49">
                  <c:v>42683</c:v>
                </c:pt>
                <c:pt idx="50">
                  <c:v>42684</c:v>
                </c:pt>
                <c:pt idx="51">
                  <c:v>42685</c:v>
                </c:pt>
                <c:pt idx="52">
                  <c:v>42688</c:v>
                </c:pt>
                <c:pt idx="53">
                  <c:v>42689</c:v>
                </c:pt>
                <c:pt idx="54">
                  <c:v>42690</c:v>
                </c:pt>
                <c:pt idx="55">
                  <c:v>42691</c:v>
                </c:pt>
                <c:pt idx="56">
                  <c:v>42692</c:v>
                </c:pt>
                <c:pt idx="57">
                  <c:v>42695</c:v>
                </c:pt>
                <c:pt idx="58">
                  <c:v>42696</c:v>
                </c:pt>
                <c:pt idx="59">
                  <c:v>42697</c:v>
                </c:pt>
                <c:pt idx="60">
                  <c:v>42698</c:v>
                </c:pt>
                <c:pt idx="61">
                  <c:v>42699</c:v>
                </c:pt>
                <c:pt idx="62">
                  <c:v>42702</c:v>
                </c:pt>
                <c:pt idx="63">
                  <c:v>42703</c:v>
                </c:pt>
                <c:pt idx="64">
                  <c:v>42704</c:v>
                </c:pt>
                <c:pt idx="65">
                  <c:v>42705</c:v>
                </c:pt>
                <c:pt idx="66">
                  <c:v>42706</c:v>
                </c:pt>
                <c:pt idx="67">
                  <c:v>42709</c:v>
                </c:pt>
                <c:pt idx="68">
                  <c:v>42710</c:v>
                </c:pt>
                <c:pt idx="69">
                  <c:v>42711</c:v>
                </c:pt>
                <c:pt idx="70">
                  <c:v>42712</c:v>
                </c:pt>
                <c:pt idx="71">
                  <c:v>42713</c:v>
                </c:pt>
                <c:pt idx="72">
                  <c:v>42716</c:v>
                </c:pt>
                <c:pt idx="73">
                  <c:v>42717</c:v>
                </c:pt>
                <c:pt idx="74">
                  <c:v>42718</c:v>
                </c:pt>
                <c:pt idx="75">
                  <c:v>42719</c:v>
                </c:pt>
                <c:pt idx="76">
                  <c:v>42720</c:v>
                </c:pt>
                <c:pt idx="77">
                  <c:v>42723</c:v>
                </c:pt>
                <c:pt idx="78">
                  <c:v>42724</c:v>
                </c:pt>
                <c:pt idx="79">
                  <c:v>42725</c:v>
                </c:pt>
                <c:pt idx="80">
                  <c:v>42726</c:v>
                </c:pt>
                <c:pt idx="81">
                  <c:v>42727</c:v>
                </c:pt>
                <c:pt idx="82">
                  <c:v>42730</c:v>
                </c:pt>
                <c:pt idx="83">
                  <c:v>42731</c:v>
                </c:pt>
                <c:pt idx="84">
                  <c:v>42732</c:v>
                </c:pt>
                <c:pt idx="85">
                  <c:v>42733</c:v>
                </c:pt>
                <c:pt idx="86">
                  <c:v>42734</c:v>
                </c:pt>
                <c:pt idx="87">
                  <c:v>42737</c:v>
                </c:pt>
                <c:pt idx="88">
                  <c:v>42738</c:v>
                </c:pt>
                <c:pt idx="89">
                  <c:v>42739</c:v>
                </c:pt>
                <c:pt idx="90">
                  <c:v>42740</c:v>
                </c:pt>
                <c:pt idx="91">
                  <c:v>42741</c:v>
                </c:pt>
                <c:pt idx="92">
                  <c:v>42744</c:v>
                </c:pt>
                <c:pt idx="93">
                  <c:v>42745</c:v>
                </c:pt>
                <c:pt idx="94">
                  <c:v>42746</c:v>
                </c:pt>
                <c:pt idx="95">
                  <c:v>42747</c:v>
                </c:pt>
                <c:pt idx="96">
                  <c:v>42748</c:v>
                </c:pt>
                <c:pt idx="97">
                  <c:v>42751</c:v>
                </c:pt>
                <c:pt idx="98">
                  <c:v>42752</c:v>
                </c:pt>
                <c:pt idx="99">
                  <c:v>42753</c:v>
                </c:pt>
                <c:pt idx="100">
                  <c:v>42754</c:v>
                </c:pt>
                <c:pt idx="101">
                  <c:v>42755</c:v>
                </c:pt>
                <c:pt idx="102">
                  <c:v>42758</c:v>
                </c:pt>
                <c:pt idx="103">
                  <c:v>42759</c:v>
                </c:pt>
                <c:pt idx="104">
                  <c:v>42760</c:v>
                </c:pt>
                <c:pt idx="105">
                  <c:v>42761</c:v>
                </c:pt>
                <c:pt idx="106">
                  <c:v>42762</c:v>
                </c:pt>
                <c:pt idx="107">
                  <c:v>42765</c:v>
                </c:pt>
                <c:pt idx="108">
                  <c:v>42766</c:v>
                </c:pt>
                <c:pt idx="109">
                  <c:v>42767</c:v>
                </c:pt>
                <c:pt idx="110">
                  <c:v>42768</c:v>
                </c:pt>
                <c:pt idx="111">
                  <c:v>42769</c:v>
                </c:pt>
                <c:pt idx="112">
                  <c:v>42772</c:v>
                </c:pt>
                <c:pt idx="113">
                  <c:v>42773</c:v>
                </c:pt>
                <c:pt idx="114">
                  <c:v>42774</c:v>
                </c:pt>
                <c:pt idx="115">
                  <c:v>42775</c:v>
                </c:pt>
                <c:pt idx="116">
                  <c:v>42776</c:v>
                </c:pt>
                <c:pt idx="117">
                  <c:v>42779</c:v>
                </c:pt>
                <c:pt idx="118">
                  <c:v>42780</c:v>
                </c:pt>
                <c:pt idx="119">
                  <c:v>42781</c:v>
                </c:pt>
                <c:pt idx="120">
                  <c:v>42782</c:v>
                </c:pt>
                <c:pt idx="121">
                  <c:v>42783</c:v>
                </c:pt>
                <c:pt idx="122">
                  <c:v>42786</c:v>
                </c:pt>
                <c:pt idx="123">
                  <c:v>42787</c:v>
                </c:pt>
                <c:pt idx="124">
                  <c:v>42788</c:v>
                </c:pt>
                <c:pt idx="125">
                  <c:v>42789</c:v>
                </c:pt>
                <c:pt idx="126">
                  <c:v>42790</c:v>
                </c:pt>
                <c:pt idx="127">
                  <c:v>42793</c:v>
                </c:pt>
                <c:pt idx="128">
                  <c:v>42794</c:v>
                </c:pt>
                <c:pt idx="129">
                  <c:v>42795</c:v>
                </c:pt>
                <c:pt idx="130">
                  <c:v>42796</c:v>
                </c:pt>
                <c:pt idx="131">
                  <c:v>42797</c:v>
                </c:pt>
                <c:pt idx="132">
                  <c:v>42800</c:v>
                </c:pt>
                <c:pt idx="133">
                  <c:v>42801</c:v>
                </c:pt>
                <c:pt idx="134">
                  <c:v>42802</c:v>
                </c:pt>
                <c:pt idx="135">
                  <c:v>42803</c:v>
                </c:pt>
                <c:pt idx="136">
                  <c:v>42804</c:v>
                </c:pt>
                <c:pt idx="137">
                  <c:v>42807</c:v>
                </c:pt>
                <c:pt idx="138">
                  <c:v>42808</c:v>
                </c:pt>
                <c:pt idx="139">
                  <c:v>42809</c:v>
                </c:pt>
                <c:pt idx="140">
                  <c:v>42810</c:v>
                </c:pt>
                <c:pt idx="141">
                  <c:v>42811</c:v>
                </c:pt>
                <c:pt idx="142">
                  <c:v>42814</c:v>
                </c:pt>
                <c:pt idx="143">
                  <c:v>42815</c:v>
                </c:pt>
                <c:pt idx="144">
                  <c:v>42816</c:v>
                </c:pt>
                <c:pt idx="145">
                  <c:v>42817</c:v>
                </c:pt>
                <c:pt idx="146">
                  <c:v>42818</c:v>
                </c:pt>
                <c:pt idx="147">
                  <c:v>42821</c:v>
                </c:pt>
                <c:pt idx="148">
                  <c:v>42822</c:v>
                </c:pt>
                <c:pt idx="149">
                  <c:v>42823</c:v>
                </c:pt>
                <c:pt idx="150">
                  <c:v>42824</c:v>
                </c:pt>
                <c:pt idx="151">
                  <c:v>42825</c:v>
                </c:pt>
                <c:pt idx="152">
                  <c:v>42828</c:v>
                </c:pt>
                <c:pt idx="153">
                  <c:v>42829</c:v>
                </c:pt>
                <c:pt idx="154">
                  <c:v>42830</c:v>
                </c:pt>
                <c:pt idx="155">
                  <c:v>42831</c:v>
                </c:pt>
                <c:pt idx="156">
                  <c:v>42832</c:v>
                </c:pt>
                <c:pt idx="157">
                  <c:v>42835</c:v>
                </c:pt>
                <c:pt idx="158">
                  <c:v>42836</c:v>
                </c:pt>
                <c:pt idx="159">
                  <c:v>42837</c:v>
                </c:pt>
                <c:pt idx="160">
                  <c:v>42838</c:v>
                </c:pt>
                <c:pt idx="161">
                  <c:v>42839</c:v>
                </c:pt>
                <c:pt idx="162">
                  <c:v>42842</c:v>
                </c:pt>
                <c:pt idx="163">
                  <c:v>42843</c:v>
                </c:pt>
                <c:pt idx="164">
                  <c:v>42844</c:v>
                </c:pt>
                <c:pt idx="165">
                  <c:v>42845</c:v>
                </c:pt>
                <c:pt idx="166">
                  <c:v>42846</c:v>
                </c:pt>
                <c:pt idx="167">
                  <c:v>42849</c:v>
                </c:pt>
                <c:pt idx="168">
                  <c:v>42850</c:v>
                </c:pt>
                <c:pt idx="169">
                  <c:v>42851</c:v>
                </c:pt>
                <c:pt idx="170">
                  <c:v>42852</c:v>
                </c:pt>
                <c:pt idx="171">
                  <c:v>42853</c:v>
                </c:pt>
                <c:pt idx="172">
                  <c:v>42856</c:v>
                </c:pt>
                <c:pt idx="173">
                  <c:v>42857</c:v>
                </c:pt>
                <c:pt idx="174">
                  <c:v>42858</c:v>
                </c:pt>
                <c:pt idx="175">
                  <c:v>42859</c:v>
                </c:pt>
                <c:pt idx="176">
                  <c:v>42860</c:v>
                </c:pt>
                <c:pt idx="177">
                  <c:v>42863</c:v>
                </c:pt>
                <c:pt idx="178">
                  <c:v>42864</c:v>
                </c:pt>
                <c:pt idx="179">
                  <c:v>42865</c:v>
                </c:pt>
                <c:pt idx="180">
                  <c:v>42866</c:v>
                </c:pt>
                <c:pt idx="181">
                  <c:v>42867</c:v>
                </c:pt>
                <c:pt idx="182">
                  <c:v>42870</c:v>
                </c:pt>
                <c:pt idx="183">
                  <c:v>42871</c:v>
                </c:pt>
                <c:pt idx="184">
                  <c:v>42872</c:v>
                </c:pt>
                <c:pt idx="185">
                  <c:v>42873</c:v>
                </c:pt>
                <c:pt idx="186">
                  <c:v>42874</c:v>
                </c:pt>
                <c:pt idx="187">
                  <c:v>42877</c:v>
                </c:pt>
                <c:pt idx="188">
                  <c:v>42878</c:v>
                </c:pt>
                <c:pt idx="189">
                  <c:v>42879</c:v>
                </c:pt>
                <c:pt idx="190">
                  <c:v>42880</c:v>
                </c:pt>
                <c:pt idx="191">
                  <c:v>42881</c:v>
                </c:pt>
                <c:pt idx="192">
                  <c:v>42884</c:v>
                </c:pt>
                <c:pt idx="193">
                  <c:v>42885</c:v>
                </c:pt>
                <c:pt idx="194">
                  <c:v>42886</c:v>
                </c:pt>
                <c:pt idx="195">
                  <c:v>42887</c:v>
                </c:pt>
                <c:pt idx="196">
                  <c:v>42888</c:v>
                </c:pt>
                <c:pt idx="197">
                  <c:v>42891</c:v>
                </c:pt>
                <c:pt idx="198">
                  <c:v>42892</c:v>
                </c:pt>
                <c:pt idx="199">
                  <c:v>42893</c:v>
                </c:pt>
                <c:pt idx="200">
                  <c:v>42894</c:v>
                </c:pt>
                <c:pt idx="201">
                  <c:v>42895</c:v>
                </c:pt>
                <c:pt idx="202">
                  <c:v>42898</c:v>
                </c:pt>
                <c:pt idx="203">
                  <c:v>42899</c:v>
                </c:pt>
                <c:pt idx="204">
                  <c:v>42900</c:v>
                </c:pt>
                <c:pt idx="205">
                  <c:v>42901</c:v>
                </c:pt>
                <c:pt idx="206">
                  <c:v>42902</c:v>
                </c:pt>
                <c:pt idx="207">
                  <c:v>42905</c:v>
                </c:pt>
                <c:pt idx="208">
                  <c:v>42906</c:v>
                </c:pt>
                <c:pt idx="209">
                  <c:v>42907</c:v>
                </c:pt>
                <c:pt idx="210">
                  <c:v>42908</c:v>
                </c:pt>
                <c:pt idx="211">
                  <c:v>42909</c:v>
                </c:pt>
                <c:pt idx="212">
                  <c:v>42912</c:v>
                </c:pt>
                <c:pt idx="213">
                  <c:v>42913</c:v>
                </c:pt>
                <c:pt idx="214">
                  <c:v>42914</c:v>
                </c:pt>
                <c:pt idx="215">
                  <c:v>42915</c:v>
                </c:pt>
                <c:pt idx="216">
                  <c:v>42916</c:v>
                </c:pt>
                <c:pt idx="217">
                  <c:v>42919</c:v>
                </c:pt>
                <c:pt idx="218">
                  <c:v>42920</c:v>
                </c:pt>
                <c:pt idx="219">
                  <c:v>42921</c:v>
                </c:pt>
                <c:pt idx="220">
                  <c:v>42922</c:v>
                </c:pt>
                <c:pt idx="221">
                  <c:v>42923</c:v>
                </c:pt>
                <c:pt idx="222">
                  <c:v>42926</c:v>
                </c:pt>
                <c:pt idx="223">
                  <c:v>42927</c:v>
                </c:pt>
                <c:pt idx="224">
                  <c:v>42928</c:v>
                </c:pt>
                <c:pt idx="225">
                  <c:v>42929</c:v>
                </c:pt>
                <c:pt idx="226">
                  <c:v>42930</c:v>
                </c:pt>
                <c:pt idx="227">
                  <c:v>42933</c:v>
                </c:pt>
                <c:pt idx="228">
                  <c:v>42934</c:v>
                </c:pt>
                <c:pt idx="229">
                  <c:v>42935</c:v>
                </c:pt>
                <c:pt idx="230">
                  <c:v>42936</c:v>
                </c:pt>
                <c:pt idx="231">
                  <c:v>42937</c:v>
                </c:pt>
                <c:pt idx="232">
                  <c:v>42940</c:v>
                </c:pt>
                <c:pt idx="233">
                  <c:v>42941</c:v>
                </c:pt>
                <c:pt idx="234">
                  <c:v>42942</c:v>
                </c:pt>
                <c:pt idx="235">
                  <c:v>42943</c:v>
                </c:pt>
                <c:pt idx="236">
                  <c:v>42944</c:v>
                </c:pt>
                <c:pt idx="237">
                  <c:v>42947</c:v>
                </c:pt>
                <c:pt idx="238">
                  <c:v>42948</c:v>
                </c:pt>
                <c:pt idx="239">
                  <c:v>42949</c:v>
                </c:pt>
                <c:pt idx="240">
                  <c:v>42950</c:v>
                </c:pt>
                <c:pt idx="241">
                  <c:v>42951</c:v>
                </c:pt>
                <c:pt idx="242">
                  <c:v>42954</c:v>
                </c:pt>
                <c:pt idx="243">
                  <c:v>42955</c:v>
                </c:pt>
                <c:pt idx="244">
                  <c:v>42956</c:v>
                </c:pt>
                <c:pt idx="245">
                  <c:v>42957</c:v>
                </c:pt>
                <c:pt idx="246">
                  <c:v>42958</c:v>
                </c:pt>
                <c:pt idx="247">
                  <c:v>42961</c:v>
                </c:pt>
                <c:pt idx="248">
                  <c:v>42962</c:v>
                </c:pt>
                <c:pt idx="249">
                  <c:v>42963</c:v>
                </c:pt>
                <c:pt idx="250">
                  <c:v>42964</c:v>
                </c:pt>
                <c:pt idx="251">
                  <c:v>42965</c:v>
                </c:pt>
                <c:pt idx="252">
                  <c:v>42968</c:v>
                </c:pt>
                <c:pt idx="253">
                  <c:v>42969</c:v>
                </c:pt>
                <c:pt idx="254">
                  <c:v>42970</c:v>
                </c:pt>
                <c:pt idx="255">
                  <c:v>42971</c:v>
                </c:pt>
                <c:pt idx="256">
                  <c:v>42972</c:v>
                </c:pt>
                <c:pt idx="257">
                  <c:v>42975</c:v>
                </c:pt>
                <c:pt idx="258">
                  <c:v>42976</c:v>
                </c:pt>
                <c:pt idx="259">
                  <c:v>42977</c:v>
                </c:pt>
                <c:pt idx="260">
                  <c:v>42978</c:v>
                </c:pt>
                <c:pt idx="261">
                  <c:v>42979</c:v>
                </c:pt>
                <c:pt idx="262">
                  <c:v>42982</c:v>
                </c:pt>
                <c:pt idx="263">
                  <c:v>42983</c:v>
                </c:pt>
                <c:pt idx="264">
                  <c:v>42984</c:v>
                </c:pt>
                <c:pt idx="265">
                  <c:v>42985</c:v>
                </c:pt>
                <c:pt idx="266">
                  <c:v>42986</c:v>
                </c:pt>
                <c:pt idx="267">
                  <c:v>42989</c:v>
                </c:pt>
                <c:pt idx="268">
                  <c:v>42990</c:v>
                </c:pt>
                <c:pt idx="269">
                  <c:v>42991</c:v>
                </c:pt>
                <c:pt idx="270">
                  <c:v>42992</c:v>
                </c:pt>
                <c:pt idx="271">
                  <c:v>42993</c:v>
                </c:pt>
                <c:pt idx="272">
                  <c:v>42996</c:v>
                </c:pt>
                <c:pt idx="273">
                  <c:v>42997</c:v>
                </c:pt>
                <c:pt idx="274">
                  <c:v>42998</c:v>
                </c:pt>
                <c:pt idx="275">
                  <c:v>42999</c:v>
                </c:pt>
                <c:pt idx="276">
                  <c:v>43000</c:v>
                </c:pt>
                <c:pt idx="277">
                  <c:v>43003</c:v>
                </c:pt>
                <c:pt idx="278">
                  <c:v>43004</c:v>
                </c:pt>
                <c:pt idx="279">
                  <c:v>43005</c:v>
                </c:pt>
                <c:pt idx="280">
                  <c:v>43006</c:v>
                </c:pt>
                <c:pt idx="281">
                  <c:v>43007</c:v>
                </c:pt>
                <c:pt idx="282">
                  <c:v>43010</c:v>
                </c:pt>
                <c:pt idx="283">
                  <c:v>43011</c:v>
                </c:pt>
                <c:pt idx="284">
                  <c:v>43012</c:v>
                </c:pt>
                <c:pt idx="285">
                  <c:v>43013</c:v>
                </c:pt>
                <c:pt idx="286">
                  <c:v>43014</c:v>
                </c:pt>
                <c:pt idx="287">
                  <c:v>43017</c:v>
                </c:pt>
                <c:pt idx="288">
                  <c:v>43018</c:v>
                </c:pt>
                <c:pt idx="289">
                  <c:v>43019</c:v>
                </c:pt>
                <c:pt idx="290">
                  <c:v>43020</c:v>
                </c:pt>
                <c:pt idx="291">
                  <c:v>43021</c:v>
                </c:pt>
                <c:pt idx="292">
                  <c:v>43024</c:v>
                </c:pt>
                <c:pt idx="293">
                  <c:v>43025</c:v>
                </c:pt>
                <c:pt idx="294">
                  <c:v>43026</c:v>
                </c:pt>
                <c:pt idx="295">
                  <c:v>43027</c:v>
                </c:pt>
                <c:pt idx="296">
                  <c:v>43028</c:v>
                </c:pt>
                <c:pt idx="297">
                  <c:v>43031</c:v>
                </c:pt>
                <c:pt idx="298">
                  <c:v>43032</c:v>
                </c:pt>
                <c:pt idx="299">
                  <c:v>43033</c:v>
                </c:pt>
                <c:pt idx="300">
                  <c:v>43034</c:v>
                </c:pt>
                <c:pt idx="301">
                  <c:v>43035</c:v>
                </c:pt>
                <c:pt idx="302">
                  <c:v>43038</c:v>
                </c:pt>
                <c:pt idx="303">
                  <c:v>43039</c:v>
                </c:pt>
                <c:pt idx="304">
                  <c:v>43040</c:v>
                </c:pt>
                <c:pt idx="305">
                  <c:v>43041</c:v>
                </c:pt>
                <c:pt idx="306">
                  <c:v>43042</c:v>
                </c:pt>
                <c:pt idx="307">
                  <c:v>43045</c:v>
                </c:pt>
                <c:pt idx="308">
                  <c:v>43046</c:v>
                </c:pt>
                <c:pt idx="309">
                  <c:v>43047</c:v>
                </c:pt>
                <c:pt idx="310">
                  <c:v>43048</c:v>
                </c:pt>
                <c:pt idx="311">
                  <c:v>43049</c:v>
                </c:pt>
                <c:pt idx="312">
                  <c:v>43052</c:v>
                </c:pt>
                <c:pt idx="313">
                  <c:v>43053</c:v>
                </c:pt>
                <c:pt idx="314">
                  <c:v>43054</c:v>
                </c:pt>
                <c:pt idx="315">
                  <c:v>43055</c:v>
                </c:pt>
                <c:pt idx="316">
                  <c:v>43056</c:v>
                </c:pt>
                <c:pt idx="317">
                  <c:v>43059</c:v>
                </c:pt>
                <c:pt idx="318">
                  <c:v>43060</c:v>
                </c:pt>
                <c:pt idx="319">
                  <c:v>43061</c:v>
                </c:pt>
                <c:pt idx="320">
                  <c:v>43062</c:v>
                </c:pt>
                <c:pt idx="321">
                  <c:v>43063</c:v>
                </c:pt>
                <c:pt idx="322">
                  <c:v>43066</c:v>
                </c:pt>
                <c:pt idx="323">
                  <c:v>43067</c:v>
                </c:pt>
                <c:pt idx="324">
                  <c:v>43068</c:v>
                </c:pt>
                <c:pt idx="325">
                  <c:v>43069</c:v>
                </c:pt>
                <c:pt idx="326">
                  <c:v>43070</c:v>
                </c:pt>
                <c:pt idx="327">
                  <c:v>43073</c:v>
                </c:pt>
                <c:pt idx="328">
                  <c:v>43074</c:v>
                </c:pt>
                <c:pt idx="329">
                  <c:v>43075</c:v>
                </c:pt>
                <c:pt idx="330">
                  <c:v>43076</c:v>
                </c:pt>
                <c:pt idx="331">
                  <c:v>43077</c:v>
                </c:pt>
                <c:pt idx="332">
                  <c:v>43080</c:v>
                </c:pt>
                <c:pt idx="333">
                  <c:v>43081</c:v>
                </c:pt>
                <c:pt idx="334">
                  <c:v>43082</c:v>
                </c:pt>
                <c:pt idx="335">
                  <c:v>43083</c:v>
                </c:pt>
                <c:pt idx="336">
                  <c:v>43084</c:v>
                </c:pt>
                <c:pt idx="337">
                  <c:v>43087</c:v>
                </c:pt>
                <c:pt idx="338">
                  <c:v>43088</c:v>
                </c:pt>
                <c:pt idx="339">
                  <c:v>43089</c:v>
                </c:pt>
                <c:pt idx="340">
                  <c:v>43090</c:v>
                </c:pt>
                <c:pt idx="341">
                  <c:v>43091</c:v>
                </c:pt>
                <c:pt idx="342">
                  <c:v>43094</c:v>
                </c:pt>
                <c:pt idx="343">
                  <c:v>43095</c:v>
                </c:pt>
                <c:pt idx="344">
                  <c:v>43096</c:v>
                </c:pt>
                <c:pt idx="345">
                  <c:v>43097</c:v>
                </c:pt>
                <c:pt idx="346">
                  <c:v>43098</c:v>
                </c:pt>
                <c:pt idx="347">
                  <c:v>43102</c:v>
                </c:pt>
                <c:pt idx="348">
                  <c:v>43103</c:v>
                </c:pt>
                <c:pt idx="349">
                  <c:v>43104</c:v>
                </c:pt>
                <c:pt idx="350">
                  <c:v>43105</c:v>
                </c:pt>
                <c:pt idx="351">
                  <c:v>43108</c:v>
                </c:pt>
                <c:pt idx="352">
                  <c:v>43109</c:v>
                </c:pt>
                <c:pt idx="353">
                  <c:v>43110</c:v>
                </c:pt>
                <c:pt idx="354">
                  <c:v>43111</c:v>
                </c:pt>
                <c:pt idx="355">
                  <c:v>43112</c:v>
                </c:pt>
                <c:pt idx="356">
                  <c:v>43115</c:v>
                </c:pt>
                <c:pt idx="357">
                  <c:v>43116</c:v>
                </c:pt>
                <c:pt idx="358">
                  <c:v>43117</c:v>
                </c:pt>
                <c:pt idx="359">
                  <c:v>43118</c:v>
                </c:pt>
                <c:pt idx="360">
                  <c:v>43119</c:v>
                </c:pt>
                <c:pt idx="361">
                  <c:v>43122</c:v>
                </c:pt>
                <c:pt idx="362">
                  <c:v>43123</c:v>
                </c:pt>
                <c:pt idx="363">
                  <c:v>43124</c:v>
                </c:pt>
                <c:pt idx="364">
                  <c:v>43125</c:v>
                </c:pt>
                <c:pt idx="365">
                  <c:v>43126</c:v>
                </c:pt>
                <c:pt idx="366">
                  <c:v>43129</c:v>
                </c:pt>
                <c:pt idx="367">
                  <c:v>43130</c:v>
                </c:pt>
                <c:pt idx="368">
                  <c:v>43131</c:v>
                </c:pt>
                <c:pt idx="369">
                  <c:v>43132</c:v>
                </c:pt>
                <c:pt idx="370">
                  <c:v>43133</c:v>
                </c:pt>
                <c:pt idx="371">
                  <c:v>43136</c:v>
                </c:pt>
                <c:pt idx="372">
                  <c:v>43137</c:v>
                </c:pt>
                <c:pt idx="373">
                  <c:v>43138</c:v>
                </c:pt>
                <c:pt idx="374">
                  <c:v>43139</c:v>
                </c:pt>
                <c:pt idx="375">
                  <c:v>43140</c:v>
                </c:pt>
                <c:pt idx="376">
                  <c:v>43143</c:v>
                </c:pt>
                <c:pt idx="377">
                  <c:v>43144</c:v>
                </c:pt>
                <c:pt idx="378">
                  <c:v>43145</c:v>
                </c:pt>
                <c:pt idx="379">
                  <c:v>43146</c:v>
                </c:pt>
                <c:pt idx="380">
                  <c:v>43147</c:v>
                </c:pt>
                <c:pt idx="381">
                  <c:v>43150</c:v>
                </c:pt>
                <c:pt idx="382">
                  <c:v>43151</c:v>
                </c:pt>
                <c:pt idx="383">
                  <c:v>43152</c:v>
                </c:pt>
                <c:pt idx="384">
                  <c:v>43153</c:v>
                </c:pt>
                <c:pt idx="385">
                  <c:v>43154</c:v>
                </c:pt>
                <c:pt idx="386">
                  <c:v>43157</c:v>
                </c:pt>
                <c:pt idx="387">
                  <c:v>43158</c:v>
                </c:pt>
                <c:pt idx="388">
                  <c:v>43159</c:v>
                </c:pt>
                <c:pt idx="389">
                  <c:v>43160</c:v>
                </c:pt>
                <c:pt idx="390">
                  <c:v>43161</c:v>
                </c:pt>
                <c:pt idx="391">
                  <c:v>43164</c:v>
                </c:pt>
                <c:pt idx="392">
                  <c:v>43165</c:v>
                </c:pt>
                <c:pt idx="393">
                  <c:v>43166</c:v>
                </c:pt>
                <c:pt idx="394">
                  <c:v>43167</c:v>
                </c:pt>
                <c:pt idx="395">
                  <c:v>43168</c:v>
                </c:pt>
                <c:pt idx="396">
                  <c:v>43171</c:v>
                </c:pt>
                <c:pt idx="397">
                  <c:v>43172</c:v>
                </c:pt>
                <c:pt idx="398">
                  <c:v>43173</c:v>
                </c:pt>
                <c:pt idx="399">
                  <c:v>43174</c:v>
                </c:pt>
                <c:pt idx="400">
                  <c:v>43175</c:v>
                </c:pt>
                <c:pt idx="401">
                  <c:v>43178</c:v>
                </c:pt>
                <c:pt idx="402">
                  <c:v>43179</c:v>
                </c:pt>
                <c:pt idx="403">
                  <c:v>43180</c:v>
                </c:pt>
                <c:pt idx="404">
                  <c:v>43181</c:v>
                </c:pt>
                <c:pt idx="405">
                  <c:v>43182</c:v>
                </c:pt>
                <c:pt idx="406">
                  <c:v>43185</c:v>
                </c:pt>
                <c:pt idx="407">
                  <c:v>43186</c:v>
                </c:pt>
                <c:pt idx="408">
                  <c:v>43187</c:v>
                </c:pt>
                <c:pt idx="409">
                  <c:v>43188</c:v>
                </c:pt>
                <c:pt idx="410">
                  <c:v>43189</c:v>
                </c:pt>
                <c:pt idx="411">
                  <c:v>43192</c:v>
                </c:pt>
                <c:pt idx="412">
                  <c:v>43193</c:v>
                </c:pt>
                <c:pt idx="413">
                  <c:v>43194</c:v>
                </c:pt>
                <c:pt idx="414">
                  <c:v>43195</c:v>
                </c:pt>
                <c:pt idx="415">
                  <c:v>43196</c:v>
                </c:pt>
                <c:pt idx="416">
                  <c:v>43199</c:v>
                </c:pt>
                <c:pt idx="417">
                  <c:v>43200</c:v>
                </c:pt>
                <c:pt idx="418">
                  <c:v>43201</c:v>
                </c:pt>
                <c:pt idx="419">
                  <c:v>43202</c:v>
                </c:pt>
                <c:pt idx="420">
                  <c:v>43203</c:v>
                </c:pt>
                <c:pt idx="421">
                  <c:v>43206</c:v>
                </c:pt>
                <c:pt idx="422">
                  <c:v>43207</c:v>
                </c:pt>
                <c:pt idx="423">
                  <c:v>43208</c:v>
                </c:pt>
                <c:pt idx="424">
                  <c:v>43209</c:v>
                </c:pt>
                <c:pt idx="425">
                  <c:v>43210</c:v>
                </c:pt>
                <c:pt idx="426">
                  <c:v>43213</c:v>
                </c:pt>
                <c:pt idx="427">
                  <c:v>43214</c:v>
                </c:pt>
                <c:pt idx="428">
                  <c:v>43215</c:v>
                </c:pt>
                <c:pt idx="429">
                  <c:v>43216</c:v>
                </c:pt>
                <c:pt idx="430">
                  <c:v>43217</c:v>
                </c:pt>
                <c:pt idx="431">
                  <c:v>43220</c:v>
                </c:pt>
                <c:pt idx="432">
                  <c:v>43221</c:v>
                </c:pt>
                <c:pt idx="433">
                  <c:v>43222</c:v>
                </c:pt>
                <c:pt idx="434">
                  <c:v>43223</c:v>
                </c:pt>
                <c:pt idx="435">
                  <c:v>43224</c:v>
                </c:pt>
                <c:pt idx="436">
                  <c:v>43227</c:v>
                </c:pt>
                <c:pt idx="437">
                  <c:v>43228</c:v>
                </c:pt>
                <c:pt idx="438">
                  <c:v>43229</c:v>
                </c:pt>
                <c:pt idx="439">
                  <c:v>43230</c:v>
                </c:pt>
                <c:pt idx="440">
                  <c:v>43231</c:v>
                </c:pt>
                <c:pt idx="441">
                  <c:v>43234</c:v>
                </c:pt>
                <c:pt idx="442">
                  <c:v>43235</c:v>
                </c:pt>
                <c:pt idx="443">
                  <c:v>43236</c:v>
                </c:pt>
                <c:pt idx="444">
                  <c:v>43237</c:v>
                </c:pt>
                <c:pt idx="445">
                  <c:v>43238</c:v>
                </c:pt>
                <c:pt idx="446">
                  <c:v>43241</c:v>
                </c:pt>
                <c:pt idx="447">
                  <c:v>43242</c:v>
                </c:pt>
                <c:pt idx="448">
                  <c:v>43243</c:v>
                </c:pt>
                <c:pt idx="449">
                  <c:v>43244</c:v>
                </c:pt>
                <c:pt idx="450">
                  <c:v>43245</c:v>
                </c:pt>
                <c:pt idx="451">
                  <c:v>43248</c:v>
                </c:pt>
                <c:pt idx="452">
                  <c:v>43249</c:v>
                </c:pt>
                <c:pt idx="453">
                  <c:v>43250</c:v>
                </c:pt>
                <c:pt idx="454">
                  <c:v>43251</c:v>
                </c:pt>
                <c:pt idx="455">
                  <c:v>43252</c:v>
                </c:pt>
                <c:pt idx="456">
                  <c:v>43255</c:v>
                </c:pt>
                <c:pt idx="457">
                  <c:v>43256</c:v>
                </c:pt>
                <c:pt idx="458">
                  <c:v>43257</c:v>
                </c:pt>
                <c:pt idx="459">
                  <c:v>43258</c:v>
                </c:pt>
                <c:pt idx="460">
                  <c:v>43259</c:v>
                </c:pt>
                <c:pt idx="461">
                  <c:v>43262</c:v>
                </c:pt>
                <c:pt idx="462">
                  <c:v>43263</c:v>
                </c:pt>
                <c:pt idx="463">
                  <c:v>43264</c:v>
                </c:pt>
                <c:pt idx="464">
                  <c:v>43265</c:v>
                </c:pt>
                <c:pt idx="465">
                  <c:v>43266</c:v>
                </c:pt>
                <c:pt idx="466">
                  <c:v>43269</c:v>
                </c:pt>
                <c:pt idx="467">
                  <c:v>43270</c:v>
                </c:pt>
                <c:pt idx="468">
                  <c:v>43271</c:v>
                </c:pt>
                <c:pt idx="469">
                  <c:v>43272</c:v>
                </c:pt>
                <c:pt idx="470">
                  <c:v>43273</c:v>
                </c:pt>
                <c:pt idx="471">
                  <c:v>43276</c:v>
                </c:pt>
                <c:pt idx="472">
                  <c:v>43277</c:v>
                </c:pt>
                <c:pt idx="473">
                  <c:v>43278</c:v>
                </c:pt>
                <c:pt idx="474">
                  <c:v>43279</c:v>
                </c:pt>
                <c:pt idx="475">
                  <c:v>43280</c:v>
                </c:pt>
                <c:pt idx="476">
                  <c:v>43283</c:v>
                </c:pt>
                <c:pt idx="477">
                  <c:v>43284</c:v>
                </c:pt>
                <c:pt idx="478">
                  <c:v>43285</c:v>
                </c:pt>
                <c:pt idx="479">
                  <c:v>43286</c:v>
                </c:pt>
                <c:pt idx="480">
                  <c:v>43287</c:v>
                </c:pt>
                <c:pt idx="481">
                  <c:v>43290</c:v>
                </c:pt>
                <c:pt idx="482">
                  <c:v>43291</c:v>
                </c:pt>
                <c:pt idx="483">
                  <c:v>43292</c:v>
                </c:pt>
                <c:pt idx="484">
                  <c:v>43293</c:v>
                </c:pt>
                <c:pt idx="485">
                  <c:v>43294</c:v>
                </c:pt>
                <c:pt idx="486">
                  <c:v>43297</c:v>
                </c:pt>
                <c:pt idx="487">
                  <c:v>43298</c:v>
                </c:pt>
                <c:pt idx="488">
                  <c:v>43299</c:v>
                </c:pt>
                <c:pt idx="489">
                  <c:v>43300</c:v>
                </c:pt>
                <c:pt idx="490">
                  <c:v>43301</c:v>
                </c:pt>
                <c:pt idx="491">
                  <c:v>43304</c:v>
                </c:pt>
                <c:pt idx="492">
                  <c:v>43305</c:v>
                </c:pt>
                <c:pt idx="493">
                  <c:v>43306</c:v>
                </c:pt>
                <c:pt idx="494">
                  <c:v>43307</c:v>
                </c:pt>
                <c:pt idx="495">
                  <c:v>43308</c:v>
                </c:pt>
                <c:pt idx="496">
                  <c:v>43311</c:v>
                </c:pt>
                <c:pt idx="497">
                  <c:v>43312</c:v>
                </c:pt>
                <c:pt idx="498">
                  <c:v>43313</c:v>
                </c:pt>
                <c:pt idx="499">
                  <c:v>43314</c:v>
                </c:pt>
                <c:pt idx="500">
                  <c:v>43315</c:v>
                </c:pt>
                <c:pt idx="501">
                  <c:v>43318</c:v>
                </c:pt>
                <c:pt idx="502">
                  <c:v>43319</c:v>
                </c:pt>
                <c:pt idx="503">
                  <c:v>43320</c:v>
                </c:pt>
                <c:pt idx="504">
                  <c:v>43321</c:v>
                </c:pt>
                <c:pt idx="505">
                  <c:v>43322</c:v>
                </c:pt>
                <c:pt idx="506">
                  <c:v>43325</c:v>
                </c:pt>
                <c:pt idx="507">
                  <c:v>43326</c:v>
                </c:pt>
                <c:pt idx="508">
                  <c:v>43327</c:v>
                </c:pt>
                <c:pt idx="509">
                  <c:v>43328</c:v>
                </c:pt>
                <c:pt idx="510">
                  <c:v>43329</c:v>
                </c:pt>
                <c:pt idx="511">
                  <c:v>43332</c:v>
                </c:pt>
                <c:pt idx="512">
                  <c:v>43333</c:v>
                </c:pt>
                <c:pt idx="513">
                  <c:v>43334</c:v>
                </c:pt>
                <c:pt idx="514">
                  <c:v>43335</c:v>
                </c:pt>
                <c:pt idx="515">
                  <c:v>43336</c:v>
                </c:pt>
                <c:pt idx="516">
                  <c:v>43339</c:v>
                </c:pt>
                <c:pt idx="517">
                  <c:v>43340</c:v>
                </c:pt>
                <c:pt idx="518">
                  <c:v>43341</c:v>
                </c:pt>
                <c:pt idx="519">
                  <c:v>43342</c:v>
                </c:pt>
                <c:pt idx="520">
                  <c:v>43343</c:v>
                </c:pt>
                <c:pt idx="521">
                  <c:v>43346</c:v>
                </c:pt>
                <c:pt idx="522">
                  <c:v>43347</c:v>
                </c:pt>
                <c:pt idx="523">
                  <c:v>43348</c:v>
                </c:pt>
                <c:pt idx="524">
                  <c:v>43349</c:v>
                </c:pt>
                <c:pt idx="525">
                  <c:v>43350</c:v>
                </c:pt>
                <c:pt idx="526">
                  <c:v>43353</c:v>
                </c:pt>
                <c:pt idx="527">
                  <c:v>43354</c:v>
                </c:pt>
                <c:pt idx="528">
                  <c:v>43355</c:v>
                </c:pt>
                <c:pt idx="529">
                  <c:v>43356</c:v>
                </c:pt>
                <c:pt idx="530">
                  <c:v>43357</c:v>
                </c:pt>
                <c:pt idx="531">
                  <c:v>43360</c:v>
                </c:pt>
                <c:pt idx="532">
                  <c:v>43361</c:v>
                </c:pt>
                <c:pt idx="533">
                  <c:v>43362</c:v>
                </c:pt>
                <c:pt idx="534">
                  <c:v>43363</c:v>
                </c:pt>
                <c:pt idx="535">
                  <c:v>43364</c:v>
                </c:pt>
                <c:pt idx="536">
                  <c:v>43367</c:v>
                </c:pt>
                <c:pt idx="537">
                  <c:v>43368</c:v>
                </c:pt>
                <c:pt idx="538">
                  <c:v>43369</c:v>
                </c:pt>
                <c:pt idx="539">
                  <c:v>43370</c:v>
                </c:pt>
                <c:pt idx="540">
                  <c:v>43371</c:v>
                </c:pt>
                <c:pt idx="541">
                  <c:v>43374</c:v>
                </c:pt>
                <c:pt idx="542">
                  <c:v>43375</c:v>
                </c:pt>
                <c:pt idx="543">
                  <c:v>43376</c:v>
                </c:pt>
                <c:pt idx="544">
                  <c:v>43377</c:v>
                </c:pt>
                <c:pt idx="545">
                  <c:v>43378</c:v>
                </c:pt>
                <c:pt idx="546">
                  <c:v>43381</c:v>
                </c:pt>
                <c:pt idx="547">
                  <c:v>43382</c:v>
                </c:pt>
                <c:pt idx="548">
                  <c:v>43383</c:v>
                </c:pt>
                <c:pt idx="549">
                  <c:v>43384</c:v>
                </c:pt>
                <c:pt idx="550">
                  <c:v>43385</c:v>
                </c:pt>
                <c:pt idx="551">
                  <c:v>43388</c:v>
                </c:pt>
                <c:pt idx="552">
                  <c:v>43389</c:v>
                </c:pt>
                <c:pt idx="553">
                  <c:v>43390</c:v>
                </c:pt>
                <c:pt idx="554">
                  <c:v>43391</c:v>
                </c:pt>
                <c:pt idx="555">
                  <c:v>43392</c:v>
                </c:pt>
                <c:pt idx="556">
                  <c:v>43395</c:v>
                </c:pt>
                <c:pt idx="557">
                  <c:v>43396</c:v>
                </c:pt>
                <c:pt idx="558">
                  <c:v>43397</c:v>
                </c:pt>
                <c:pt idx="559">
                  <c:v>43398</c:v>
                </c:pt>
                <c:pt idx="560">
                  <c:v>43399</c:v>
                </c:pt>
                <c:pt idx="561">
                  <c:v>43402</c:v>
                </c:pt>
                <c:pt idx="562">
                  <c:v>43403</c:v>
                </c:pt>
                <c:pt idx="563">
                  <c:v>43404</c:v>
                </c:pt>
                <c:pt idx="564">
                  <c:v>43405</c:v>
                </c:pt>
                <c:pt idx="565">
                  <c:v>43406</c:v>
                </c:pt>
                <c:pt idx="566">
                  <c:v>43409</c:v>
                </c:pt>
                <c:pt idx="567">
                  <c:v>43410</c:v>
                </c:pt>
                <c:pt idx="568">
                  <c:v>43411</c:v>
                </c:pt>
                <c:pt idx="569">
                  <c:v>43412</c:v>
                </c:pt>
                <c:pt idx="570">
                  <c:v>43413</c:v>
                </c:pt>
                <c:pt idx="571">
                  <c:v>43416</c:v>
                </c:pt>
                <c:pt idx="572">
                  <c:v>43417</c:v>
                </c:pt>
                <c:pt idx="573">
                  <c:v>43418</c:v>
                </c:pt>
                <c:pt idx="574">
                  <c:v>43419</c:v>
                </c:pt>
                <c:pt idx="575">
                  <c:v>43420</c:v>
                </c:pt>
                <c:pt idx="576">
                  <c:v>43423</c:v>
                </c:pt>
                <c:pt idx="577">
                  <c:v>43424</c:v>
                </c:pt>
                <c:pt idx="578">
                  <c:v>43425</c:v>
                </c:pt>
                <c:pt idx="579">
                  <c:v>43426</c:v>
                </c:pt>
                <c:pt idx="580">
                  <c:v>43427</c:v>
                </c:pt>
                <c:pt idx="581">
                  <c:v>43430</c:v>
                </c:pt>
                <c:pt idx="582">
                  <c:v>43431</c:v>
                </c:pt>
                <c:pt idx="583">
                  <c:v>43432</c:v>
                </c:pt>
                <c:pt idx="584">
                  <c:v>43433</c:v>
                </c:pt>
                <c:pt idx="585">
                  <c:v>43434</c:v>
                </c:pt>
                <c:pt idx="586">
                  <c:v>43437</c:v>
                </c:pt>
                <c:pt idx="587">
                  <c:v>43438</c:v>
                </c:pt>
                <c:pt idx="588">
                  <c:v>43439</c:v>
                </c:pt>
                <c:pt idx="589">
                  <c:v>43440</c:v>
                </c:pt>
                <c:pt idx="590">
                  <c:v>43441</c:v>
                </c:pt>
                <c:pt idx="591">
                  <c:v>43444</c:v>
                </c:pt>
                <c:pt idx="592">
                  <c:v>43445</c:v>
                </c:pt>
                <c:pt idx="593">
                  <c:v>43446</c:v>
                </c:pt>
                <c:pt idx="594">
                  <c:v>43447</c:v>
                </c:pt>
                <c:pt idx="595">
                  <c:v>43448</c:v>
                </c:pt>
                <c:pt idx="596">
                  <c:v>43451</c:v>
                </c:pt>
                <c:pt idx="597">
                  <c:v>43452</c:v>
                </c:pt>
                <c:pt idx="598">
                  <c:v>43453</c:v>
                </c:pt>
                <c:pt idx="599">
                  <c:v>43454</c:v>
                </c:pt>
                <c:pt idx="600">
                  <c:v>43455</c:v>
                </c:pt>
                <c:pt idx="601">
                  <c:v>43458</c:v>
                </c:pt>
                <c:pt idx="602">
                  <c:v>43460</c:v>
                </c:pt>
                <c:pt idx="603">
                  <c:v>43461</c:v>
                </c:pt>
                <c:pt idx="604">
                  <c:v>43462</c:v>
                </c:pt>
                <c:pt idx="605">
                  <c:v>43465</c:v>
                </c:pt>
                <c:pt idx="606">
                  <c:v>43467</c:v>
                </c:pt>
                <c:pt idx="607">
                  <c:v>43468</c:v>
                </c:pt>
                <c:pt idx="608">
                  <c:v>43469</c:v>
                </c:pt>
                <c:pt idx="609">
                  <c:v>43472</c:v>
                </c:pt>
                <c:pt idx="610">
                  <c:v>43473</c:v>
                </c:pt>
                <c:pt idx="611">
                  <c:v>43474</c:v>
                </c:pt>
                <c:pt idx="612">
                  <c:v>43475</c:v>
                </c:pt>
                <c:pt idx="613">
                  <c:v>43476</c:v>
                </c:pt>
                <c:pt idx="614">
                  <c:v>43479</c:v>
                </c:pt>
                <c:pt idx="615">
                  <c:v>43480</c:v>
                </c:pt>
                <c:pt idx="616">
                  <c:v>43481</c:v>
                </c:pt>
                <c:pt idx="617">
                  <c:v>43482</c:v>
                </c:pt>
                <c:pt idx="618">
                  <c:v>43483</c:v>
                </c:pt>
                <c:pt idx="619">
                  <c:v>43486</c:v>
                </c:pt>
                <c:pt idx="620">
                  <c:v>43487</c:v>
                </c:pt>
                <c:pt idx="621">
                  <c:v>43488</c:v>
                </c:pt>
                <c:pt idx="622">
                  <c:v>43489</c:v>
                </c:pt>
                <c:pt idx="623">
                  <c:v>43490</c:v>
                </c:pt>
                <c:pt idx="624">
                  <c:v>43493</c:v>
                </c:pt>
                <c:pt idx="625">
                  <c:v>43494</c:v>
                </c:pt>
                <c:pt idx="626">
                  <c:v>43495</c:v>
                </c:pt>
                <c:pt idx="627">
                  <c:v>43496</c:v>
                </c:pt>
                <c:pt idx="628">
                  <c:v>43497</c:v>
                </c:pt>
                <c:pt idx="629">
                  <c:v>43500</c:v>
                </c:pt>
                <c:pt idx="630">
                  <c:v>43501</c:v>
                </c:pt>
                <c:pt idx="631">
                  <c:v>43502</c:v>
                </c:pt>
                <c:pt idx="632">
                  <c:v>43503</c:v>
                </c:pt>
                <c:pt idx="633">
                  <c:v>43504</c:v>
                </c:pt>
                <c:pt idx="634">
                  <c:v>43507</c:v>
                </c:pt>
                <c:pt idx="635">
                  <c:v>43508</c:v>
                </c:pt>
                <c:pt idx="636">
                  <c:v>43509</c:v>
                </c:pt>
                <c:pt idx="637">
                  <c:v>43510</c:v>
                </c:pt>
                <c:pt idx="638">
                  <c:v>43511</c:v>
                </c:pt>
                <c:pt idx="639">
                  <c:v>43514</c:v>
                </c:pt>
                <c:pt idx="640">
                  <c:v>43515</c:v>
                </c:pt>
                <c:pt idx="641">
                  <c:v>43516</c:v>
                </c:pt>
                <c:pt idx="642">
                  <c:v>43517</c:v>
                </c:pt>
                <c:pt idx="643">
                  <c:v>43518</c:v>
                </c:pt>
                <c:pt idx="644">
                  <c:v>43521</c:v>
                </c:pt>
                <c:pt idx="645">
                  <c:v>43522</c:v>
                </c:pt>
                <c:pt idx="646">
                  <c:v>43523</c:v>
                </c:pt>
                <c:pt idx="647">
                  <c:v>43524</c:v>
                </c:pt>
                <c:pt idx="648">
                  <c:v>43525</c:v>
                </c:pt>
                <c:pt idx="649">
                  <c:v>43528</c:v>
                </c:pt>
                <c:pt idx="650">
                  <c:v>43529</c:v>
                </c:pt>
                <c:pt idx="651">
                  <c:v>43530</c:v>
                </c:pt>
                <c:pt idx="652">
                  <c:v>43531</c:v>
                </c:pt>
                <c:pt idx="653">
                  <c:v>43532</c:v>
                </c:pt>
                <c:pt idx="654">
                  <c:v>43535</c:v>
                </c:pt>
                <c:pt idx="655">
                  <c:v>43536</c:v>
                </c:pt>
                <c:pt idx="656">
                  <c:v>43537</c:v>
                </c:pt>
                <c:pt idx="657">
                  <c:v>43538</c:v>
                </c:pt>
                <c:pt idx="658">
                  <c:v>43539</c:v>
                </c:pt>
                <c:pt idx="659">
                  <c:v>43542</c:v>
                </c:pt>
                <c:pt idx="660">
                  <c:v>43543</c:v>
                </c:pt>
                <c:pt idx="661">
                  <c:v>43544</c:v>
                </c:pt>
                <c:pt idx="662">
                  <c:v>43545</c:v>
                </c:pt>
                <c:pt idx="663">
                  <c:v>43546</c:v>
                </c:pt>
                <c:pt idx="664">
                  <c:v>43549</c:v>
                </c:pt>
                <c:pt idx="665">
                  <c:v>43550</c:v>
                </c:pt>
                <c:pt idx="666">
                  <c:v>43551</c:v>
                </c:pt>
                <c:pt idx="667">
                  <c:v>43552</c:v>
                </c:pt>
                <c:pt idx="668">
                  <c:v>43553</c:v>
                </c:pt>
                <c:pt idx="669">
                  <c:v>43556</c:v>
                </c:pt>
                <c:pt idx="670">
                  <c:v>43557</c:v>
                </c:pt>
                <c:pt idx="671">
                  <c:v>43558</c:v>
                </c:pt>
                <c:pt idx="672">
                  <c:v>43559</c:v>
                </c:pt>
                <c:pt idx="673">
                  <c:v>43560</c:v>
                </c:pt>
                <c:pt idx="674">
                  <c:v>43563</c:v>
                </c:pt>
                <c:pt idx="675">
                  <c:v>43564</c:v>
                </c:pt>
                <c:pt idx="676">
                  <c:v>43565</c:v>
                </c:pt>
                <c:pt idx="677">
                  <c:v>43566</c:v>
                </c:pt>
                <c:pt idx="678">
                  <c:v>43567</c:v>
                </c:pt>
                <c:pt idx="679">
                  <c:v>43570</c:v>
                </c:pt>
                <c:pt idx="680">
                  <c:v>43571</c:v>
                </c:pt>
                <c:pt idx="681">
                  <c:v>43572</c:v>
                </c:pt>
                <c:pt idx="682">
                  <c:v>43573</c:v>
                </c:pt>
                <c:pt idx="683">
                  <c:v>43574</c:v>
                </c:pt>
                <c:pt idx="684">
                  <c:v>43577</c:v>
                </c:pt>
                <c:pt idx="685">
                  <c:v>43578</c:v>
                </c:pt>
                <c:pt idx="686">
                  <c:v>43579</c:v>
                </c:pt>
                <c:pt idx="687">
                  <c:v>43580</c:v>
                </c:pt>
                <c:pt idx="688">
                  <c:v>43581</c:v>
                </c:pt>
                <c:pt idx="689">
                  <c:v>43584</c:v>
                </c:pt>
                <c:pt idx="690">
                  <c:v>43585</c:v>
                </c:pt>
                <c:pt idx="691">
                  <c:v>43586</c:v>
                </c:pt>
                <c:pt idx="692">
                  <c:v>43587</c:v>
                </c:pt>
                <c:pt idx="693">
                  <c:v>43588</c:v>
                </c:pt>
                <c:pt idx="694">
                  <c:v>43591</c:v>
                </c:pt>
                <c:pt idx="695">
                  <c:v>43592</c:v>
                </c:pt>
                <c:pt idx="696">
                  <c:v>43593</c:v>
                </c:pt>
                <c:pt idx="697">
                  <c:v>43594</c:v>
                </c:pt>
                <c:pt idx="698">
                  <c:v>43595</c:v>
                </c:pt>
                <c:pt idx="699">
                  <c:v>43598</c:v>
                </c:pt>
                <c:pt idx="700">
                  <c:v>43599</c:v>
                </c:pt>
                <c:pt idx="701">
                  <c:v>43600</c:v>
                </c:pt>
                <c:pt idx="702">
                  <c:v>43601</c:v>
                </c:pt>
                <c:pt idx="703">
                  <c:v>43602</c:v>
                </c:pt>
                <c:pt idx="704">
                  <c:v>43605</c:v>
                </c:pt>
                <c:pt idx="705">
                  <c:v>43606</c:v>
                </c:pt>
                <c:pt idx="706">
                  <c:v>43607</c:v>
                </c:pt>
                <c:pt idx="707">
                  <c:v>43608</c:v>
                </c:pt>
                <c:pt idx="708">
                  <c:v>43609</c:v>
                </c:pt>
                <c:pt idx="709">
                  <c:v>43612</c:v>
                </c:pt>
                <c:pt idx="710">
                  <c:v>43613</c:v>
                </c:pt>
                <c:pt idx="711">
                  <c:v>43614</c:v>
                </c:pt>
                <c:pt idx="712">
                  <c:v>43615</c:v>
                </c:pt>
                <c:pt idx="713">
                  <c:v>43616</c:v>
                </c:pt>
                <c:pt idx="714">
                  <c:v>43619</c:v>
                </c:pt>
                <c:pt idx="715">
                  <c:v>43620</c:v>
                </c:pt>
                <c:pt idx="716">
                  <c:v>43621</c:v>
                </c:pt>
                <c:pt idx="717">
                  <c:v>43622</c:v>
                </c:pt>
                <c:pt idx="718">
                  <c:v>43623</c:v>
                </c:pt>
                <c:pt idx="719">
                  <c:v>43626</c:v>
                </c:pt>
                <c:pt idx="720">
                  <c:v>43627</c:v>
                </c:pt>
                <c:pt idx="721">
                  <c:v>43628</c:v>
                </c:pt>
                <c:pt idx="722">
                  <c:v>43629</c:v>
                </c:pt>
                <c:pt idx="723">
                  <c:v>43630</c:v>
                </c:pt>
                <c:pt idx="724">
                  <c:v>43633</c:v>
                </c:pt>
                <c:pt idx="725">
                  <c:v>43634</c:v>
                </c:pt>
                <c:pt idx="726">
                  <c:v>43635</c:v>
                </c:pt>
                <c:pt idx="727">
                  <c:v>43636</c:v>
                </c:pt>
                <c:pt idx="728">
                  <c:v>43637</c:v>
                </c:pt>
                <c:pt idx="729">
                  <c:v>43640</c:v>
                </c:pt>
                <c:pt idx="730">
                  <c:v>43641</c:v>
                </c:pt>
                <c:pt idx="731">
                  <c:v>43642</c:v>
                </c:pt>
                <c:pt idx="732">
                  <c:v>43643</c:v>
                </c:pt>
                <c:pt idx="733">
                  <c:v>43644</c:v>
                </c:pt>
                <c:pt idx="734">
                  <c:v>43647</c:v>
                </c:pt>
                <c:pt idx="735">
                  <c:v>43648</c:v>
                </c:pt>
                <c:pt idx="736">
                  <c:v>43649</c:v>
                </c:pt>
                <c:pt idx="737">
                  <c:v>43650</c:v>
                </c:pt>
                <c:pt idx="738">
                  <c:v>43651</c:v>
                </c:pt>
                <c:pt idx="739">
                  <c:v>43654</c:v>
                </c:pt>
                <c:pt idx="740">
                  <c:v>43655</c:v>
                </c:pt>
                <c:pt idx="741">
                  <c:v>43656</c:v>
                </c:pt>
                <c:pt idx="742">
                  <c:v>43657</c:v>
                </c:pt>
                <c:pt idx="743">
                  <c:v>43658</c:v>
                </c:pt>
                <c:pt idx="744">
                  <c:v>43661</c:v>
                </c:pt>
                <c:pt idx="745">
                  <c:v>43662</c:v>
                </c:pt>
                <c:pt idx="746">
                  <c:v>43663</c:v>
                </c:pt>
                <c:pt idx="747">
                  <c:v>43664</c:v>
                </c:pt>
                <c:pt idx="748">
                  <c:v>43665</c:v>
                </c:pt>
                <c:pt idx="749">
                  <c:v>43668</c:v>
                </c:pt>
                <c:pt idx="750">
                  <c:v>43669</c:v>
                </c:pt>
                <c:pt idx="751">
                  <c:v>43670</c:v>
                </c:pt>
                <c:pt idx="752">
                  <c:v>43671</c:v>
                </c:pt>
                <c:pt idx="753">
                  <c:v>43672</c:v>
                </c:pt>
                <c:pt idx="754">
                  <c:v>43675</c:v>
                </c:pt>
                <c:pt idx="755">
                  <c:v>43676</c:v>
                </c:pt>
                <c:pt idx="756">
                  <c:v>43677</c:v>
                </c:pt>
                <c:pt idx="757">
                  <c:v>43678</c:v>
                </c:pt>
                <c:pt idx="758">
                  <c:v>43679</c:v>
                </c:pt>
                <c:pt idx="759">
                  <c:v>43682</c:v>
                </c:pt>
                <c:pt idx="760">
                  <c:v>43683</c:v>
                </c:pt>
                <c:pt idx="761">
                  <c:v>43684</c:v>
                </c:pt>
                <c:pt idx="762">
                  <c:v>43685</c:v>
                </c:pt>
                <c:pt idx="763">
                  <c:v>43686</c:v>
                </c:pt>
                <c:pt idx="764">
                  <c:v>43689</c:v>
                </c:pt>
                <c:pt idx="765">
                  <c:v>43690</c:v>
                </c:pt>
                <c:pt idx="766">
                  <c:v>43691</c:v>
                </c:pt>
                <c:pt idx="767">
                  <c:v>43692</c:v>
                </c:pt>
                <c:pt idx="768">
                  <c:v>43693</c:v>
                </c:pt>
                <c:pt idx="769">
                  <c:v>43696</c:v>
                </c:pt>
                <c:pt idx="770">
                  <c:v>43697</c:v>
                </c:pt>
                <c:pt idx="771">
                  <c:v>43698</c:v>
                </c:pt>
                <c:pt idx="772">
                  <c:v>43699</c:v>
                </c:pt>
                <c:pt idx="773">
                  <c:v>43700</c:v>
                </c:pt>
                <c:pt idx="774">
                  <c:v>43703</c:v>
                </c:pt>
                <c:pt idx="775">
                  <c:v>43704</c:v>
                </c:pt>
                <c:pt idx="776">
                  <c:v>43705</c:v>
                </c:pt>
                <c:pt idx="777">
                  <c:v>43706</c:v>
                </c:pt>
                <c:pt idx="778">
                  <c:v>43707</c:v>
                </c:pt>
                <c:pt idx="779">
                  <c:v>43710</c:v>
                </c:pt>
                <c:pt idx="780">
                  <c:v>43711</c:v>
                </c:pt>
                <c:pt idx="781">
                  <c:v>43712</c:v>
                </c:pt>
                <c:pt idx="782">
                  <c:v>43713</c:v>
                </c:pt>
                <c:pt idx="783">
                  <c:v>43714</c:v>
                </c:pt>
                <c:pt idx="784">
                  <c:v>43717</c:v>
                </c:pt>
                <c:pt idx="785">
                  <c:v>43718</c:v>
                </c:pt>
                <c:pt idx="786">
                  <c:v>43719</c:v>
                </c:pt>
                <c:pt idx="787">
                  <c:v>43720</c:v>
                </c:pt>
                <c:pt idx="788">
                  <c:v>43721</c:v>
                </c:pt>
                <c:pt idx="789">
                  <c:v>43724</c:v>
                </c:pt>
                <c:pt idx="790">
                  <c:v>43725</c:v>
                </c:pt>
                <c:pt idx="791">
                  <c:v>43726</c:v>
                </c:pt>
                <c:pt idx="792">
                  <c:v>43727</c:v>
                </c:pt>
                <c:pt idx="793">
                  <c:v>43728</c:v>
                </c:pt>
                <c:pt idx="794">
                  <c:v>43731</c:v>
                </c:pt>
                <c:pt idx="795">
                  <c:v>43732</c:v>
                </c:pt>
                <c:pt idx="796">
                  <c:v>43733</c:v>
                </c:pt>
                <c:pt idx="797">
                  <c:v>43734</c:v>
                </c:pt>
                <c:pt idx="798">
                  <c:v>43735</c:v>
                </c:pt>
                <c:pt idx="799">
                  <c:v>43738</c:v>
                </c:pt>
                <c:pt idx="800">
                  <c:v>43739</c:v>
                </c:pt>
                <c:pt idx="801">
                  <c:v>43740</c:v>
                </c:pt>
                <c:pt idx="802">
                  <c:v>43741</c:v>
                </c:pt>
                <c:pt idx="803">
                  <c:v>43742</c:v>
                </c:pt>
                <c:pt idx="804">
                  <c:v>43745</c:v>
                </c:pt>
                <c:pt idx="805">
                  <c:v>43746</c:v>
                </c:pt>
                <c:pt idx="806">
                  <c:v>43747</c:v>
                </c:pt>
                <c:pt idx="807">
                  <c:v>43748</c:v>
                </c:pt>
                <c:pt idx="808">
                  <c:v>43749</c:v>
                </c:pt>
                <c:pt idx="809">
                  <c:v>43752</c:v>
                </c:pt>
                <c:pt idx="810">
                  <c:v>43753</c:v>
                </c:pt>
                <c:pt idx="811">
                  <c:v>43754</c:v>
                </c:pt>
                <c:pt idx="812">
                  <c:v>43755</c:v>
                </c:pt>
                <c:pt idx="813">
                  <c:v>43756</c:v>
                </c:pt>
                <c:pt idx="814">
                  <c:v>43759</c:v>
                </c:pt>
                <c:pt idx="815">
                  <c:v>43760</c:v>
                </c:pt>
                <c:pt idx="816">
                  <c:v>43761</c:v>
                </c:pt>
                <c:pt idx="817">
                  <c:v>43762</c:v>
                </c:pt>
                <c:pt idx="818">
                  <c:v>43763</c:v>
                </c:pt>
                <c:pt idx="819">
                  <c:v>43766</c:v>
                </c:pt>
                <c:pt idx="820">
                  <c:v>43767</c:v>
                </c:pt>
                <c:pt idx="821">
                  <c:v>43768</c:v>
                </c:pt>
                <c:pt idx="822">
                  <c:v>43769</c:v>
                </c:pt>
                <c:pt idx="823">
                  <c:v>43770</c:v>
                </c:pt>
                <c:pt idx="824">
                  <c:v>43773</c:v>
                </c:pt>
                <c:pt idx="825">
                  <c:v>43774</c:v>
                </c:pt>
                <c:pt idx="826">
                  <c:v>43775</c:v>
                </c:pt>
                <c:pt idx="827">
                  <c:v>43776</c:v>
                </c:pt>
                <c:pt idx="828">
                  <c:v>43777</c:v>
                </c:pt>
                <c:pt idx="829">
                  <c:v>43780</c:v>
                </c:pt>
                <c:pt idx="830">
                  <c:v>43781</c:v>
                </c:pt>
                <c:pt idx="831">
                  <c:v>43782</c:v>
                </c:pt>
                <c:pt idx="832">
                  <c:v>43783</c:v>
                </c:pt>
                <c:pt idx="833">
                  <c:v>43784</c:v>
                </c:pt>
                <c:pt idx="834">
                  <c:v>43787</c:v>
                </c:pt>
                <c:pt idx="835">
                  <c:v>43788</c:v>
                </c:pt>
                <c:pt idx="836">
                  <c:v>43789</c:v>
                </c:pt>
                <c:pt idx="837">
                  <c:v>43790</c:v>
                </c:pt>
                <c:pt idx="838">
                  <c:v>43791</c:v>
                </c:pt>
                <c:pt idx="839">
                  <c:v>43794</c:v>
                </c:pt>
                <c:pt idx="840">
                  <c:v>43795</c:v>
                </c:pt>
                <c:pt idx="841">
                  <c:v>43796</c:v>
                </c:pt>
                <c:pt idx="842">
                  <c:v>43797</c:v>
                </c:pt>
                <c:pt idx="843">
                  <c:v>43798</c:v>
                </c:pt>
                <c:pt idx="844">
                  <c:v>43801</c:v>
                </c:pt>
                <c:pt idx="845">
                  <c:v>43802</c:v>
                </c:pt>
                <c:pt idx="846">
                  <c:v>43803</c:v>
                </c:pt>
                <c:pt idx="847">
                  <c:v>43804</c:v>
                </c:pt>
                <c:pt idx="848">
                  <c:v>43805</c:v>
                </c:pt>
                <c:pt idx="849">
                  <c:v>43808</c:v>
                </c:pt>
                <c:pt idx="850">
                  <c:v>43809</c:v>
                </c:pt>
                <c:pt idx="851">
                  <c:v>43810</c:v>
                </c:pt>
                <c:pt idx="852">
                  <c:v>43811</c:v>
                </c:pt>
                <c:pt idx="853">
                  <c:v>43812</c:v>
                </c:pt>
                <c:pt idx="854">
                  <c:v>43815</c:v>
                </c:pt>
                <c:pt idx="855">
                  <c:v>43816</c:v>
                </c:pt>
                <c:pt idx="856">
                  <c:v>43817</c:v>
                </c:pt>
                <c:pt idx="857">
                  <c:v>43818</c:v>
                </c:pt>
                <c:pt idx="858">
                  <c:v>43819</c:v>
                </c:pt>
                <c:pt idx="859">
                  <c:v>43822</c:v>
                </c:pt>
                <c:pt idx="860">
                  <c:v>43823</c:v>
                </c:pt>
                <c:pt idx="861">
                  <c:v>43824</c:v>
                </c:pt>
                <c:pt idx="862">
                  <c:v>43825</c:v>
                </c:pt>
                <c:pt idx="863">
                  <c:v>43826</c:v>
                </c:pt>
                <c:pt idx="864">
                  <c:v>43829</c:v>
                </c:pt>
                <c:pt idx="865">
                  <c:v>43830</c:v>
                </c:pt>
                <c:pt idx="866">
                  <c:v>43831</c:v>
                </c:pt>
                <c:pt idx="867">
                  <c:v>43832</c:v>
                </c:pt>
                <c:pt idx="868">
                  <c:v>43833</c:v>
                </c:pt>
                <c:pt idx="869">
                  <c:v>43836</c:v>
                </c:pt>
                <c:pt idx="870">
                  <c:v>43837</c:v>
                </c:pt>
                <c:pt idx="871">
                  <c:v>43838</c:v>
                </c:pt>
                <c:pt idx="872">
                  <c:v>43839</c:v>
                </c:pt>
                <c:pt idx="873">
                  <c:v>43840</c:v>
                </c:pt>
                <c:pt idx="874">
                  <c:v>43843</c:v>
                </c:pt>
                <c:pt idx="875">
                  <c:v>43844</c:v>
                </c:pt>
                <c:pt idx="876">
                  <c:v>43845</c:v>
                </c:pt>
                <c:pt idx="877">
                  <c:v>43846</c:v>
                </c:pt>
                <c:pt idx="878">
                  <c:v>43847</c:v>
                </c:pt>
                <c:pt idx="879">
                  <c:v>43850</c:v>
                </c:pt>
                <c:pt idx="880">
                  <c:v>43851</c:v>
                </c:pt>
                <c:pt idx="881">
                  <c:v>43852</c:v>
                </c:pt>
                <c:pt idx="882">
                  <c:v>43853</c:v>
                </c:pt>
                <c:pt idx="883">
                  <c:v>43854</c:v>
                </c:pt>
                <c:pt idx="884">
                  <c:v>43857</c:v>
                </c:pt>
                <c:pt idx="885">
                  <c:v>43858</c:v>
                </c:pt>
                <c:pt idx="886">
                  <c:v>43859</c:v>
                </c:pt>
                <c:pt idx="887">
                  <c:v>43860</c:v>
                </c:pt>
                <c:pt idx="888">
                  <c:v>43861</c:v>
                </c:pt>
                <c:pt idx="889">
                  <c:v>43864</c:v>
                </c:pt>
                <c:pt idx="890">
                  <c:v>43865</c:v>
                </c:pt>
                <c:pt idx="891">
                  <c:v>43866</c:v>
                </c:pt>
                <c:pt idx="892">
                  <c:v>43867</c:v>
                </c:pt>
                <c:pt idx="893">
                  <c:v>43868</c:v>
                </c:pt>
                <c:pt idx="894">
                  <c:v>43871</c:v>
                </c:pt>
                <c:pt idx="895">
                  <c:v>43872</c:v>
                </c:pt>
                <c:pt idx="896">
                  <c:v>43873</c:v>
                </c:pt>
                <c:pt idx="897">
                  <c:v>43874</c:v>
                </c:pt>
                <c:pt idx="898">
                  <c:v>43875</c:v>
                </c:pt>
                <c:pt idx="899">
                  <c:v>43878</c:v>
                </c:pt>
                <c:pt idx="900">
                  <c:v>43879</c:v>
                </c:pt>
                <c:pt idx="901">
                  <c:v>43880</c:v>
                </c:pt>
                <c:pt idx="902">
                  <c:v>43881</c:v>
                </c:pt>
                <c:pt idx="903">
                  <c:v>43882</c:v>
                </c:pt>
                <c:pt idx="904">
                  <c:v>43885</c:v>
                </c:pt>
                <c:pt idx="905">
                  <c:v>43886</c:v>
                </c:pt>
                <c:pt idx="906">
                  <c:v>43887</c:v>
                </c:pt>
                <c:pt idx="907">
                  <c:v>43888</c:v>
                </c:pt>
                <c:pt idx="908">
                  <c:v>43889</c:v>
                </c:pt>
                <c:pt idx="909">
                  <c:v>43892</c:v>
                </c:pt>
                <c:pt idx="910">
                  <c:v>43893</c:v>
                </c:pt>
                <c:pt idx="911">
                  <c:v>43894</c:v>
                </c:pt>
                <c:pt idx="912">
                  <c:v>43895</c:v>
                </c:pt>
                <c:pt idx="913">
                  <c:v>43896</c:v>
                </c:pt>
                <c:pt idx="914">
                  <c:v>43899</c:v>
                </c:pt>
                <c:pt idx="915">
                  <c:v>43900</c:v>
                </c:pt>
                <c:pt idx="916">
                  <c:v>43901</c:v>
                </c:pt>
                <c:pt idx="917">
                  <c:v>43902</c:v>
                </c:pt>
                <c:pt idx="918">
                  <c:v>43903</c:v>
                </c:pt>
                <c:pt idx="919">
                  <c:v>43906</c:v>
                </c:pt>
                <c:pt idx="920">
                  <c:v>43907</c:v>
                </c:pt>
                <c:pt idx="921">
                  <c:v>43908</c:v>
                </c:pt>
                <c:pt idx="922">
                  <c:v>43909</c:v>
                </c:pt>
                <c:pt idx="923">
                  <c:v>43910</c:v>
                </c:pt>
                <c:pt idx="924">
                  <c:v>43913</c:v>
                </c:pt>
                <c:pt idx="925">
                  <c:v>43914</c:v>
                </c:pt>
                <c:pt idx="926">
                  <c:v>43915</c:v>
                </c:pt>
                <c:pt idx="927">
                  <c:v>43916</c:v>
                </c:pt>
                <c:pt idx="928">
                  <c:v>43917</c:v>
                </c:pt>
                <c:pt idx="929">
                  <c:v>43920</c:v>
                </c:pt>
                <c:pt idx="930">
                  <c:v>43921</c:v>
                </c:pt>
                <c:pt idx="931">
                  <c:v>43922</c:v>
                </c:pt>
                <c:pt idx="932">
                  <c:v>43923</c:v>
                </c:pt>
                <c:pt idx="933">
                  <c:v>43924</c:v>
                </c:pt>
                <c:pt idx="934">
                  <c:v>43927</c:v>
                </c:pt>
                <c:pt idx="935">
                  <c:v>43928</c:v>
                </c:pt>
                <c:pt idx="936">
                  <c:v>43929</c:v>
                </c:pt>
                <c:pt idx="937">
                  <c:v>43930</c:v>
                </c:pt>
                <c:pt idx="938">
                  <c:v>43931</c:v>
                </c:pt>
                <c:pt idx="939">
                  <c:v>43934</c:v>
                </c:pt>
                <c:pt idx="940">
                  <c:v>43935</c:v>
                </c:pt>
                <c:pt idx="941">
                  <c:v>43936</c:v>
                </c:pt>
                <c:pt idx="942">
                  <c:v>43937</c:v>
                </c:pt>
                <c:pt idx="943">
                  <c:v>43938</c:v>
                </c:pt>
                <c:pt idx="944">
                  <c:v>43941</c:v>
                </c:pt>
                <c:pt idx="945">
                  <c:v>43942</c:v>
                </c:pt>
                <c:pt idx="946">
                  <c:v>43943</c:v>
                </c:pt>
                <c:pt idx="947">
                  <c:v>43944</c:v>
                </c:pt>
                <c:pt idx="948">
                  <c:v>43945</c:v>
                </c:pt>
                <c:pt idx="949">
                  <c:v>43948</c:v>
                </c:pt>
                <c:pt idx="950">
                  <c:v>43949</c:v>
                </c:pt>
                <c:pt idx="951">
                  <c:v>43950</c:v>
                </c:pt>
                <c:pt idx="952">
                  <c:v>43951</c:v>
                </c:pt>
                <c:pt idx="953">
                  <c:v>43952</c:v>
                </c:pt>
                <c:pt idx="954">
                  <c:v>43955</c:v>
                </c:pt>
                <c:pt idx="955">
                  <c:v>43956</c:v>
                </c:pt>
                <c:pt idx="956">
                  <c:v>43957</c:v>
                </c:pt>
                <c:pt idx="957">
                  <c:v>43958</c:v>
                </c:pt>
                <c:pt idx="958">
                  <c:v>43959</c:v>
                </c:pt>
                <c:pt idx="959">
                  <c:v>43962</c:v>
                </c:pt>
                <c:pt idx="960">
                  <c:v>43963</c:v>
                </c:pt>
                <c:pt idx="961">
                  <c:v>43964</c:v>
                </c:pt>
                <c:pt idx="962">
                  <c:v>43965</c:v>
                </c:pt>
                <c:pt idx="963">
                  <c:v>43966</c:v>
                </c:pt>
                <c:pt idx="964">
                  <c:v>43969</c:v>
                </c:pt>
                <c:pt idx="965">
                  <c:v>43970</c:v>
                </c:pt>
                <c:pt idx="966">
                  <c:v>43971</c:v>
                </c:pt>
                <c:pt idx="967">
                  <c:v>43972</c:v>
                </c:pt>
                <c:pt idx="968">
                  <c:v>43973</c:v>
                </c:pt>
                <c:pt idx="969">
                  <c:v>43976</c:v>
                </c:pt>
                <c:pt idx="970">
                  <c:v>43977</c:v>
                </c:pt>
                <c:pt idx="971">
                  <c:v>43978</c:v>
                </c:pt>
                <c:pt idx="972">
                  <c:v>43979</c:v>
                </c:pt>
                <c:pt idx="973">
                  <c:v>43980</c:v>
                </c:pt>
                <c:pt idx="974">
                  <c:v>43983</c:v>
                </c:pt>
                <c:pt idx="975">
                  <c:v>43984</c:v>
                </c:pt>
                <c:pt idx="976">
                  <c:v>43985</c:v>
                </c:pt>
                <c:pt idx="977">
                  <c:v>43986</c:v>
                </c:pt>
                <c:pt idx="978">
                  <c:v>43987</c:v>
                </c:pt>
                <c:pt idx="979">
                  <c:v>43990</c:v>
                </c:pt>
                <c:pt idx="980">
                  <c:v>43991</c:v>
                </c:pt>
                <c:pt idx="981">
                  <c:v>43992</c:v>
                </c:pt>
                <c:pt idx="982">
                  <c:v>43993</c:v>
                </c:pt>
                <c:pt idx="983">
                  <c:v>43994</c:v>
                </c:pt>
                <c:pt idx="984">
                  <c:v>43997</c:v>
                </c:pt>
                <c:pt idx="985">
                  <c:v>43998</c:v>
                </c:pt>
                <c:pt idx="986">
                  <c:v>43999</c:v>
                </c:pt>
                <c:pt idx="987">
                  <c:v>44000</c:v>
                </c:pt>
                <c:pt idx="988">
                  <c:v>44001</c:v>
                </c:pt>
                <c:pt idx="989">
                  <c:v>44004</c:v>
                </c:pt>
                <c:pt idx="990">
                  <c:v>44005</c:v>
                </c:pt>
                <c:pt idx="991">
                  <c:v>44006</c:v>
                </c:pt>
                <c:pt idx="992">
                  <c:v>44007</c:v>
                </c:pt>
                <c:pt idx="993">
                  <c:v>44008</c:v>
                </c:pt>
                <c:pt idx="994">
                  <c:v>44011</c:v>
                </c:pt>
                <c:pt idx="995">
                  <c:v>44012</c:v>
                </c:pt>
                <c:pt idx="996">
                  <c:v>44013</c:v>
                </c:pt>
                <c:pt idx="997">
                  <c:v>44014</c:v>
                </c:pt>
                <c:pt idx="998">
                  <c:v>44015</c:v>
                </c:pt>
                <c:pt idx="999">
                  <c:v>44018</c:v>
                </c:pt>
                <c:pt idx="1000">
                  <c:v>44019</c:v>
                </c:pt>
                <c:pt idx="1001">
                  <c:v>44020</c:v>
                </c:pt>
                <c:pt idx="1002">
                  <c:v>44021</c:v>
                </c:pt>
                <c:pt idx="1003">
                  <c:v>44022</c:v>
                </c:pt>
                <c:pt idx="1004">
                  <c:v>44025</c:v>
                </c:pt>
                <c:pt idx="1005">
                  <c:v>44026</c:v>
                </c:pt>
                <c:pt idx="1006">
                  <c:v>44027</c:v>
                </c:pt>
                <c:pt idx="1007">
                  <c:v>44028</c:v>
                </c:pt>
                <c:pt idx="1008">
                  <c:v>44029</c:v>
                </c:pt>
                <c:pt idx="1009">
                  <c:v>44032</c:v>
                </c:pt>
                <c:pt idx="1010">
                  <c:v>44033</c:v>
                </c:pt>
                <c:pt idx="1011">
                  <c:v>44034</c:v>
                </c:pt>
                <c:pt idx="1012">
                  <c:v>44035</c:v>
                </c:pt>
                <c:pt idx="1013">
                  <c:v>44036</c:v>
                </c:pt>
                <c:pt idx="1014">
                  <c:v>44039</c:v>
                </c:pt>
                <c:pt idx="1015">
                  <c:v>44040</c:v>
                </c:pt>
                <c:pt idx="1016">
                  <c:v>44041</c:v>
                </c:pt>
                <c:pt idx="1017">
                  <c:v>44042</c:v>
                </c:pt>
                <c:pt idx="1018">
                  <c:v>44043</c:v>
                </c:pt>
                <c:pt idx="1019">
                  <c:v>44046</c:v>
                </c:pt>
                <c:pt idx="1020">
                  <c:v>44047</c:v>
                </c:pt>
                <c:pt idx="1021">
                  <c:v>44048</c:v>
                </c:pt>
                <c:pt idx="1022">
                  <c:v>44049</c:v>
                </c:pt>
                <c:pt idx="1023">
                  <c:v>44050</c:v>
                </c:pt>
                <c:pt idx="1024">
                  <c:v>44053</c:v>
                </c:pt>
                <c:pt idx="1025">
                  <c:v>44054</c:v>
                </c:pt>
                <c:pt idx="1026">
                  <c:v>44055</c:v>
                </c:pt>
                <c:pt idx="1027">
                  <c:v>44056</c:v>
                </c:pt>
                <c:pt idx="1028">
                  <c:v>44057</c:v>
                </c:pt>
                <c:pt idx="1029">
                  <c:v>44060</c:v>
                </c:pt>
                <c:pt idx="1030">
                  <c:v>44061</c:v>
                </c:pt>
                <c:pt idx="1031">
                  <c:v>44062</c:v>
                </c:pt>
                <c:pt idx="1032">
                  <c:v>44063</c:v>
                </c:pt>
                <c:pt idx="1033">
                  <c:v>44064</c:v>
                </c:pt>
                <c:pt idx="1034">
                  <c:v>44067</c:v>
                </c:pt>
                <c:pt idx="1035">
                  <c:v>44068</c:v>
                </c:pt>
                <c:pt idx="1036">
                  <c:v>44069</c:v>
                </c:pt>
                <c:pt idx="1037">
                  <c:v>44070</c:v>
                </c:pt>
                <c:pt idx="1038">
                  <c:v>44071</c:v>
                </c:pt>
                <c:pt idx="1039">
                  <c:v>44074</c:v>
                </c:pt>
                <c:pt idx="1040">
                  <c:v>44075</c:v>
                </c:pt>
                <c:pt idx="1041">
                  <c:v>44076</c:v>
                </c:pt>
                <c:pt idx="1042">
                  <c:v>44077</c:v>
                </c:pt>
                <c:pt idx="1043">
                  <c:v>44078</c:v>
                </c:pt>
                <c:pt idx="1044">
                  <c:v>44081</c:v>
                </c:pt>
                <c:pt idx="1045">
                  <c:v>44082</c:v>
                </c:pt>
                <c:pt idx="1046">
                  <c:v>44083</c:v>
                </c:pt>
                <c:pt idx="1047">
                  <c:v>44084</c:v>
                </c:pt>
                <c:pt idx="1048">
                  <c:v>44085</c:v>
                </c:pt>
                <c:pt idx="1049">
                  <c:v>44088</c:v>
                </c:pt>
                <c:pt idx="1050">
                  <c:v>44089</c:v>
                </c:pt>
                <c:pt idx="1051">
                  <c:v>44090</c:v>
                </c:pt>
                <c:pt idx="1052">
                  <c:v>44091</c:v>
                </c:pt>
                <c:pt idx="1053">
                  <c:v>44092</c:v>
                </c:pt>
                <c:pt idx="1054">
                  <c:v>44095</c:v>
                </c:pt>
                <c:pt idx="1055">
                  <c:v>44096</c:v>
                </c:pt>
                <c:pt idx="1056">
                  <c:v>44097</c:v>
                </c:pt>
                <c:pt idx="1057">
                  <c:v>44098</c:v>
                </c:pt>
                <c:pt idx="1058">
                  <c:v>44099</c:v>
                </c:pt>
                <c:pt idx="1059">
                  <c:v>44102</c:v>
                </c:pt>
                <c:pt idx="1060">
                  <c:v>44103</c:v>
                </c:pt>
                <c:pt idx="1061">
                  <c:v>44104</c:v>
                </c:pt>
                <c:pt idx="1062">
                  <c:v>44105</c:v>
                </c:pt>
                <c:pt idx="1063">
                  <c:v>44106</c:v>
                </c:pt>
                <c:pt idx="1064">
                  <c:v>44109</c:v>
                </c:pt>
                <c:pt idx="1065">
                  <c:v>44110</c:v>
                </c:pt>
                <c:pt idx="1066">
                  <c:v>44111</c:v>
                </c:pt>
                <c:pt idx="1067">
                  <c:v>44112</c:v>
                </c:pt>
                <c:pt idx="1068">
                  <c:v>44113</c:v>
                </c:pt>
                <c:pt idx="1069">
                  <c:v>44116</c:v>
                </c:pt>
                <c:pt idx="1070">
                  <c:v>44117</c:v>
                </c:pt>
                <c:pt idx="1071">
                  <c:v>44118</c:v>
                </c:pt>
                <c:pt idx="1072">
                  <c:v>44119</c:v>
                </c:pt>
                <c:pt idx="1073">
                  <c:v>44120</c:v>
                </c:pt>
                <c:pt idx="1074">
                  <c:v>44123</c:v>
                </c:pt>
                <c:pt idx="1075">
                  <c:v>44124</c:v>
                </c:pt>
                <c:pt idx="1076">
                  <c:v>44125</c:v>
                </c:pt>
                <c:pt idx="1077">
                  <c:v>44126</c:v>
                </c:pt>
                <c:pt idx="1078">
                  <c:v>44127</c:v>
                </c:pt>
                <c:pt idx="1079">
                  <c:v>44130</c:v>
                </c:pt>
                <c:pt idx="1080">
                  <c:v>44131</c:v>
                </c:pt>
                <c:pt idx="1081">
                  <c:v>44132</c:v>
                </c:pt>
                <c:pt idx="1082">
                  <c:v>44133</c:v>
                </c:pt>
                <c:pt idx="1083">
                  <c:v>44134</c:v>
                </c:pt>
                <c:pt idx="1084">
                  <c:v>44137</c:v>
                </c:pt>
                <c:pt idx="1085">
                  <c:v>44138</c:v>
                </c:pt>
                <c:pt idx="1086">
                  <c:v>44139</c:v>
                </c:pt>
                <c:pt idx="1087">
                  <c:v>44140</c:v>
                </c:pt>
                <c:pt idx="1088">
                  <c:v>44141</c:v>
                </c:pt>
                <c:pt idx="1089">
                  <c:v>44144</c:v>
                </c:pt>
                <c:pt idx="1090">
                  <c:v>44145</c:v>
                </c:pt>
                <c:pt idx="1091">
                  <c:v>44146</c:v>
                </c:pt>
                <c:pt idx="1092">
                  <c:v>44147</c:v>
                </c:pt>
                <c:pt idx="1093">
                  <c:v>44148</c:v>
                </c:pt>
                <c:pt idx="1094">
                  <c:v>44151</c:v>
                </c:pt>
                <c:pt idx="1095">
                  <c:v>44152</c:v>
                </c:pt>
                <c:pt idx="1096">
                  <c:v>44153</c:v>
                </c:pt>
                <c:pt idx="1097">
                  <c:v>44154</c:v>
                </c:pt>
                <c:pt idx="1098">
                  <c:v>44155</c:v>
                </c:pt>
                <c:pt idx="1099">
                  <c:v>44158</c:v>
                </c:pt>
                <c:pt idx="1100">
                  <c:v>44159</c:v>
                </c:pt>
                <c:pt idx="1101">
                  <c:v>44160</c:v>
                </c:pt>
                <c:pt idx="1102">
                  <c:v>44161</c:v>
                </c:pt>
                <c:pt idx="1103">
                  <c:v>44162</c:v>
                </c:pt>
                <c:pt idx="1104">
                  <c:v>44165</c:v>
                </c:pt>
                <c:pt idx="1105">
                  <c:v>44166</c:v>
                </c:pt>
                <c:pt idx="1106">
                  <c:v>44167</c:v>
                </c:pt>
                <c:pt idx="1107">
                  <c:v>44168</c:v>
                </c:pt>
                <c:pt idx="1108">
                  <c:v>44169</c:v>
                </c:pt>
                <c:pt idx="1109">
                  <c:v>44172</c:v>
                </c:pt>
                <c:pt idx="1110">
                  <c:v>44173</c:v>
                </c:pt>
                <c:pt idx="1111">
                  <c:v>44174</c:v>
                </c:pt>
                <c:pt idx="1112">
                  <c:v>44175</c:v>
                </c:pt>
                <c:pt idx="1113">
                  <c:v>44176</c:v>
                </c:pt>
                <c:pt idx="1114">
                  <c:v>44179</c:v>
                </c:pt>
                <c:pt idx="1115">
                  <c:v>44180</c:v>
                </c:pt>
                <c:pt idx="1116">
                  <c:v>44181</c:v>
                </c:pt>
                <c:pt idx="1117">
                  <c:v>44182</c:v>
                </c:pt>
                <c:pt idx="1118">
                  <c:v>44183</c:v>
                </c:pt>
                <c:pt idx="1119">
                  <c:v>44186</c:v>
                </c:pt>
                <c:pt idx="1120">
                  <c:v>44187</c:v>
                </c:pt>
                <c:pt idx="1121">
                  <c:v>44188</c:v>
                </c:pt>
                <c:pt idx="1122">
                  <c:v>44189</c:v>
                </c:pt>
                <c:pt idx="1123">
                  <c:v>44190</c:v>
                </c:pt>
                <c:pt idx="1124">
                  <c:v>44191</c:v>
                </c:pt>
                <c:pt idx="1125">
                  <c:v>44193</c:v>
                </c:pt>
                <c:pt idx="1126">
                  <c:v>44194</c:v>
                </c:pt>
                <c:pt idx="1127">
                  <c:v>44195</c:v>
                </c:pt>
                <c:pt idx="1128">
                  <c:v>44196</c:v>
                </c:pt>
                <c:pt idx="1129">
                  <c:v>44197</c:v>
                </c:pt>
                <c:pt idx="1130">
                  <c:v>44198</c:v>
                </c:pt>
                <c:pt idx="1131">
                  <c:v>44200</c:v>
                </c:pt>
                <c:pt idx="1132">
                  <c:v>44201</c:v>
                </c:pt>
                <c:pt idx="1133">
                  <c:v>44202</c:v>
                </c:pt>
                <c:pt idx="1134">
                  <c:v>44203</c:v>
                </c:pt>
                <c:pt idx="1135">
                  <c:v>44204</c:v>
                </c:pt>
                <c:pt idx="1136">
                  <c:v>44207</c:v>
                </c:pt>
                <c:pt idx="1137">
                  <c:v>44208</c:v>
                </c:pt>
                <c:pt idx="1138">
                  <c:v>44209</c:v>
                </c:pt>
                <c:pt idx="1139">
                  <c:v>44210</c:v>
                </c:pt>
                <c:pt idx="1140">
                  <c:v>44211</c:v>
                </c:pt>
                <c:pt idx="1141">
                  <c:v>44214</c:v>
                </c:pt>
                <c:pt idx="1142">
                  <c:v>44215</c:v>
                </c:pt>
                <c:pt idx="1143">
                  <c:v>44216</c:v>
                </c:pt>
                <c:pt idx="1144">
                  <c:v>44217</c:v>
                </c:pt>
                <c:pt idx="1145">
                  <c:v>44218</c:v>
                </c:pt>
                <c:pt idx="1146">
                  <c:v>44221</c:v>
                </c:pt>
                <c:pt idx="1147">
                  <c:v>44222</c:v>
                </c:pt>
                <c:pt idx="1148">
                  <c:v>44223</c:v>
                </c:pt>
                <c:pt idx="1149">
                  <c:v>44224</c:v>
                </c:pt>
                <c:pt idx="1150">
                  <c:v>44225</c:v>
                </c:pt>
                <c:pt idx="1151">
                  <c:v>44228</c:v>
                </c:pt>
                <c:pt idx="1152">
                  <c:v>44229</c:v>
                </c:pt>
                <c:pt idx="1153">
                  <c:v>44230</c:v>
                </c:pt>
                <c:pt idx="1154">
                  <c:v>44231</c:v>
                </c:pt>
                <c:pt idx="1155">
                  <c:v>44232</c:v>
                </c:pt>
                <c:pt idx="1156">
                  <c:v>44235</c:v>
                </c:pt>
                <c:pt idx="1157">
                  <c:v>44236</c:v>
                </c:pt>
                <c:pt idx="1158">
                  <c:v>44237</c:v>
                </c:pt>
                <c:pt idx="1159">
                  <c:v>44238</c:v>
                </c:pt>
                <c:pt idx="1160">
                  <c:v>44239</c:v>
                </c:pt>
                <c:pt idx="1161">
                  <c:v>44242</c:v>
                </c:pt>
                <c:pt idx="1162">
                  <c:v>44243</c:v>
                </c:pt>
                <c:pt idx="1163">
                  <c:v>44244</c:v>
                </c:pt>
                <c:pt idx="1164">
                  <c:v>44245</c:v>
                </c:pt>
                <c:pt idx="1165">
                  <c:v>44246</c:v>
                </c:pt>
                <c:pt idx="1166">
                  <c:v>44249</c:v>
                </c:pt>
                <c:pt idx="1167">
                  <c:v>44250</c:v>
                </c:pt>
                <c:pt idx="1168">
                  <c:v>44251</c:v>
                </c:pt>
                <c:pt idx="1169">
                  <c:v>44252</c:v>
                </c:pt>
                <c:pt idx="1170">
                  <c:v>44253</c:v>
                </c:pt>
                <c:pt idx="1171">
                  <c:v>44256</c:v>
                </c:pt>
                <c:pt idx="1172">
                  <c:v>44257</c:v>
                </c:pt>
                <c:pt idx="1173">
                  <c:v>44258</c:v>
                </c:pt>
                <c:pt idx="1174">
                  <c:v>44259</c:v>
                </c:pt>
                <c:pt idx="1175">
                  <c:v>44260</c:v>
                </c:pt>
                <c:pt idx="1176">
                  <c:v>44263</c:v>
                </c:pt>
                <c:pt idx="1177">
                  <c:v>44264</c:v>
                </c:pt>
                <c:pt idx="1178">
                  <c:v>44265</c:v>
                </c:pt>
                <c:pt idx="1179">
                  <c:v>44266</c:v>
                </c:pt>
                <c:pt idx="1180">
                  <c:v>44267</c:v>
                </c:pt>
                <c:pt idx="1181">
                  <c:v>44270</c:v>
                </c:pt>
                <c:pt idx="1182">
                  <c:v>44271</c:v>
                </c:pt>
                <c:pt idx="1183">
                  <c:v>44272</c:v>
                </c:pt>
                <c:pt idx="1184">
                  <c:v>44273</c:v>
                </c:pt>
                <c:pt idx="1185">
                  <c:v>44274</c:v>
                </c:pt>
                <c:pt idx="1186">
                  <c:v>44277</c:v>
                </c:pt>
                <c:pt idx="1187">
                  <c:v>44278</c:v>
                </c:pt>
                <c:pt idx="1188">
                  <c:v>44279</c:v>
                </c:pt>
                <c:pt idx="1189">
                  <c:v>44280</c:v>
                </c:pt>
                <c:pt idx="1190">
                  <c:v>44281</c:v>
                </c:pt>
                <c:pt idx="1191">
                  <c:v>44284</c:v>
                </c:pt>
                <c:pt idx="1192">
                  <c:v>44285</c:v>
                </c:pt>
                <c:pt idx="1193">
                  <c:v>44286</c:v>
                </c:pt>
                <c:pt idx="1194">
                  <c:v>44287</c:v>
                </c:pt>
                <c:pt idx="1195">
                  <c:v>44288</c:v>
                </c:pt>
                <c:pt idx="1196">
                  <c:v>44291</c:v>
                </c:pt>
                <c:pt idx="1197">
                  <c:v>44292</c:v>
                </c:pt>
                <c:pt idx="1198">
                  <c:v>44293</c:v>
                </c:pt>
                <c:pt idx="1199">
                  <c:v>44294</c:v>
                </c:pt>
                <c:pt idx="1200">
                  <c:v>44295</c:v>
                </c:pt>
                <c:pt idx="1201">
                  <c:v>44298</c:v>
                </c:pt>
                <c:pt idx="1202">
                  <c:v>44299</c:v>
                </c:pt>
                <c:pt idx="1203">
                  <c:v>44300</c:v>
                </c:pt>
                <c:pt idx="1204">
                  <c:v>44301</c:v>
                </c:pt>
                <c:pt idx="1205">
                  <c:v>44302</c:v>
                </c:pt>
                <c:pt idx="1206">
                  <c:v>44305</c:v>
                </c:pt>
                <c:pt idx="1207">
                  <c:v>44306</c:v>
                </c:pt>
                <c:pt idx="1208">
                  <c:v>44307</c:v>
                </c:pt>
                <c:pt idx="1209">
                  <c:v>44308</c:v>
                </c:pt>
                <c:pt idx="1210">
                  <c:v>44309</c:v>
                </c:pt>
                <c:pt idx="1211">
                  <c:v>44312</c:v>
                </c:pt>
                <c:pt idx="1212">
                  <c:v>44313</c:v>
                </c:pt>
                <c:pt idx="1213">
                  <c:v>44314</c:v>
                </c:pt>
                <c:pt idx="1214">
                  <c:v>44315</c:v>
                </c:pt>
                <c:pt idx="1215">
                  <c:v>44316</c:v>
                </c:pt>
                <c:pt idx="1216">
                  <c:v>44319</c:v>
                </c:pt>
                <c:pt idx="1217">
                  <c:v>44320</c:v>
                </c:pt>
                <c:pt idx="1218">
                  <c:v>44321</c:v>
                </c:pt>
                <c:pt idx="1219">
                  <c:v>44322</c:v>
                </c:pt>
                <c:pt idx="1220">
                  <c:v>44323</c:v>
                </c:pt>
                <c:pt idx="1221">
                  <c:v>44326</c:v>
                </c:pt>
                <c:pt idx="1222">
                  <c:v>44327</c:v>
                </c:pt>
                <c:pt idx="1223">
                  <c:v>44328</c:v>
                </c:pt>
                <c:pt idx="1224">
                  <c:v>44329</c:v>
                </c:pt>
                <c:pt idx="1225">
                  <c:v>44330</c:v>
                </c:pt>
                <c:pt idx="1226">
                  <c:v>44333</c:v>
                </c:pt>
                <c:pt idx="1227">
                  <c:v>44334</c:v>
                </c:pt>
                <c:pt idx="1228">
                  <c:v>44335</c:v>
                </c:pt>
                <c:pt idx="1229">
                  <c:v>44336</c:v>
                </c:pt>
                <c:pt idx="1230">
                  <c:v>44337</c:v>
                </c:pt>
                <c:pt idx="1231">
                  <c:v>44340</c:v>
                </c:pt>
                <c:pt idx="1232">
                  <c:v>44341</c:v>
                </c:pt>
                <c:pt idx="1233">
                  <c:v>44342</c:v>
                </c:pt>
                <c:pt idx="1234">
                  <c:v>44343</c:v>
                </c:pt>
                <c:pt idx="1235">
                  <c:v>44344</c:v>
                </c:pt>
                <c:pt idx="1236">
                  <c:v>44347</c:v>
                </c:pt>
                <c:pt idx="1237">
                  <c:v>44348</c:v>
                </c:pt>
                <c:pt idx="1238">
                  <c:v>44349</c:v>
                </c:pt>
                <c:pt idx="1239">
                  <c:v>44350</c:v>
                </c:pt>
                <c:pt idx="1240">
                  <c:v>44351</c:v>
                </c:pt>
                <c:pt idx="1241">
                  <c:v>44354</c:v>
                </c:pt>
                <c:pt idx="1242">
                  <c:v>44355</c:v>
                </c:pt>
                <c:pt idx="1243">
                  <c:v>44356</c:v>
                </c:pt>
                <c:pt idx="1244">
                  <c:v>44357</c:v>
                </c:pt>
                <c:pt idx="1245">
                  <c:v>44358</c:v>
                </c:pt>
                <c:pt idx="1246">
                  <c:v>44361</c:v>
                </c:pt>
                <c:pt idx="1247">
                  <c:v>44362</c:v>
                </c:pt>
                <c:pt idx="1248">
                  <c:v>44363</c:v>
                </c:pt>
                <c:pt idx="1249">
                  <c:v>44364</c:v>
                </c:pt>
                <c:pt idx="1250">
                  <c:v>44365</c:v>
                </c:pt>
                <c:pt idx="1251">
                  <c:v>44368</c:v>
                </c:pt>
                <c:pt idx="1252">
                  <c:v>44369</c:v>
                </c:pt>
                <c:pt idx="1253">
                  <c:v>44370</c:v>
                </c:pt>
                <c:pt idx="1254">
                  <c:v>44371</c:v>
                </c:pt>
                <c:pt idx="1255">
                  <c:v>44372</c:v>
                </c:pt>
                <c:pt idx="1256">
                  <c:v>44375</c:v>
                </c:pt>
                <c:pt idx="1257">
                  <c:v>44376</c:v>
                </c:pt>
                <c:pt idx="1258">
                  <c:v>44377</c:v>
                </c:pt>
                <c:pt idx="1259">
                  <c:v>44378</c:v>
                </c:pt>
                <c:pt idx="1260">
                  <c:v>44379</c:v>
                </c:pt>
                <c:pt idx="1261">
                  <c:v>44382</c:v>
                </c:pt>
                <c:pt idx="1262">
                  <c:v>44383</c:v>
                </c:pt>
                <c:pt idx="1263">
                  <c:v>44384</c:v>
                </c:pt>
                <c:pt idx="1264">
                  <c:v>44385</c:v>
                </c:pt>
                <c:pt idx="1265">
                  <c:v>44386</c:v>
                </c:pt>
                <c:pt idx="1266">
                  <c:v>44389</c:v>
                </c:pt>
                <c:pt idx="1267">
                  <c:v>44390</c:v>
                </c:pt>
                <c:pt idx="1268">
                  <c:v>44391</c:v>
                </c:pt>
                <c:pt idx="1269">
                  <c:v>44392</c:v>
                </c:pt>
                <c:pt idx="1270">
                  <c:v>44393</c:v>
                </c:pt>
                <c:pt idx="1271">
                  <c:v>44396</c:v>
                </c:pt>
                <c:pt idx="1272">
                  <c:v>44397</c:v>
                </c:pt>
                <c:pt idx="1273">
                  <c:v>44398</c:v>
                </c:pt>
                <c:pt idx="1274">
                  <c:v>44399</c:v>
                </c:pt>
                <c:pt idx="1275">
                  <c:v>44400</c:v>
                </c:pt>
                <c:pt idx="1276">
                  <c:v>44403</c:v>
                </c:pt>
                <c:pt idx="1277">
                  <c:v>44404</c:v>
                </c:pt>
                <c:pt idx="1278">
                  <c:v>44405</c:v>
                </c:pt>
                <c:pt idx="1279">
                  <c:v>44406</c:v>
                </c:pt>
                <c:pt idx="1280">
                  <c:v>44407</c:v>
                </c:pt>
                <c:pt idx="1281">
                  <c:v>44410</c:v>
                </c:pt>
                <c:pt idx="1282">
                  <c:v>44411</c:v>
                </c:pt>
                <c:pt idx="1283">
                  <c:v>44412</c:v>
                </c:pt>
                <c:pt idx="1284">
                  <c:v>44413</c:v>
                </c:pt>
                <c:pt idx="1285">
                  <c:v>44414</c:v>
                </c:pt>
                <c:pt idx="1286">
                  <c:v>44417</c:v>
                </c:pt>
                <c:pt idx="1287">
                  <c:v>44418</c:v>
                </c:pt>
                <c:pt idx="1288">
                  <c:v>44419</c:v>
                </c:pt>
                <c:pt idx="1289">
                  <c:v>44420</c:v>
                </c:pt>
                <c:pt idx="1290">
                  <c:v>44421</c:v>
                </c:pt>
                <c:pt idx="1291">
                  <c:v>44424</c:v>
                </c:pt>
                <c:pt idx="1292">
                  <c:v>44425</c:v>
                </c:pt>
                <c:pt idx="1293">
                  <c:v>44426</c:v>
                </c:pt>
                <c:pt idx="1294">
                  <c:v>44427</c:v>
                </c:pt>
                <c:pt idx="1295">
                  <c:v>44428</c:v>
                </c:pt>
                <c:pt idx="1296">
                  <c:v>44431</c:v>
                </c:pt>
                <c:pt idx="1297">
                  <c:v>44432</c:v>
                </c:pt>
                <c:pt idx="1298">
                  <c:v>44433</c:v>
                </c:pt>
                <c:pt idx="1299">
                  <c:v>44434</c:v>
                </c:pt>
                <c:pt idx="1300">
                  <c:v>44435</c:v>
                </c:pt>
                <c:pt idx="1301">
                  <c:v>44438</c:v>
                </c:pt>
                <c:pt idx="1302">
                  <c:v>44439</c:v>
                </c:pt>
                <c:pt idx="1303">
                  <c:v>44440</c:v>
                </c:pt>
                <c:pt idx="1304">
                  <c:v>44441</c:v>
                </c:pt>
                <c:pt idx="1305">
                  <c:v>44442</c:v>
                </c:pt>
                <c:pt idx="1306">
                  <c:v>44445</c:v>
                </c:pt>
                <c:pt idx="1307">
                  <c:v>44446</c:v>
                </c:pt>
                <c:pt idx="1308">
                  <c:v>44447</c:v>
                </c:pt>
                <c:pt idx="1309">
                  <c:v>44448</c:v>
                </c:pt>
                <c:pt idx="1310">
                  <c:v>44449</c:v>
                </c:pt>
                <c:pt idx="1311">
                  <c:v>44452</c:v>
                </c:pt>
                <c:pt idx="1312">
                  <c:v>44453</c:v>
                </c:pt>
                <c:pt idx="1313">
                  <c:v>44454</c:v>
                </c:pt>
                <c:pt idx="1314">
                  <c:v>44455</c:v>
                </c:pt>
                <c:pt idx="1315">
                  <c:v>44456</c:v>
                </c:pt>
                <c:pt idx="1316">
                  <c:v>44459</c:v>
                </c:pt>
                <c:pt idx="1317">
                  <c:v>44460</c:v>
                </c:pt>
                <c:pt idx="1318">
                  <c:v>44461</c:v>
                </c:pt>
                <c:pt idx="1319">
                  <c:v>44462</c:v>
                </c:pt>
                <c:pt idx="1320">
                  <c:v>44463</c:v>
                </c:pt>
                <c:pt idx="1321">
                  <c:v>44466</c:v>
                </c:pt>
                <c:pt idx="1322">
                  <c:v>44467</c:v>
                </c:pt>
                <c:pt idx="1323">
                  <c:v>44468</c:v>
                </c:pt>
                <c:pt idx="1324">
                  <c:v>44469</c:v>
                </c:pt>
                <c:pt idx="1325">
                  <c:v>44470</c:v>
                </c:pt>
                <c:pt idx="1326">
                  <c:v>44473</c:v>
                </c:pt>
                <c:pt idx="1327">
                  <c:v>44474</c:v>
                </c:pt>
                <c:pt idx="1328">
                  <c:v>44475</c:v>
                </c:pt>
                <c:pt idx="1329">
                  <c:v>44476</c:v>
                </c:pt>
                <c:pt idx="1330">
                  <c:v>44477</c:v>
                </c:pt>
                <c:pt idx="1331">
                  <c:v>44480</c:v>
                </c:pt>
                <c:pt idx="1332">
                  <c:v>44481</c:v>
                </c:pt>
                <c:pt idx="1333">
                  <c:v>44482</c:v>
                </c:pt>
                <c:pt idx="1334">
                  <c:v>44483</c:v>
                </c:pt>
                <c:pt idx="1335">
                  <c:v>44484</c:v>
                </c:pt>
                <c:pt idx="1336">
                  <c:v>44487</c:v>
                </c:pt>
                <c:pt idx="1337">
                  <c:v>44488</c:v>
                </c:pt>
                <c:pt idx="1338">
                  <c:v>44489</c:v>
                </c:pt>
                <c:pt idx="1339">
                  <c:v>44490</c:v>
                </c:pt>
                <c:pt idx="1340">
                  <c:v>44491</c:v>
                </c:pt>
                <c:pt idx="1341">
                  <c:v>44494</c:v>
                </c:pt>
                <c:pt idx="1342">
                  <c:v>44495</c:v>
                </c:pt>
                <c:pt idx="1343">
                  <c:v>44496</c:v>
                </c:pt>
                <c:pt idx="1344">
                  <c:v>44497</c:v>
                </c:pt>
                <c:pt idx="1345">
                  <c:v>44498</c:v>
                </c:pt>
                <c:pt idx="1346">
                  <c:v>44501</c:v>
                </c:pt>
                <c:pt idx="1347">
                  <c:v>44502</c:v>
                </c:pt>
                <c:pt idx="1348">
                  <c:v>44503</c:v>
                </c:pt>
                <c:pt idx="1349">
                  <c:v>44504</c:v>
                </c:pt>
                <c:pt idx="1350">
                  <c:v>44505</c:v>
                </c:pt>
                <c:pt idx="1351">
                  <c:v>44508</c:v>
                </c:pt>
                <c:pt idx="1352">
                  <c:v>44509</c:v>
                </c:pt>
                <c:pt idx="1353">
                  <c:v>44510</c:v>
                </c:pt>
                <c:pt idx="1354">
                  <c:v>44511</c:v>
                </c:pt>
                <c:pt idx="1355">
                  <c:v>44512</c:v>
                </c:pt>
                <c:pt idx="1356">
                  <c:v>44515</c:v>
                </c:pt>
                <c:pt idx="1357">
                  <c:v>44516</c:v>
                </c:pt>
                <c:pt idx="1358">
                  <c:v>44517</c:v>
                </c:pt>
                <c:pt idx="1359">
                  <c:v>44518</c:v>
                </c:pt>
                <c:pt idx="1360">
                  <c:v>44519</c:v>
                </c:pt>
                <c:pt idx="1361">
                  <c:v>44522</c:v>
                </c:pt>
                <c:pt idx="1362">
                  <c:v>44523</c:v>
                </c:pt>
                <c:pt idx="1363">
                  <c:v>44524</c:v>
                </c:pt>
                <c:pt idx="1364">
                  <c:v>44525</c:v>
                </c:pt>
                <c:pt idx="1365">
                  <c:v>44526</c:v>
                </c:pt>
                <c:pt idx="1366">
                  <c:v>44529</c:v>
                </c:pt>
                <c:pt idx="1367">
                  <c:v>44530</c:v>
                </c:pt>
                <c:pt idx="1368">
                  <c:v>44531</c:v>
                </c:pt>
                <c:pt idx="1369">
                  <c:v>44532</c:v>
                </c:pt>
                <c:pt idx="1370">
                  <c:v>44533</c:v>
                </c:pt>
                <c:pt idx="1371">
                  <c:v>44536</c:v>
                </c:pt>
                <c:pt idx="1372">
                  <c:v>44537</c:v>
                </c:pt>
                <c:pt idx="1373">
                  <c:v>44538</c:v>
                </c:pt>
                <c:pt idx="1374">
                  <c:v>44539</c:v>
                </c:pt>
                <c:pt idx="1375">
                  <c:v>44540</c:v>
                </c:pt>
                <c:pt idx="1376">
                  <c:v>44543</c:v>
                </c:pt>
                <c:pt idx="1377">
                  <c:v>44544</c:v>
                </c:pt>
                <c:pt idx="1378">
                  <c:v>44545</c:v>
                </c:pt>
                <c:pt idx="1379">
                  <c:v>44546</c:v>
                </c:pt>
                <c:pt idx="1380">
                  <c:v>44547</c:v>
                </c:pt>
                <c:pt idx="1381">
                  <c:v>44550</c:v>
                </c:pt>
                <c:pt idx="1382">
                  <c:v>44551</c:v>
                </c:pt>
                <c:pt idx="1383">
                  <c:v>44552</c:v>
                </c:pt>
                <c:pt idx="1384">
                  <c:v>44553</c:v>
                </c:pt>
                <c:pt idx="1385">
                  <c:v>44554</c:v>
                </c:pt>
                <c:pt idx="1386">
                  <c:v>44555</c:v>
                </c:pt>
                <c:pt idx="1387">
                  <c:v>44557</c:v>
                </c:pt>
                <c:pt idx="1388">
                  <c:v>44558</c:v>
                </c:pt>
                <c:pt idx="1389">
                  <c:v>44559</c:v>
                </c:pt>
                <c:pt idx="1390">
                  <c:v>44560</c:v>
                </c:pt>
                <c:pt idx="1391">
                  <c:v>44561</c:v>
                </c:pt>
                <c:pt idx="1392">
                  <c:v>44562</c:v>
                </c:pt>
                <c:pt idx="1393">
                  <c:v>44564</c:v>
                </c:pt>
                <c:pt idx="1394">
                  <c:v>44565</c:v>
                </c:pt>
                <c:pt idx="1395">
                  <c:v>44566</c:v>
                </c:pt>
                <c:pt idx="1396">
                  <c:v>44567</c:v>
                </c:pt>
                <c:pt idx="1397">
                  <c:v>44568</c:v>
                </c:pt>
                <c:pt idx="1398">
                  <c:v>44569</c:v>
                </c:pt>
                <c:pt idx="1399">
                  <c:v>44571</c:v>
                </c:pt>
                <c:pt idx="1400">
                  <c:v>44572</c:v>
                </c:pt>
                <c:pt idx="1401">
                  <c:v>44573</c:v>
                </c:pt>
                <c:pt idx="1402">
                  <c:v>44574</c:v>
                </c:pt>
                <c:pt idx="1403">
                  <c:v>44575</c:v>
                </c:pt>
                <c:pt idx="1404">
                  <c:v>44578</c:v>
                </c:pt>
                <c:pt idx="1405">
                  <c:v>44579</c:v>
                </c:pt>
                <c:pt idx="1406">
                  <c:v>44580</c:v>
                </c:pt>
                <c:pt idx="1407">
                  <c:v>44581</c:v>
                </c:pt>
                <c:pt idx="1408">
                  <c:v>44582</c:v>
                </c:pt>
                <c:pt idx="1409">
                  <c:v>44585</c:v>
                </c:pt>
                <c:pt idx="1410">
                  <c:v>44586</c:v>
                </c:pt>
                <c:pt idx="1411">
                  <c:v>44587</c:v>
                </c:pt>
                <c:pt idx="1412">
                  <c:v>44588</c:v>
                </c:pt>
                <c:pt idx="1413">
                  <c:v>44589</c:v>
                </c:pt>
                <c:pt idx="1414">
                  <c:v>44592</c:v>
                </c:pt>
                <c:pt idx="1415">
                  <c:v>44593</c:v>
                </c:pt>
                <c:pt idx="1416">
                  <c:v>44594</c:v>
                </c:pt>
                <c:pt idx="1417">
                  <c:v>44595</c:v>
                </c:pt>
                <c:pt idx="1418">
                  <c:v>44596</c:v>
                </c:pt>
                <c:pt idx="1419">
                  <c:v>44599</c:v>
                </c:pt>
                <c:pt idx="1420">
                  <c:v>44600</c:v>
                </c:pt>
                <c:pt idx="1421">
                  <c:v>44601</c:v>
                </c:pt>
                <c:pt idx="1422">
                  <c:v>44602</c:v>
                </c:pt>
                <c:pt idx="1423">
                  <c:v>44603</c:v>
                </c:pt>
                <c:pt idx="1424">
                  <c:v>44606</c:v>
                </c:pt>
                <c:pt idx="1425">
                  <c:v>44607</c:v>
                </c:pt>
                <c:pt idx="1426">
                  <c:v>44608</c:v>
                </c:pt>
                <c:pt idx="1427">
                  <c:v>44609</c:v>
                </c:pt>
                <c:pt idx="1428">
                  <c:v>44610</c:v>
                </c:pt>
                <c:pt idx="1429">
                  <c:v>44613</c:v>
                </c:pt>
                <c:pt idx="1430">
                  <c:v>44614</c:v>
                </c:pt>
                <c:pt idx="1431">
                  <c:v>44615</c:v>
                </c:pt>
                <c:pt idx="1432">
                  <c:v>44616</c:v>
                </c:pt>
                <c:pt idx="1433">
                  <c:v>44617</c:v>
                </c:pt>
                <c:pt idx="1434">
                  <c:v>44620</c:v>
                </c:pt>
                <c:pt idx="1435">
                  <c:v>44621</c:v>
                </c:pt>
                <c:pt idx="1436">
                  <c:v>44622</c:v>
                </c:pt>
                <c:pt idx="1437">
                  <c:v>44623</c:v>
                </c:pt>
                <c:pt idx="1438">
                  <c:v>44624</c:v>
                </c:pt>
                <c:pt idx="1439">
                  <c:v>44627</c:v>
                </c:pt>
                <c:pt idx="1440">
                  <c:v>44628</c:v>
                </c:pt>
                <c:pt idx="1441">
                  <c:v>44629</c:v>
                </c:pt>
                <c:pt idx="1442">
                  <c:v>44630</c:v>
                </c:pt>
                <c:pt idx="1443">
                  <c:v>44631</c:v>
                </c:pt>
                <c:pt idx="1444">
                  <c:v>44634</c:v>
                </c:pt>
                <c:pt idx="1445">
                  <c:v>44635</c:v>
                </c:pt>
                <c:pt idx="1446">
                  <c:v>44636</c:v>
                </c:pt>
                <c:pt idx="1447">
                  <c:v>44637</c:v>
                </c:pt>
                <c:pt idx="1448">
                  <c:v>44638</c:v>
                </c:pt>
                <c:pt idx="1449">
                  <c:v>44641</c:v>
                </c:pt>
                <c:pt idx="1450">
                  <c:v>44642</c:v>
                </c:pt>
                <c:pt idx="1451">
                  <c:v>44643</c:v>
                </c:pt>
                <c:pt idx="1452">
                  <c:v>44644</c:v>
                </c:pt>
                <c:pt idx="1453">
                  <c:v>44645</c:v>
                </c:pt>
                <c:pt idx="1454">
                  <c:v>44648</c:v>
                </c:pt>
                <c:pt idx="1455">
                  <c:v>44649</c:v>
                </c:pt>
                <c:pt idx="1456">
                  <c:v>44650</c:v>
                </c:pt>
                <c:pt idx="1457">
                  <c:v>44651</c:v>
                </c:pt>
                <c:pt idx="1458">
                  <c:v>44652</c:v>
                </c:pt>
                <c:pt idx="1459">
                  <c:v>44655</c:v>
                </c:pt>
                <c:pt idx="1460">
                  <c:v>44656</c:v>
                </c:pt>
                <c:pt idx="1461">
                  <c:v>44657</c:v>
                </c:pt>
                <c:pt idx="1462">
                  <c:v>44658</c:v>
                </c:pt>
                <c:pt idx="1463">
                  <c:v>44659</c:v>
                </c:pt>
                <c:pt idx="1464">
                  <c:v>44662</c:v>
                </c:pt>
                <c:pt idx="1465">
                  <c:v>44663</c:v>
                </c:pt>
                <c:pt idx="1466">
                  <c:v>44664</c:v>
                </c:pt>
                <c:pt idx="1467">
                  <c:v>44665</c:v>
                </c:pt>
                <c:pt idx="1468">
                  <c:v>44666</c:v>
                </c:pt>
                <c:pt idx="1469">
                  <c:v>44669</c:v>
                </c:pt>
                <c:pt idx="1470">
                  <c:v>44670</c:v>
                </c:pt>
                <c:pt idx="1471">
                  <c:v>44671</c:v>
                </c:pt>
                <c:pt idx="1472">
                  <c:v>44672</c:v>
                </c:pt>
                <c:pt idx="1473">
                  <c:v>44673</c:v>
                </c:pt>
                <c:pt idx="1474">
                  <c:v>44676</c:v>
                </c:pt>
                <c:pt idx="1475">
                  <c:v>44677</c:v>
                </c:pt>
                <c:pt idx="1476">
                  <c:v>44678</c:v>
                </c:pt>
                <c:pt idx="1477">
                  <c:v>44679</c:v>
                </c:pt>
                <c:pt idx="1478">
                  <c:v>44680</c:v>
                </c:pt>
                <c:pt idx="1479">
                  <c:v>44683</c:v>
                </c:pt>
                <c:pt idx="1480">
                  <c:v>44684</c:v>
                </c:pt>
                <c:pt idx="1481">
                  <c:v>44685</c:v>
                </c:pt>
                <c:pt idx="1482">
                  <c:v>44686</c:v>
                </c:pt>
                <c:pt idx="1483">
                  <c:v>44687</c:v>
                </c:pt>
                <c:pt idx="1484">
                  <c:v>44690</c:v>
                </c:pt>
                <c:pt idx="1485">
                  <c:v>44691</c:v>
                </c:pt>
                <c:pt idx="1486">
                  <c:v>44692</c:v>
                </c:pt>
                <c:pt idx="1487">
                  <c:v>44693</c:v>
                </c:pt>
                <c:pt idx="1488">
                  <c:v>44694</c:v>
                </c:pt>
                <c:pt idx="1489">
                  <c:v>44697</c:v>
                </c:pt>
                <c:pt idx="1490">
                  <c:v>44698</c:v>
                </c:pt>
                <c:pt idx="1491">
                  <c:v>44699</c:v>
                </c:pt>
                <c:pt idx="1492">
                  <c:v>44700</c:v>
                </c:pt>
                <c:pt idx="1493">
                  <c:v>44701</c:v>
                </c:pt>
                <c:pt idx="1494">
                  <c:v>44704</c:v>
                </c:pt>
                <c:pt idx="1495">
                  <c:v>44705</c:v>
                </c:pt>
                <c:pt idx="1496">
                  <c:v>44706</c:v>
                </c:pt>
                <c:pt idx="1497">
                  <c:v>44707</c:v>
                </c:pt>
                <c:pt idx="1498">
                  <c:v>44708</c:v>
                </c:pt>
                <c:pt idx="1499">
                  <c:v>44711</c:v>
                </c:pt>
                <c:pt idx="1500">
                  <c:v>44712</c:v>
                </c:pt>
                <c:pt idx="1501">
                  <c:v>44713</c:v>
                </c:pt>
                <c:pt idx="1502">
                  <c:v>44714</c:v>
                </c:pt>
                <c:pt idx="1503">
                  <c:v>44715</c:v>
                </c:pt>
                <c:pt idx="1504">
                  <c:v>44718</c:v>
                </c:pt>
                <c:pt idx="1505">
                  <c:v>44719</c:v>
                </c:pt>
                <c:pt idx="1506">
                  <c:v>44720</c:v>
                </c:pt>
                <c:pt idx="1507">
                  <c:v>44721</c:v>
                </c:pt>
                <c:pt idx="1508">
                  <c:v>44722</c:v>
                </c:pt>
                <c:pt idx="1509">
                  <c:v>44725</c:v>
                </c:pt>
                <c:pt idx="1510">
                  <c:v>44726</c:v>
                </c:pt>
                <c:pt idx="1511">
                  <c:v>44727</c:v>
                </c:pt>
                <c:pt idx="1512">
                  <c:v>44728</c:v>
                </c:pt>
                <c:pt idx="1513">
                  <c:v>44729</c:v>
                </c:pt>
                <c:pt idx="1514">
                  <c:v>44732</c:v>
                </c:pt>
                <c:pt idx="1515">
                  <c:v>44733</c:v>
                </c:pt>
                <c:pt idx="1516">
                  <c:v>44734</c:v>
                </c:pt>
                <c:pt idx="1517">
                  <c:v>44735</c:v>
                </c:pt>
                <c:pt idx="1518">
                  <c:v>44736</c:v>
                </c:pt>
                <c:pt idx="1519">
                  <c:v>44739</c:v>
                </c:pt>
                <c:pt idx="1520">
                  <c:v>44740</c:v>
                </c:pt>
                <c:pt idx="1521">
                  <c:v>44741</c:v>
                </c:pt>
                <c:pt idx="1522">
                  <c:v>44742</c:v>
                </c:pt>
                <c:pt idx="1523">
                  <c:v>44743</c:v>
                </c:pt>
                <c:pt idx="1524">
                  <c:v>44746</c:v>
                </c:pt>
                <c:pt idx="1525">
                  <c:v>44747</c:v>
                </c:pt>
                <c:pt idx="1526">
                  <c:v>44748</c:v>
                </c:pt>
                <c:pt idx="1527">
                  <c:v>44749</c:v>
                </c:pt>
                <c:pt idx="1528">
                  <c:v>44750</c:v>
                </c:pt>
                <c:pt idx="1529">
                  <c:v>44753</c:v>
                </c:pt>
                <c:pt idx="1530">
                  <c:v>44754</c:v>
                </c:pt>
                <c:pt idx="1531">
                  <c:v>44755</c:v>
                </c:pt>
                <c:pt idx="1532">
                  <c:v>44756</c:v>
                </c:pt>
                <c:pt idx="1533">
                  <c:v>44757</c:v>
                </c:pt>
                <c:pt idx="1534">
                  <c:v>44760</c:v>
                </c:pt>
                <c:pt idx="1535">
                  <c:v>44761</c:v>
                </c:pt>
                <c:pt idx="1536">
                  <c:v>44762</c:v>
                </c:pt>
                <c:pt idx="1537">
                  <c:v>44763</c:v>
                </c:pt>
                <c:pt idx="1538">
                  <c:v>44764</c:v>
                </c:pt>
                <c:pt idx="1539">
                  <c:v>44767</c:v>
                </c:pt>
                <c:pt idx="1540">
                  <c:v>44768</c:v>
                </c:pt>
                <c:pt idx="1541">
                  <c:v>44769</c:v>
                </c:pt>
                <c:pt idx="1542">
                  <c:v>44770</c:v>
                </c:pt>
                <c:pt idx="1543">
                  <c:v>44771</c:v>
                </c:pt>
                <c:pt idx="1544">
                  <c:v>44774</c:v>
                </c:pt>
                <c:pt idx="1545">
                  <c:v>44775</c:v>
                </c:pt>
                <c:pt idx="1546">
                  <c:v>44776</c:v>
                </c:pt>
                <c:pt idx="1547">
                  <c:v>44777</c:v>
                </c:pt>
                <c:pt idx="1548">
                  <c:v>44778</c:v>
                </c:pt>
                <c:pt idx="1549">
                  <c:v>44781</c:v>
                </c:pt>
                <c:pt idx="1550">
                  <c:v>44782</c:v>
                </c:pt>
                <c:pt idx="1551">
                  <c:v>44783</c:v>
                </c:pt>
                <c:pt idx="1552">
                  <c:v>44784</c:v>
                </c:pt>
                <c:pt idx="1553">
                  <c:v>44785</c:v>
                </c:pt>
                <c:pt idx="1554">
                  <c:v>44788</c:v>
                </c:pt>
                <c:pt idx="1555">
                  <c:v>44789</c:v>
                </c:pt>
                <c:pt idx="1556">
                  <c:v>44790</c:v>
                </c:pt>
                <c:pt idx="1557">
                  <c:v>44791</c:v>
                </c:pt>
                <c:pt idx="1558">
                  <c:v>44792</c:v>
                </c:pt>
                <c:pt idx="1559">
                  <c:v>44795</c:v>
                </c:pt>
                <c:pt idx="1560">
                  <c:v>44796</c:v>
                </c:pt>
                <c:pt idx="1561">
                  <c:v>44797</c:v>
                </c:pt>
                <c:pt idx="1562">
                  <c:v>44798</c:v>
                </c:pt>
                <c:pt idx="1563">
                  <c:v>44799</c:v>
                </c:pt>
                <c:pt idx="1564">
                  <c:v>44802</c:v>
                </c:pt>
                <c:pt idx="1565">
                  <c:v>44803</c:v>
                </c:pt>
                <c:pt idx="1566">
                  <c:v>44804</c:v>
                </c:pt>
                <c:pt idx="1567">
                  <c:v>44805</c:v>
                </c:pt>
                <c:pt idx="1568">
                  <c:v>44806</c:v>
                </c:pt>
                <c:pt idx="1569">
                  <c:v>44809</c:v>
                </c:pt>
                <c:pt idx="1570">
                  <c:v>44810</c:v>
                </c:pt>
                <c:pt idx="1571">
                  <c:v>44811</c:v>
                </c:pt>
                <c:pt idx="1572">
                  <c:v>44812</c:v>
                </c:pt>
                <c:pt idx="1573">
                  <c:v>44813</c:v>
                </c:pt>
                <c:pt idx="1574">
                  <c:v>44816</c:v>
                </c:pt>
                <c:pt idx="1575">
                  <c:v>44817</c:v>
                </c:pt>
                <c:pt idx="1576">
                  <c:v>44818</c:v>
                </c:pt>
                <c:pt idx="1577">
                  <c:v>44819</c:v>
                </c:pt>
                <c:pt idx="1578">
                  <c:v>44820</c:v>
                </c:pt>
                <c:pt idx="1579">
                  <c:v>44823</c:v>
                </c:pt>
                <c:pt idx="1580">
                  <c:v>44824</c:v>
                </c:pt>
                <c:pt idx="1581">
                  <c:v>44825</c:v>
                </c:pt>
                <c:pt idx="1582">
                  <c:v>44826</c:v>
                </c:pt>
                <c:pt idx="1583">
                  <c:v>44827</c:v>
                </c:pt>
                <c:pt idx="1584">
                  <c:v>44830</c:v>
                </c:pt>
                <c:pt idx="1585">
                  <c:v>44831</c:v>
                </c:pt>
                <c:pt idx="1586">
                  <c:v>44832</c:v>
                </c:pt>
                <c:pt idx="1587">
                  <c:v>44833</c:v>
                </c:pt>
                <c:pt idx="1588">
                  <c:v>44834</c:v>
                </c:pt>
                <c:pt idx="1589">
                  <c:v>44837</c:v>
                </c:pt>
                <c:pt idx="1590">
                  <c:v>44838</c:v>
                </c:pt>
                <c:pt idx="1591">
                  <c:v>44839</c:v>
                </c:pt>
                <c:pt idx="1592">
                  <c:v>44840</c:v>
                </c:pt>
                <c:pt idx="1593">
                  <c:v>44841</c:v>
                </c:pt>
                <c:pt idx="1594">
                  <c:v>44844</c:v>
                </c:pt>
                <c:pt idx="1595">
                  <c:v>44845</c:v>
                </c:pt>
                <c:pt idx="1596">
                  <c:v>44846</c:v>
                </c:pt>
                <c:pt idx="1597">
                  <c:v>44847</c:v>
                </c:pt>
                <c:pt idx="1598">
                  <c:v>44848</c:v>
                </c:pt>
                <c:pt idx="1599">
                  <c:v>44851</c:v>
                </c:pt>
                <c:pt idx="1600">
                  <c:v>44852</c:v>
                </c:pt>
                <c:pt idx="1601">
                  <c:v>44853</c:v>
                </c:pt>
                <c:pt idx="1602">
                  <c:v>44854</c:v>
                </c:pt>
                <c:pt idx="1603">
                  <c:v>44855</c:v>
                </c:pt>
                <c:pt idx="1604">
                  <c:v>44858</c:v>
                </c:pt>
                <c:pt idx="1605">
                  <c:v>44859</c:v>
                </c:pt>
                <c:pt idx="1606">
                  <c:v>44860</c:v>
                </c:pt>
                <c:pt idx="1607">
                  <c:v>44861</c:v>
                </c:pt>
                <c:pt idx="1608">
                  <c:v>44862</c:v>
                </c:pt>
                <c:pt idx="1609">
                  <c:v>44865</c:v>
                </c:pt>
                <c:pt idx="1610">
                  <c:v>44866</c:v>
                </c:pt>
                <c:pt idx="1611">
                  <c:v>44867</c:v>
                </c:pt>
                <c:pt idx="1612">
                  <c:v>44868</c:v>
                </c:pt>
                <c:pt idx="1613">
                  <c:v>44869</c:v>
                </c:pt>
                <c:pt idx="1614">
                  <c:v>44872</c:v>
                </c:pt>
                <c:pt idx="1615">
                  <c:v>44873</c:v>
                </c:pt>
                <c:pt idx="1616">
                  <c:v>44874</c:v>
                </c:pt>
                <c:pt idx="1617">
                  <c:v>44875</c:v>
                </c:pt>
                <c:pt idx="1618">
                  <c:v>44876</c:v>
                </c:pt>
                <c:pt idx="1619">
                  <c:v>44879</c:v>
                </c:pt>
                <c:pt idx="1620">
                  <c:v>44880</c:v>
                </c:pt>
                <c:pt idx="1621">
                  <c:v>44881</c:v>
                </c:pt>
                <c:pt idx="1622">
                  <c:v>44882</c:v>
                </c:pt>
                <c:pt idx="1623">
                  <c:v>44883</c:v>
                </c:pt>
                <c:pt idx="1624">
                  <c:v>44886</c:v>
                </c:pt>
                <c:pt idx="1625">
                  <c:v>44887</c:v>
                </c:pt>
                <c:pt idx="1626">
                  <c:v>44888</c:v>
                </c:pt>
                <c:pt idx="1627">
                  <c:v>44889</c:v>
                </c:pt>
                <c:pt idx="1628">
                  <c:v>44890</c:v>
                </c:pt>
                <c:pt idx="1629">
                  <c:v>44893</c:v>
                </c:pt>
                <c:pt idx="1630">
                  <c:v>44894</c:v>
                </c:pt>
                <c:pt idx="1631">
                  <c:v>44895</c:v>
                </c:pt>
                <c:pt idx="1632">
                  <c:v>44896</c:v>
                </c:pt>
                <c:pt idx="1633">
                  <c:v>44897</c:v>
                </c:pt>
                <c:pt idx="1634">
                  <c:v>44900</c:v>
                </c:pt>
                <c:pt idx="1635">
                  <c:v>44901</c:v>
                </c:pt>
                <c:pt idx="1636">
                  <c:v>44902</c:v>
                </c:pt>
                <c:pt idx="1637">
                  <c:v>44903</c:v>
                </c:pt>
                <c:pt idx="1638">
                  <c:v>44904</c:v>
                </c:pt>
                <c:pt idx="1639">
                  <c:v>44907</c:v>
                </c:pt>
                <c:pt idx="1640">
                  <c:v>44908</c:v>
                </c:pt>
                <c:pt idx="1641">
                  <c:v>44909</c:v>
                </c:pt>
                <c:pt idx="1642">
                  <c:v>44910</c:v>
                </c:pt>
                <c:pt idx="1643">
                  <c:v>44911</c:v>
                </c:pt>
                <c:pt idx="1644">
                  <c:v>44914</c:v>
                </c:pt>
                <c:pt idx="1645">
                  <c:v>44915</c:v>
                </c:pt>
                <c:pt idx="1646">
                  <c:v>44916</c:v>
                </c:pt>
                <c:pt idx="1647">
                  <c:v>44917</c:v>
                </c:pt>
                <c:pt idx="1648">
                  <c:v>44918</c:v>
                </c:pt>
                <c:pt idx="1649">
                  <c:v>44921</c:v>
                </c:pt>
                <c:pt idx="1650">
                  <c:v>44922</c:v>
                </c:pt>
                <c:pt idx="1651">
                  <c:v>44923</c:v>
                </c:pt>
                <c:pt idx="1652">
                  <c:v>44924</c:v>
                </c:pt>
                <c:pt idx="1653">
                  <c:v>44925</c:v>
                </c:pt>
                <c:pt idx="1654">
                  <c:v>44928</c:v>
                </c:pt>
                <c:pt idx="1655">
                  <c:v>44929</c:v>
                </c:pt>
                <c:pt idx="1656">
                  <c:v>44930</c:v>
                </c:pt>
                <c:pt idx="1657">
                  <c:v>44931</c:v>
                </c:pt>
                <c:pt idx="1658">
                  <c:v>44932</c:v>
                </c:pt>
                <c:pt idx="1659">
                  <c:v>44935</c:v>
                </c:pt>
                <c:pt idx="1660">
                  <c:v>44936</c:v>
                </c:pt>
                <c:pt idx="1661">
                  <c:v>44937</c:v>
                </c:pt>
                <c:pt idx="1662">
                  <c:v>44938</c:v>
                </c:pt>
                <c:pt idx="1663">
                  <c:v>44939</c:v>
                </c:pt>
                <c:pt idx="1664">
                  <c:v>44942</c:v>
                </c:pt>
                <c:pt idx="1665">
                  <c:v>44943</c:v>
                </c:pt>
                <c:pt idx="1666">
                  <c:v>44944</c:v>
                </c:pt>
                <c:pt idx="1667">
                  <c:v>44945</c:v>
                </c:pt>
                <c:pt idx="1668">
                  <c:v>44946</c:v>
                </c:pt>
                <c:pt idx="1669">
                  <c:v>44949</c:v>
                </c:pt>
                <c:pt idx="1670">
                  <c:v>44950</c:v>
                </c:pt>
                <c:pt idx="1671">
                  <c:v>44951</c:v>
                </c:pt>
                <c:pt idx="1672">
                  <c:v>44952</c:v>
                </c:pt>
                <c:pt idx="1673">
                  <c:v>44953</c:v>
                </c:pt>
                <c:pt idx="1674">
                  <c:v>44956</c:v>
                </c:pt>
                <c:pt idx="1675">
                  <c:v>44957</c:v>
                </c:pt>
                <c:pt idx="1676">
                  <c:v>44958</c:v>
                </c:pt>
                <c:pt idx="1677">
                  <c:v>44959</c:v>
                </c:pt>
                <c:pt idx="1678">
                  <c:v>44960</c:v>
                </c:pt>
                <c:pt idx="1679">
                  <c:v>44963</c:v>
                </c:pt>
                <c:pt idx="1680">
                  <c:v>44964</c:v>
                </c:pt>
                <c:pt idx="1681">
                  <c:v>44965</c:v>
                </c:pt>
                <c:pt idx="1682">
                  <c:v>44966</c:v>
                </c:pt>
                <c:pt idx="1683">
                  <c:v>44967</c:v>
                </c:pt>
                <c:pt idx="1684">
                  <c:v>44970</c:v>
                </c:pt>
                <c:pt idx="1685">
                  <c:v>44971</c:v>
                </c:pt>
                <c:pt idx="1686">
                  <c:v>44972</c:v>
                </c:pt>
                <c:pt idx="1687">
                  <c:v>44973</c:v>
                </c:pt>
                <c:pt idx="1688">
                  <c:v>44974</c:v>
                </c:pt>
                <c:pt idx="1689">
                  <c:v>44977</c:v>
                </c:pt>
                <c:pt idx="1690">
                  <c:v>44978</c:v>
                </c:pt>
                <c:pt idx="1691">
                  <c:v>44979</c:v>
                </c:pt>
                <c:pt idx="1692">
                  <c:v>44980</c:v>
                </c:pt>
                <c:pt idx="1693">
                  <c:v>44981</c:v>
                </c:pt>
                <c:pt idx="1694">
                  <c:v>44984</c:v>
                </c:pt>
                <c:pt idx="1695">
                  <c:v>44985</c:v>
                </c:pt>
                <c:pt idx="1696">
                  <c:v>44986</c:v>
                </c:pt>
                <c:pt idx="1697">
                  <c:v>44987</c:v>
                </c:pt>
                <c:pt idx="1698">
                  <c:v>44988</c:v>
                </c:pt>
                <c:pt idx="1699">
                  <c:v>44991</c:v>
                </c:pt>
                <c:pt idx="1700">
                  <c:v>44992</c:v>
                </c:pt>
                <c:pt idx="1701">
                  <c:v>44993</c:v>
                </c:pt>
                <c:pt idx="1702">
                  <c:v>44994</c:v>
                </c:pt>
                <c:pt idx="1703">
                  <c:v>44995</c:v>
                </c:pt>
                <c:pt idx="1704">
                  <c:v>44998</c:v>
                </c:pt>
                <c:pt idx="1705">
                  <c:v>44999</c:v>
                </c:pt>
                <c:pt idx="1706">
                  <c:v>45000</c:v>
                </c:pt>
                <c:pt idx="1707">
                  <c:v>45001</c:v>
                </c:pt>
                <c:pt idx="1708">
                  <c:v>45002</c:v>
                </c:pt>
                <c:pt idx="1709">
                  <c:v>45005</c:v>
                </c:pt>
                <c:pt idx="1710">
                  <c:v>45006</c:v>
                </c:pt>
                <c:pt idx="1711">
                  <c:v>45007</c:v>
                </c:pt>
                <c:pt idx="1712">
                  <c:v>45008</c:v>
                </c:pt>
                <c:pt idx="1713">
                  <c:v>45009</c:v>
                </c:pt>
                <c:pt idx="1714">
                  <c:v>45012</c:v>
                </c:pt>
                <c:pt idx="1715">
                  <c:v>45013</c:v>
                </c:pt>
                <c:pt idx="1716">
                  <c:v>45014</c:v>
                </c:pt>
                <c:pt idx="1717">
                  <c:v>45015</c:v>
                </c:pt>
                <c:pt idx="1718">
                  <c:v>45016</c:v>
                </c:pt>
                <c:pt idx="1719">
                  <c:v>45019</c:v>
                </c:pt>
                <c:pt idx="1720">
                  <c:v>45020</c:v>
                </c:pt>
                <c:pt idx="1721">
                  <c:v>45021</c:v>
                </c:pt>
                <c:pt idx="1722">
                  <c:v>45022</c:v>
                </c:pt>
                <c:pt idx="1723">
                  <c:v>45023</c:v>
                </c:pt>
                <c:pt idx="1724">
                  <c:v>45026</c:v>
                </c:pt>
                <c:pt idx="1725">
                  <c:v>45027</c:v>
                </c:pt>
                <c:pt idx="1726">
                  <c:v>45028</c:v>
                </c:pt>
                <c:pt idx="1727">
                  <c:v>45029</c:v>
                </c:pt>
                <c:pt idx="1728">
                  <c:v>45030</c:v>
                </c:pt>
                <c:pt idx="1729">
                  <c:v>45033</c:v>
                </c:pt>
                <c:pt idx="1730">
                  <c:v>45034</c:v>
                </c:pt>
                <c:pt idx="1731">
                  <c:v>45035</c:v>
                </c:pt>
                <c:pt idx="1732">
                  <c:v>45036</c:v>
                </c:pt>
                <c:pt idx="1733">
                  <c:v>45037</c:v>
                </c:pt>
                <c:pt idx="1734">
                  <c:v>45040</c:v>
                </c:pt>
                <c:pt idx="1735">
                  <c:v>45041</c:v>
                </c:pt>
                <c:pt idx="1736">
                  <c:v>45042</c:v>
                </c:pt>
                <c:pt idx="1737">
                  <c:v>45043</c:v>
                </c:pt>
                <c:pt idx="1738">
                  <c:v>45044</c:v>
                </c:pt>
                <c:pt idx="1739">
                  <c:v>45047</c:v>
                </c:pt>
                <c:pt idx="1740">
                  <c:v>45048</c:v>
                </c:pt>
                <c:pt idx="1741">
                  <c:v>45049</c:v>
                </c:pt>
                <c:pt idx="1742">
                  <c:v>45050</c:v>
                </c:pt>
                <c:pt idx="1743">
                  <c:v>45051</c:v>
                </c:pt>
                <c:pt idx="1744">
                  <c:v>45054</c:v>
                </c:pt>
                <c:pt idx="1745">
                  <c:v>45055</c:v>
                </c:pt>
                <c:pt idx="1746">
                  <c:v>45056</c:v>
                </c:pt>
                <c:pt idx="1747">
                  <c:v>45057</c:v>
                </c:pt>
                <c:pt idx="1748">
                  <c:v>45058</c:v>
                </c:pt>
                <c:pt idx="1749">
                  <c:v>45061</c:v>
                </c:pt>
                <c:pt idx="1750">
                  <c:v>45062</c:v>
                </c:pt>
                <c:pt idx="1751">
                  <c:v>45063</c:v>
                </c:pt>
                <c:pt idx="1752">
                  <c:v>45064</c:v>
                </c:pt>
                <c:pt idx="1753">
                  <c:v>45065</c:v>
                </c:pt>
                <c:pt idx="1754">
                  <c:v>45068</c:v>
                </c:pt>
                <c:pt idx="1755">
                  <c:v>45069</c:v>
                </c:pt>
                <c:pt idx="1756">
                  <c:v>45070</c:v>
                </c:pt>
                <c:pt idx="1757">
                  <c:v>45071</c:v>
                </c:pt>
                <c:pt idx="1758">
                  <c:v>45072</c:v>
                </c:pt>
                <c:pt idx="1759">
                  <c:v>45075</c:v>
                </c:pt>
                <c:pt idx="1760">
                  <c:v>45076</c:v>
                </c:pt>
                <c:pt idx="1761">
                  <c:v>45077</c:v>
                </c:pt>
                <c:pt idx="1762">
                  <c:v>45078</c:v>
                </c:pt>
                <c:pt idx="1763">
                  <c:v>45079</c:v>
                </c:pt>
                <c:pt idx="1764">
                  <c:v>45082</c:v>
                </c:pt>
                <c:pt idx="1765">
                  <c:v>45083</c:v>
                </c:pt>
                <c:pt idx="1766">
                  <c:v>45084</c:v>
                </c:pt>
                <c:pt idx="1767">
                  <c:v>45085</c:v>
                </c:pt>
                <c:pt idx="1768">
                  <c:v>45086</c:v>
                </c:pt>
                <c:pt idx="1769">
                  <c:v>45089</c:v>
                </c:pt>
                <c:pt idx="1770">
                  <c:v>45090</c:v>
                </c:pt>
                <c:pt idx="1771">
                  <c:v>45091</c:v>
                </c:pt>
                <c:pt idx="1772">
                  <c:v>45092</c:v>
                </c:pt>
                <c:pt idx="1773">
                  <c:v>45093</c:v>
                </c:pt>
                <c:pt idx="1774">
                  <c:v>45096</c:v>
                </c:pt>
                <c:pt idx="1775">
                  <c:v>45097</c:v>
                </c:pt>
                <c:pt idx="1776">
                  <c:v>45098</c:v>
                </c:pt>
                <c:pt idx="1777">
                  <c:v>45099</c:v>
                </c:pt>
                <c:pt idx="1778">
                  <c:v>45100</c:v>
                </c:pt>
                <c:pt idx="1779">
                  <c:v>45103</c:v>
                </c:pt>
                <c:pt idx="1780">
                  <c:v>45104</c:v>
                </c:pt>
                <c:pt idx="1781">
                  <c:v>45105</c:v>
                </c:pt>
                <c:pt idx="1782">
                  <c:v>45106</c:v>
                </c:pt>
                <c:pt idx="1783">
                  <c:v>45107</c:v>
                </c:pt>
                <c:pt idx="1784">
                  <c:v>45110</c:v>
                </c:pt>
                <c:pt idx="1785">
                  <c:v>45111</c:v>
                </c:pt>
                <c:pt idx="1786">
                  <c:v>45112</c:v>
                </c:pt>
                <c:pt idx="1787">
                  <c:v>45113</c:v>
                </c:pt>
                <c:pt idx="1788">
                  <c:v>45114</c:v>
                </c:pt>
                <c:pt idx="1789">
                  <c:v>45117</c:v>
                </c:pt>
                <c:pt idx="1790">
                  <c:v>45118</c:v>
                </c:pt>
                <c:pt idx="1791">
                  <c:v>45119</c:v>
                </c:pt>
                <c:pt idx="1792">
                  <c:v>45120</c:v>
                </c:pt>
                <c:pt idx="1793">
                  <c:v>45121</c:v>
                </c:pt>
                <c:pt idx="1794">
                  <c:v>45124</c:v>
                </c:pt>
                <c:pt idx="1795">
                  <c:v>45125</c:v>
                </c:pt>
                <c:pt idx="1796">
                  <c:v>45126</c:v>
                </c:pt>
                <c:pt idx="1797">
                  <c:v>45127</c:v>
                </c:pt>
                <c:pt idx="1798">
                  <c:v>45128</c:v>
                </c:pt>
                <c:pt idx="1799">
                  <c:v>45131</c:v>
                </c:pt>
                <c:pt idx="1800">
                  <c:v>45132</c:v>
                </c:pt>
                <c:pt idx="1801">
                  <c:v>45133</c:v>
                </c:pt>
                <c:pt idx="1802">
                  <c:v>45134</c:v>
                </c:pt>
                <c:pt idx="1803">
                  <c:v>45135</c:v>
                </c:pt>
                <c:pt idx="1804">
                  <c:v>45138</c:v>
                </c:pt>
                <c:pt idx="1805">
                  <c:v>45139</c:v>
                </c:pt>
                <c:pt idx="1806">
                  <c:v>45140</c:v>
                </c:pt>
                <c:pt idx="1807">
                  <c:v>45141</c:v>
                </c:pt>
                <c:pt idx="1808">
                  <c:v>45142</c:v>
                </c:pt>
                <c:pt idx="1809">
                  <c:v>45145</c:v>
                </c:pt>
                <c:pt idx="1810">
                  <c:v>45146</c:v>
                </c:pt>
                <c:pt idx="1811">
                  <c:v>45147</c:v>
                </c:pt>
                <c:pt idx="1812">
                  <c:v>45148</c:v>
                </c:pt>
                <c:pt idx="1813">
                  <c:v>45149</c:v>
                </c:pt>
                <c:pt idx="1814">
                  <c:v>45152</c:v>
                </c:pt>
                <c:pt idx="1815">
                  <c:v>45153</c:v>
                </c:pt>
                <c:pt idx="1816">
                  <c:v>45154</c:v>
                </c:pt>
                <c:pt idx="1817">
                  <c:v>45155</c:v>
                </c:pt>
                <c:pt idx="1818">
                  <c:v>45156</c:v>
                </c:pt>
                <c:pt idx="1819">
                  <c:v>45159</c:v>
                </c:pt>
                <c:pt idx="1820">
                  <c:v>45160</c:v>
                </c:pt>
                <c:pt idx="1821">
                  <c:v>45161</c:v>
                </c:pt>
                <c:pt idx="1822">
                  <c:v>45162</c:v>
                </c:pt>
                <c:pt idx="1823">
                  <c:v>45163</c:v>
                </c:pt>
                <c:pt idx="1824">
                  <c:v>45166</c:v>
                </c:pt>
                <c:pt idx="1825">
                  <c:v>45167</c:v>
                </c:pt>
                <c:pt idx="1826">
                  <c:v>45168</c:v>
                </c:pt>
                <c:pt idx="1827">
                  <c:v>45169</c:v>
                </c:pt>
                <c:pt idx="1828">
                  <c:v>45170</c:v>
                </c:pt>
                <c:pt idx="1829">
                  <c:v>45173</c:v>
                </c:pt>
                <c:pt idx="1830">
                  <c:v>45174</c:v>
                </c:pt>
                <c:pt idx="1831">
                  <c:v>45175</c:v>
                </c:pt>
                <c:pt idx="1832">
                  <c:v>45176</c:v>
                </c:pt>
                <c:pt idx="1833">
                  <c:v>45177</c:v>
                </c:pt>
                <c:pt idx="1834">
                  <c:v>45180</c:v>
                </c:pt>
                <c:pt idx="1835">
                  <c:v>45181</c:v>
                </c:pt>
                <c:pt idx="1836">
                  <c:v>45182</c:v>
                </c:pt>
                <c:pt idx="1837">
                  <c:v>45183</c:v>
                </c:pt>
                <c:pt idx="1838">
                  <c:v>45184</c:v>
                </c:pt>
                <c:pt idx="1839">
                  <c:v>45187</c:v>
                </c:pt>
                <c:pt idx="1840">
                  <c:v>45188</c:v>
                </c:pt>
                <c:pt idx="1841">
                  <c:v>45189</c:v>
                </c:pt>
                <c:pt idx="1842">
                  <c:v>45190</c:v>
                </c:pt>
                <c:pt idx="1843">
                  <c:v>45191</c:v>
                </c:pt>
                <c:pt idx="1844">
                  <c:v>45194</c:v>
                </c:pt>
                <c:pt idx="1845">
                  <c:v>45195</c:v>
                </c:pt>
                <c:pt idx="1846">
                  <c:v>45196</c:v>
                </c:pt>
                <c:pt idx="1847">
                  <c:v>45197</c:v>
                </c:pt>
                <c:pt idx="1848">
                  <c:v>45198</c:v>
                </c:pt>
                <c:pt idx="1849">
                  <c:v>45201</c:v>
                </c:pt>
                <c:pt idx="1850">
                  <c:v>45202</c:v>
                </c:pt>
                <c:pt idx="1851">
                  <c:v>45203</c:v>
                </c:pt>
                <c:pt idx="1852">
                  <c:v>45204</c:v>
                </c:pt>
                <c:pt idx="1853">
                  <c:v>45205</c:v>
                </c:pt>
                <c:pt idx="1854">
                  <c:v>45208</c:v>
                </c:pt>
                <c:pt idx="1855">
                  <c:v>45209</c:v>
                </c:pt>
                <c:pt idx="1856">
                  <c:v>45210</c:v>
                </c:pt>
                <c:pt idx="1857">
                  <c:v>45211</c:v>
                </c:pt>
                <c:pt idx="1858">
                  <c:v>45212</c:v>
                </c:pt>
                <c:pt idx="1859">
                  <c:v>45215</c:v>
                </c:pt>
                <c:pt idx="1860">
                  <c:v>45216</c:v>
                </c:pt>
                <c:pt idx="1861">
                  <c:v>45217</c:v>
                </c:pt>
                <c:pt idx="1862">
                  <c:v>45218</c:v>
                </c:pt>
                <c:pt idx="1863">
                  <c:v>45219</c:v>
                </c:pt>
                <c:pt idx="1864">
                  <c:v>45222</c:v>
                </c:pt>
                <c:pt idx="1865">
                  <c:v>45223</c:v>
                </c:pt>
                <c:pt idx="1866">
                  <c:v>45224</c:v>
                </c:pt>
                <c:pt idx="1867">
                  <c:v>45225</c:v>
                </c:pt>
                <c:pt idx="1868">
                  <c:v>45226</c:v>
                </c:pt>
                <c:pt idx="1869">
                  <c:v>45229</c:v>
                </c:pt>
                <c:pt idx="1870">
                  <c:v>45230</c:v>
                </c:pt>
                <c:pt idx="1871">
                  <c:v>45231</c:v>
                </c:pt>
                <c:pt idx="1872">
                  <c:v>45232</c:v>
                </c:pt>
                <c:pt idx="1873">
                  <c:v>45233</c:v>
                </c:pt>
                <c:pt idx="1874">
                  <c:v>45236</c:v>
                </c:pt>
                <c:pt idx="1875">
                  <c:v>45237</c:v>
                </c:pt>
                <c:pt idx="1876">
                  <c:v>45238</c:v>
                </c:pt>
                <c:pt idx="1877">
                  <c:v>45239</c:v>
                </c:pt>
                <c:pt idx="1878">
                  <c:v>45240</c:v>
                </c:pt>
                <c:pt idx="1879">
                  <c:v>45243</c:v>
                </c:pt>
                <c:pt idx="1880">
                  <c:v>45244</c:v>
                </c:pt>
                <c:pt idx="1881">
                  <c:v>45245</c:v>
                </c:pt>
                <c:pt idx="1882">
                  <c:v>45246</c:v>
                </c:pt>
                <c:pt idx="1883">
                  <c:v>45247</c:v>
                </c:pt>
                <c:pt idx="1884">
                  <c:v>45250</c:v>
                </c:pt>
                <c:pt idx="1885">
                  <c:v>45251</c:v>
                </c:pt>
                <c:pt idx="1886">
                  <c:v>45252</c:v>
                </c:pt>
                <c:pt idx="1887">
                  <c:v>45253</c:v>
                </c:pt>
                <c:pt idx="1888">
                  <c:v>45254</c:v>
                </c:pt>
                <c:pt idx="1889">
                  <c:v>45257</c:v>
                </c:pt>
                <c:pt idx="1890">
                  <c:v>45258</c:v>
                </c:pt>
                <c:pt idx="1891">
                  <c:v>45259</c:v>
                </c:pt>
                <c:pt idx="1892">
                  <c:v>45260</c:v>
                </c:pt>
                <c:pt idx="1893">
                  <c:v>45261</c:v>
                </c:pt>
                <c:pt idx="1894">
                  <c:v>45264</c:v>
                </c:pt>
                <c:pt idx="1895">
                  <c:v>45265</c:v>
                </c:pt>
                <c:pt idx="1896">
                  <c:v>45266</c:v>
                </c:pt>
                <c:pt idx="1897">
                  <c:v>45267</c:v>
                </c:pt>
                <c:pt idx="1898">
                  <c:v>45268</c:v>
                </c:pt>
                <c:pt idx="1899">
                  <c:v>45271</c:v>
                </c:pt>
                <c:pt idx="1900">
                  <c:v>45272</c:v>
                </c:pt>
                <c:pt idx="1901">
                  <c:v>45273</c:v>
                </c:pt>
                <c:pt idx="1902">
                  <c:v>45274</c:v>
                </c:pt>
                <c:pt idx="1903">
                  <c:v>45275</c:v>
                </c:pt>
                <c:pt idx="1904">
                  <c:v>45278</c:v>
                </c:pt>
                <c:pt idx="1905">
                  <c:v>45279</c:v>
                </c:pt>
                <c:pt idx="1906">
                  <c:v>45280</c:v>
                </c:pt>
                <c:pt idx="1907">
                  <c:v>45281</c:v>
                </c:pt>
                <c:pt idx="1908">
                  <c:v>45282</c:v>
                </c:pt>
                <c:pt idx="1909">
                  <c:v>45283</c:v>
                </c:pt>
                <c:pt idx="1910">
                  <c:v>45285</c:v>
                </c:pt>
                <c:pt idx="1911">
                  <c:v>45286</c:v>
                </c:pt>
                <c:pt idx="1912">
                  <c:v>45287</c:v>
                </c:pt>
                <c:pt idx="1913">
                  <c:v>45288</c:v>
                </c:pt>
                <c:pt idx="1914">
                  <c:v>45289</c:v>
                </c:pt>
                <c:pt idx="1915">
                  <c:v>45290</c:v>
                </c:pt>
                <c:pt idx="1916">
                  <c:v>45292</c:v>
                </c:pt>
                <c:pt idx="1917">
                  <c:v>45293</c:v>
                </c:pt>
                <c:pt idx="1918">
                  <c:v>45294</c:v>
                </c:pt>
                <c:pt idx="1919">
                  <c:v>45295</c:v>
                </c:pt>
                <c:pt idx="1920">
                  <c:v>45296</c:v>
                </c:pt>
                <c:pt idx="1921">
                  <c:v>45297</c:v>
                </c:pt>
                <c:pt idx="1922">
                  <c:v>45299</c:v>
                </c:pt>
                <c:pt idx="1923">
                  <c:v>45300</c:v>
                </c:pt>
                <c:pt idx="1924">
                  <c:v>45301</c:v>
                </c:pt>
                <c:pt idx="1925">
                  <c:v>45302</c:v>
                </c:pt>
                <c:pt idx="1926">
                  <c:v>45303</c:v>
                </c:pt>
                <c:pt idx="1927">
                  <c:v>45304</c:v>
                </c:pt>
                <c:pt idx="1928">
                  <c:v>45306</c:v>
                </c:pt>
                <c:pt idx="1929">
                  <c:v>45307</c:v>
                </c:pt>
                <c:pt idx="1930">
                  <c:v>45308</c:v>
                </c:pt>
                <c:pt idx="1931">
                  <c:v>45309</c:v>
                </c:pt>
                <c:pt idx="1932">
                  <c:v>45310</c:v>
                </c:pt>
                <c:pt idx="1933">
                  <c:v>45313</c:v>
                </c:pt>
                <c:pt idx="1934">
                  <c:v>45314</c:v>
                </c:pt>
                <c:pt idx="1935">
                  <c:v>45315</c:v>
                </c:pt>
                <c:pt idx="1936">
                  <c:v>45316</c:v>
                </c:pt>
                <c:pt idx="1937">
                  <c:v>45317</c:v>
                </c:pt>
                <c:pt idx="1938">
                  <c:v>45320</c:v>
                </c:pt>
                <c:pt idx="1939">
                  <c:v>45321</c:v>
                </c:pt>
                <c:pt idx="1940">
                  <c:v>45322</c:v>
                </c:pt>
                <c:pt idx="1941">
                  <c:v>45323</c:v>
                </c:pt>
                <c:pt idx="1942">
                  <c:v>45324</c:v>
                </c:pt>
                <c:pt idx="1943">
                  <c:v>45327</c:v>
                </c:pt>
                <c:pt idx="1944">
                  <c:v>45328</c:v>
                </c:pt>
                <c:pt idx="1945">
                  <c:v>45329</c:v>
                </c:pt>
                <c:pt idx="1946">
                  <c:v>45330</c:v>
                </c:pt>
                <c:pt idx="1947">
                  <c:v>45331</c:v>
                </c:pt>
                <c:pt idx="1948">
                  <c:v>45334</c:v>
                </c:pt>
                <c:pt idx="1949">
                  <c:v>45335</c:v>
                </c:pt>
                <c:pt idx="1950">
                  <c:v>45336</c:v>
                </c:pt>
                <c:pt idx="1951">
                  <c:v>45337</c:v>
                </c:pt>
                <c:pt idx="1952">
                  <c:v>45338</c:v>
                </c:pt>
                <c:pt idx="1953">
                  <c:v>45341</c:v>
                </c:pt>
                <c:pt idx="1954">
                  <c:v>45342</c:v>
                </c:pt>
                <c:pt idx="1955">
                  <c:v>45343</c:v>
                </c:pt>
                <c:pt idx="1956">
                  <c:v>45344</c:v>
                </c:pt>
                <c:pt idx="1957">
                  <c:v>45345</c:v>
                </c:pt>
                <c:pt idx="1958">
                  <c:v>45348</c:v>
                </c:pt>
                <c:pt idx="1959">
                  <c:v>45349</c:v>
                </c:pt>
                <c:pt idx="1960">
                  <c:v>45350</c:v>
                </c:pt>
                <c:pt idx="1961">
                  <c:v>45351</c:v>
                </c:pt>
                <c:pt idx="1962">
                  <c:v>45352</c:v>
                </c:pt>
                <c:pt idx="1963">
                  <c:v>45355</c:v>
                </c:pt>
                <c:pt idx="1964">
                  <c:v>45356</c:v>
                </c:pt>
                <c:pt idx="1965">
                  <c:v>45357</c:v>
                </c:pt>
                <c:pt idx="1966">
                  <c:v>45358</c:v>
                </c:pt>
                <c:pt idx="1967">
                  <c:v>45359</c:v>
                </c:pt>
                <c:pt idx="1968">
                  <c:v>45362</c:v>
                </c:pt>
                <c:pt idx="1969">
                  <c:v>45363</c:v>
                </c:pt>
                <c:pt idx="1970">
                  <c:v>45364</c:v>
                </c:pt>
                <c:pt idx="1971">
                  <c:v>45365</c:v>
                </c:pt>
                <c:pt idx="1972">
                  <c:v>45366</c:v>
                </c:pt>
                <c:pt idx="1973">
                  <c:v>45369</c:v>
                </c:pt>
                <c:pt idx="1974">
                  <c:v>45370</c:v>
                </c:pt>
                <c:pt idx="1975">
                  <c:v>45371</c:v>
                </c:pt>
                <c:pt idx="1976">
                  <c:v>45372</c:v>
                </c:pt>
                <c:pt idx="1977">
                  <c:v>45373</c:v>
                </c:pt>
                <c:pt idx="1978">
                  <c:v>45376</c:v>
                </c:pt>
                <c:pt idx="1979">
                  <c:v>45377</c:v>
                </c:pt>
                <c:pt idx="1980">
                  <c:v>45378</c:v>
                </c:pt>
                <c:pt idx="1981">
                  <c:v>45379</c:v>
                </c:pt>
                <c:pt idx="1982">
                  <c:v>45380</c:v>
                </c:pt>
                <c:pt idx="1983">
                  <c:v>45383</c:v>
                </c:pt>
                <c:pt idx="1984">
                  <c:v>45384</c:v>
                </c:pt>
                <c:pt idx="1985">
                  <c:v>45385</c:v>
                </c:pt>
                <c:pt idx="1986">
                  <c:v>45386</c:v>
                </c:pt>
                <c:pt idx="1987">
                  <c:v>45387</c:v>
                </c:pt>
                <c:pt idx="1988">
                  <c:v>45390</c:v>
                </c:pt>
                <c:pt idx="1989">
                  <c:v>45391</c:v>
                </c:pt>
                <c:pt idx="1990">
                  <c:v>45392</c:v>
                </c:pt>
                <c:pt idx="1991">
                  <c:v>45393</c:v>
                </c:pt>
                <c:pt idx="1992">
                  <c:v>45394</c:v>
                </c:pt>
                <c:pt idx="1993">
                  <c:v>45397</c:v>
                </c:pt>
                <c:pt idx="1994">
                  <c:v>45398</c:v>
                </c:pt>
                <c:pt idx="1995">
                  <c:v>45399</c:v>
                </c:pt>
                <c:pt idx="1996">
                  <c:v>45400</c:v>
                </c:pt>
                <c:pt idx="1997">
                  <c:v>45401</c:v>
                </c:pt>
                <c:pt idx="1998">
                  <c:v>45404</c:v>
                </c:pt>
                <c:pt idx="1999">
                  <c:v>45405</c:v>
                </c:pt>
                <c:pt idx="2000">
                  <c:v>45406</c:v>
                </c:pt>
                <c:pt idx="2001">
                  <c:v>45407</c:v>
                </c:pt>
                <c:pt idx="2002">
                  <c:v>45408</c:v>
                </c:pt>
                <c:pt idx="2003">
                  <c:v>45411</c:v>
                </c:pt>
                <c:pt idx="2004">
                  <c:v>45412</c:v>
                </c:pt>
                <c:pt idx="2005">
                  <c:v>45413</c:v>
                </c:pt>
                <c:pt idx="2006">
                  <c:v>45414</c:v>
                </c:pt>
                <c:pt idx="2007">
                  <c:v>45415</c:v>
                </c:pt>
                <c:pt idx="2008">
                  <c:v>45418</c:v>
                </c:pt>
                <c:pt idx="2009">
                  <c:v>45419</c:v>
                </c:pt>
                <c:pt idx="2010">
                  <c:v>45420</c:v>
                </c:pt>
                <c:pt idx="2011">
                  <c:v>45421</c:v>
                </c:pt>
                <c:pt idx="2012">
                  <c:v>45422</c:v>
                </c:pt>
                <c:pt idx="2013">
                  <c:v>45425</c:v>
                </c:pt>
                <c:pt idx="2014">
                  <c:v>45426</c:v>
                </c:pt>
                <c:pt idx="2015">
                  <c:v>45427</c:v>
                </c:pt>
                <c:pt idx="2016">
                  <c:v>45428</c:v>
                </c:pt>
                <c:pt idx="2017">
                  <c:v>45429</c:v>
                </c:pt>
                <c:pt idx="2018">
                  <c:v>45432</c:v>
                </c:pt>
                <c:pt idx="2019">
                  <c:v>45433</c:v>
                </c:pt>
                <c:pt idx="2020">
                  <c:v>45434</c:v>
                </c:pt>
                <c:pt idx="2021">
                  <c:v>45435</c:v>
                </c:pt>
                <c:pt idx="2022">
                  <c:v>45436</c:v>
                </c:pt>
                <c:pt idx="2023">
                  <c:v>45439</c:v>
                </c:pt>
                <c:pt idx="2024">
                  <c:v>45440</c:v>
                </c:pt>
                <c:pt idx="2025">
                  <c:v>45441</c:v>
                </c:pt>
                <c:pt idx="2026">
                  <c:v>45442</c:v>
                </c:pt>
                <c:pt idx="2027">
                  <c:v>45443</c:v>
                </c:pt>
                <c:pt idx="2028">
                  <c:v>45446</c:v>
                </c:pt>
                <c:pt idx="2029">
                  <c:v>45447</c:v>
                </c:pt>
                <c:pt idx="2030">
                  <c:v>45448</c:v>
                </c:pt>
                <c:pt idx="2031">
                  <c:v>45449</c:v>
                </c:pt>
                <c:pt idx="2032">
                  <c:v>45450</c:v>
                </c:pt>
                <c:pt idx="2033">
                  <c:v>45453</c:v>
                </c:pt>
                <c:pt idx="2034">
                  <c:v>45454</c:v>
                </c:pt>
                <c:pt idx="2035">
                  <c:v>45455</c:v>
                </c:pt>
                <c:pt idx="2036">
                  <c:v>45456</c:v>
                </c:pt>
                <c:pt idx="2037">
                  <c:v>45457</c:v>
                </c:pt>
                <c:pt idx="2038">
                  <c:v>45460</c:v>
                </c:pt>
                <c:pt idx="2039">
                  <c:v>45461</c:v>
                </c:pt>
                <c:pt idx="2040">
                  <c:v>45462</c:v>
                </c:pt>
                <c:pt idx="2041">
                  <c:v>45463</c:v>
                </c:pt>
                <c:pt idx="2042">
                  <c:v>45464</c:v>
                </c:pt>
                <c:pt idx="2043">
                  <c:v>45467</c:v>
                </c:pt>
                <c:pt idx="2044">
                  <c:v>45468</c:v>
                </c:pt>
                <c:pt idx="2045">
                  <c:v>45469</c:v>
                </c:pt>
                <c:pt idx="2046">
                  <c:v>45470</c:v>
                </c:pt>
                <c:pt idx="2047">
                  <c:v>45471</c:v>
                </c:pt>
                <c:pt idx="2048">
                  <c:v>45474</c:v>
                </c:pt>
                <c:pt idx="2049">
                  <c:v>45475</c:v>
                </c:pt>
                <c:pt idx="2050">
                  <c:v>45476</c:v>
                </c:pt>
                <c:pt idx="2051">
                  <c:v>45477</c:v>
                </c:pt>
                <c:pt idx="2052">
                  <c:v>45478</c:v>
                </c:pt>
                <c:pt idx="2053">
                  <c:v>45481</c:v>
                </c:pt>
                <c:pt idx="2054">
                  <c:v>45482</c:v>
                </c:pt>
                <c:pt idx="2055">
                  <c:v>45483</c:v>
                </c:pt>
                <c:pt idx="2056">
                  <c:v>45484</c:v>
                </c:pt>
                <c:pt idx="2057">
                  <c:v>45485</c:v>
                </c:pt>
                <c:pt idx="2058">
                  <c:v>45488</c:v>
                </c:pt>
                <c:pt idx="2059">
                  <c:v>45489</c:v>
                </c:pt>
                <c:pt idx="2060">
                  <c:v>45490</c:v>
                </c:pt>
                <c:pt idx="2061">
                  <c:v>45491</c:v>
                </c:pt>
                <c:pt idx="2062">
                  <c:v>45492</c:v>
                </c:pt>
                <c:pt idx="2063">
                  <c:v>45495</c:v>
                </c:pt>
                <c:pt idx="2064">
                  <c:v>45496</c:v>
                </c:pt>
                <c:pt idx="2065">
                  <c:v>45497</c:v>
                </c:pt>
                <c:pt idx="2066">
                  <c:v>45498</c:v>
                </c:pt>
                <c:pt idx="2067">
                  <c:v>45499</c:v>
                </c:pt>
                <c:pt idx="2068">
                  <c:v>45502</c:v>
                </c:pt>
                <c:pt idx="2069">
                  <c:v>45503</c:v>
                </c:pt>
                <c:pt idx="2070">
                  <c:v>45504</c:v>
                </c:pt>
                <c:pt idx="2071">
                  <c:v>45505</c:v>
                </c:pt>
                <c:pt idx="2072">
                  <c:v>45506</c:v>
                </c:pt>
                <c:pt idx="2073">
                  <c:v>45509</c:v>
                </c:pt>
                <c:pt idx="2074">
                  <c:v>45510</c:v>
                </c:pt>
                <c:pt idx="2075">
                  <c:v>45511</c:v>
                </c:pt>
                <c:pt idx="2076">
                  <c:v>45512</c:v>
                </c:pt>
                <c:pt idx="2077">
                  <c:v>45513</c:v>
                </c:pt>
                <c:pt idx="2078">
                  <c:v>45516</c:v>
                </c:pt>
                <c:pt idx="2079">
                  <c:v>45517</c:v>
                </c:pt>
                <c:pt idx="2080">
                  <c:v>45518</c:v>
                </c:pt>
                <c:pt idx="2081">
                  <c:v>45519</c:v>
                </c:pt>
                <c:pt idx="2082">
                  <c:v>45520</c:v>
                </c:pt>
                <c:pt idx="2083">
                  <c:v>45523</c:v>
                </c:pt>
                <c:pt idx="2084">
                  <c:v>45524</c:v>
                </c:pt>
                <c:pt idx="2085">
                  <c:v>45525</c:v>
                </c:pt>
                <c:pt idx="2086">
                  <c:v>45526</c:v>
                </c:pt>
                <c:pt idx="2087">
                  <c:v>45527</c:v>
                </c:pt>
                <c:pt idx="2088">
                  <c:v>45530</c:v>
                </c:pt>
                <c:pt idx="2089">
                  <c:v>45531</c:v>
                </c:pt>
                <c:pt idx="2090">
                  <c:v>45532</c:v>
                </c:pt>
                <c:pt idx="2091">
                  <c:v>45533</c:v>
                </c:pt>
                <c:pt idx="2092">
                  <c:v>45534</c:v>
                </c:pt>
                <c:pt idx="2093">
                  <c:v>45538</c:v>
                </c:pt>
                <c:pt idx="2094">
                  <c:v>45539</c:v>
                </c:pt>
                <c:pt idx="2095">
                  <c:v>45540</c:v>
                </c:pt>
                <c:pt idx="2096">
                  <c:v>45541</c:v>
                </c:pt>
                <c:pt idx="2097">
                  <c:v>45544</c:v>
                </c:pt>
                <c:pt idx="2098">
                  <c:v>45545</c:v>
                </c:pt>
                <c:pt idx="2099">
                  <c:v>45546</c:v>
                </c:pt>
                <c:pt idx="2100">
                  <c:v>45547</c:v>
                </c:pt>
                <c:pt idx="2101">
                  <c:v>45548</c:v>
                </c:pt>
                <c:pt idx="2102">
                  <c:v>45551</c:v>
                </c:pt>
                <c:pt idx="2103">
                  <c:v>45552</c:v>
                </c:pt>
                <c:pt idx="2104">
                  <c:v>45553</c:v>
                </c:pt>
                <c:pt idx="2105">
                  <c:v>45554</c:v>
                </c:pt>
                <c:pt idx="2106">
                  <c:v>45555</c:v>
                </c:pt>
                <c:pt idx="2107">
                  <c:v>45558</c:v>
                </c:pt>
                <c:pt idx="2108">
                  <c:v>45559</c:v>
                </c:pt>
                <c:pt idx="2109">
                  <c:v>45560</c:v>
                </c:pt>
                <c:pt idx="2110">
                  <c:v>45561</c:v>
                </c:pt>
                <c:pt idx="2111">
                  <c:v>45562</c:v>
                </c:pt>
                <c:pt idx="2112">
                  <c:v>45565</c:v>
                </c:pt>
                <c:pt idx="2113">
                  <c:v>45566</c:v>
                </c:pt>
                <c:pt idx="2114">
                  <c:v>45567</c:v>
                </c:pt>
                <c:pt idx="2115">
                  <c:v>45568</c:v>
                </c:pt>
                <c:pt idx="2116">
                  <c:v>45569</c:v>
                </c:pt>
                <c:pt idx="2117">
                  <c:v>45572</c:v>
                </c:pt>
                <c:pt idx="2118">
                  <c:v>45573</c:v>
                </c:pt>
                <c:pt idx="2119">
                  <c:v>45574</c:v>
                </c:pt>
                <c:pt idx="2120">
                  <c:v>45575</c:v>
                </c:pt>
                <c:pt idx="2121">
                  <c:v>45576</c:v>
                </c:pt>
                <c:pt idx="2122">
                  <c:v>45579</c:v>
                </c:pt>
                <c:pt idx="2123">
                  <c:v>45580</c:v>
                </c:pt>
                <c:pt idx="2124">
                  <c:v>45581</c:v>
                </c:pt>
                <c:pt idx="2125">
                  <c:v>45582</c:v>
                </c:pt>
                <c:pt idx="2126">
                  <c:v>45583</c:v>
                </c:pt>
                <c:pt idx="2127">
                  <c:v>45586</c:v>
                </c:pt>
                <c:pt idx="2128">
                  <c:v>45587</c:v>
                </c:pt>
                <c:pt idx="2129">
                  <c:v>45588</c:v>
                </c:pt>
                <c:pt idx="2130">
                  <c:v>45589</c:v>
                </c:pt>
                <c:pt idx="2131">
                  <c:v>45590</c:v>
                </c:pt>
                <c:pt idx="2132">
                  <c:v>45593</c:v>
                </c:pt>
                <c:pt idx="2133">
                  <c:v>45594</c:v>
                </c:pt>
                <c:pt idx="2134">
                  <c:v>45595</c:v>
                </c:pt>
                <c:pt idx="2135">
                  <c:v>45596</c:v>
                </c:pt>
                <c:pt idx="2136">
                  <c:v>45597</c:v>
                </c:pt>
                <c:pt idx="2137">
                  <c:v>45600</c:v>
                </c:pt>
                <c:pt idx="2138">
                  <c:v>45601</c:v>
                </c:pt>
                <c:pt idx="2139">
                  <c:v>45602</c:v>
                </c:pt>
                <c:pt idx="2140">
                  <c:v>45603</c:v>
                </c:pt>
                <c:pt idx="2141">
                  <c:v>45604</c:v>
                </c:pt>
                <c:pt idx="2142">
                  <c:v>45607</c:v>
                </c:pt>
                <c:pt idx="2143">
                  <c:v>45608</c:v>
                </c:pt>
                <c:pt idx="2144">
                  <c:v>45609</c:v>
                </c:pt>
                <c:pt idx="2145">
                  <c:v>45610</c:v>
                </c:pt>
                <c:pt idx="2146">
                  <c:v>45611</c:v>
                </c:pt>
                <c:pt idx="2147">
                  <c:v>45614</c:v>
                </c:pt>
                <c:pt idx="2148">
                  <c:v>45615</c:v>
                </c:pt>
                <c:pt idx="2149">
                  <c:v>45616</c:v>
                </c:pt>
                <c:pt idx="2150">
                  <c:v>45617</c:v>
                </c:pt>
                <c:pt idx="2151">
                  <c:v>45618</c:v>
                </c:pt>
                <c:pt idx="2152">
                  <c:v>45621</c:v>
                </c:pt>
                <c:pt idx="2153">
                  <c:v>45622</c:v>
                </c:pt>
                <c:pt idx="2154">
                  <c:v>45623</c:v>
                </c:pt>
                <c:pt idx="2155">
                  <c:v>45624</c:v>
                </c:pt>
                <c:pt idx="2156">
                  <c:v>45625</c:v>
                </c:pt>
                <c:pt idx="2157">
                  <c:v>45628</c:v>
                </c:pt>
                <c:pt idx="2158">
                  <c:v>45629</c:v>
                </c:pt>
                <c:pt idx="2159">
                  <c:v>45630</c:v>
                </c:pt>
                <c:pt idx="2160">
                  <c:v>45631</c:v>
                </c:pt>
                <c:pt idx="2161">
                  <c:v>45632</c:v>
                </c:pt>
                <c:pt idx="2162">
                  <c:v>45635</c:v>
                </c:pt>
                <c:pt idx="2163">
                  <c:v>45636</c:v>
                </c:pt>
                <c:pt idx="2164">
                  <c:v>45637</c:v>
                </c:pt>
                <c:pt idx="2165">
                  <c:v>45638</c:v>
                </c:pt>
                <c:pt idx="2166">
                  <c:v>45639</c:v>
                </c:pt>
                <c:pt idx="2167">
                  <c:v>45642</c:v>
                </c:pt>
                <c:pt idx="2168">
                  <c:v>45643</c:v>
                </c:pt>
                <c:pt idx="2169">
                  <c:v>45644</c:v>
                </c:pt>
                <c:pt idx="2170">
                  <c:v>45645</c:v>
                </c:pt>
                <c:pt idx="2171">
                  <c:v>45646</c:v>
                </c:pt>
                <c:pt idx="2172">
                  <c:v>45649</c:v>
                </c:pt>
                <c:pt idx="2173">
                  <c:v>45650</c:v>
                </c:pt>
                <c:pt idx="2174">
                  <c:v>45651</c:v>
                </c:pt>
                <c:pt idx="2175">
                  <c:v>45652</c:v>
                </c:pt>
                <c:pt idx="2176">
                  <c:v>45653</c:v>
                </c:pt>
                <c:pt idx="2177">
                  <c:v>45656</c:v>
                </c:pt>
                <c:pt idx="2178">
                  <c:v>45657</c:v>
                </c:pt>
                <c:pt idx="2179">
                  <c:v>45659</c:v>
                </c:pt>
                <c:pt idx="2180">
                  <c:v>45660</c:v>
                </c:pt>
                <c:pt idx="2181">
                  <c:v>45663</c:v>
                </c:pt>
                <c:pt idx="2182">
                  <c:v>45664</c:v>
                </c:pt>
                <c:pt idx="2183">
                  <c:v>45665</c:v>
                </c:pt>
                <c:pt idx="2184">
                  <c:v>45666</c:v>
                </c:pt>
                <c:pt idx="2185">
                  <c:v>45667</c:v>
                </c:pt>
                <c:pt idx="2186">
                  <c:v>45670</c:v>
                </c:pt>
                <c:pt idx="2187">
                  <c:v>45671</c:v>
                </c:pt>
                <c:pt idx="2188">
                  <c:v>45672</c:v>
                </c:pt>
                <c:pt idx="2189">
                  <c:v>45673</c:v>
                </c:pt>
                <c:pt idx="2190">
                  <c:v>45674</c:v>
                </c:pt>
                <c:pt idx="2191">
                  <c:v>45677</c:v>
                </c:pt>
                <c:pt idx="2192">
                  <c:v>45678</c:v>
                </c:pt>
                <c:pt idx="2193">
                  <c:v>45679</c:v>
                </c:pt>
                <c:pt idx="2194">
                  <c:v>45680</c:v>
                </c:pt>
                <c:pt idx="2195">
                  <c:v>45681</c:v>
                </c:pt>
                <c:pt idx="2196">
                  <c:v>45684</c:v>
                </c:pt>
                <c:pt idx="2197">
                  <c:v>45685</c:v>
                </c:pt>
                <c:pt idx="2198">
                  <c:v>45686</c:v>
                </c:pt>
                <c:pt idx="2199">
                  <c:v>45687</c:v>
                </c:pt>
                <c:pt idx="2200">
                  <c:v>45688</c:v>
                </c:pt>
                <c:pt idx="2201">
                  <c:v>45691</c:v>
                </c:pt>
                <c:pt idx="2202">
                  <c:v>45692</c:v>
                </c:pt>
                <c:pt idx="2203">
                  <c:v>45693</c:v>
                </c:pt>
                <c:pt idx="2204">
                  <c:v>45694</c:v>
                </c:pt>
                <c:pt idx="2205">
                  <c:v>45695</c:v>
                </c:pt>
                <c:pt idx="2206">
                  <c:v>45698</c:v>
                </c:pt>
                <c:pt idx="2207">
                  <c:v>45699</c:v>
                </c:pt>
                <c:pt idx="2208">
                  <c:v>45700</c:v>
                </c:pt>
                <c:pt idx="2209">
                  <c:v>45701</c:v>
                </c:pt>
                <c:pt idx="2210">
                  <c:v>45702</c:v>
                </c:pt>
                <c:pt idx="2211">
                  <c:v>45705</c:v>
                </c:pt>
                <c:pt idx="2212">
                  <c:v>45706</c:v>
                </c:pt>
                <c:pt idx="2213">
                  <c:v>45707</c:v>
                </c:pt>
                <c:pt idx="2214">
                  <c:v>45708</c:v>
                </c:pt>
                <c:pt idx="2215">
                  <c:v>45709</c:v>
                </c:pt>
                <c:pt idx="2216">
                  <c:v>45712</c:v>
                </c:pt>
                <c:pt idx="2217">
                  <c:v>45713</c:v>
                </c:pt>
                <c:pt idx="2218">
                  <c:v>45714</c:v>
                </c:pt>
                <c:pt idx="2219">
                  <c:v>45715</c:v>
                </c:pt>
                <c:pt idx="2220">
                  <c:v>45716</c:v>
                </c:pt>
                <c:pt idx="2221">
                  <c:v>45719</c:v>
                </c:pt>
                <c:pt idx="2222">
                  <c:v>45720</c:v>
                </c:pt>
                <c:pt idx="2223">
                  <c:v>45721</c:v>
                </c:pt>
                <c:pt idx="2224">
                  <c:v>45722</c:v>
                </c:pt>
                <c:pt idx="2225">
                  <c:v>45723</c:v>
                </c:pt>
                <c:pt idx="2226">
                  <c:v>45726</c:v>
                </c:pt>
                <c:pt idx="2227">
                  <c:v>45727</c:v>
                </c:pt>
                <c:pt idx="2228">
                  <c:v>45728</c:v>
                </c:pt>
                <c:pt idx="2229">
                  <c:v>45729</c:v>
                </c:pt>
                <c:pt idx="2230">
                  <c:v>45730</c:v>
                </c:pt>
                <c:pt idx="2231">
                  <c:v>45733</c:v>
                </c:pt>
                <c:pt idx="2232">
                  <c:v>45734</c:v>
                </c:pt>
                <c:pt idx="2233">
                  <c:v>45735</c:v>
                </c:pt>
                <c:pt idx="2234">
                  <c:v>45736</c:v>
                </c:pt>
                <c:pt idx="2235">
                  <c:v>45737</c:v>
                </c:pt>
                <c:pt idx="2236">
                  <c:v>45740</c:v>
                </c:pt>
                <c:pt idx="2237">
                  <c:v>45741</c:v>
                </c:pt>
                <c:pt idx="2238">
                  <c:v>45742</c:v>
                </c:pt>
                <c:pt idx="2239">
                  <c:v>45743</c:v>
                </c:pt>
                <c:pt idx="2240">
                  <c:v>45744</c:v>
                </c:pt>
                <c:pt idx="2241">
                  <c:v>45747</c:v>
                </c:pt>
                <c:pt idx="2242">
                  <c:v>45748</c:v>
                </c:pt>
                <c:pt idx="2243">
                  <c:v>45749</c:v>
                </c:pt>
                <c:pt idx="2244">
                  <c:v>45750</c:v>
                </c:pt>
                <c:pt idx="2245">
                  <c:v>45751</c:v>
                </c:pt>
                <c:pt idx="2246">
                  <c:v>45754</c:v>
                </c:pt>
                <c:pt idx="2247">
                  <c:v>45755</c:v>
                </c:pt>
                <c:pt idx="2248">
                  <c:v>45756</c:v>
                </c:pt>
                <c:pt idx="2249">
                  <c:v>45757</c:v>
                </c:pt>
                <c:pt idx="2250">
                  <c:v>45758</c:v>
                </c:pt>
                <c:pt idx="2251">
                  <c:v>45761</c:v>
                </c:pt>
                <c:pt idx="2252">
                  <c:v>45762</c:v>
                </c:pt>
                <c:pt idx="2253">
                  <c:v>45763</c:v>
                </c:pt>
                <c:pt idx="2254">
                  <c:v>45764</c:v>
                </c:pt>
                <c:pt idx="2255">
                  <c:v>45765</c:v>
                </c:pt>
                <c:pt idx="2256">
                  <c:v>45768</c:v>
                </c:pt>
                <c:pt idx="2257">
                  <c:v>45769</c:v>
                </c:pt>
                <c:pt idx="2258">
                  <c:v>45770</c:v>
                </c:pt>
                <c:pt idx="2259">
                  <c:v>45771</c:v>
                </c:pt>
                <c:pt idx="2260">
                  <c:v>45772</c:v>
                </c:pt>
                <c:pt idx="2261">
                  <c:v>45775</c:v>
                </c:pt>
                <c:pt idx="2262">
                  <c:v>45776</c:v>
                </c:pt>
                <c:pt idx="2263">
                  <c:v>45777</c:v>
                </c:pt>
                <c:pt idx="2264">
                  <c:v>45778</c:v>
                </c:pt>
                <c:pt idx="2265">
                  <c:v>45779</c:v>
                </c:pt>
                <c:pt idx="2266">
                  <c:v>45782</c:v>
                </c:pt>
                <c:pt idx="2267">
                  <c:v>45783</c:v>
                </c:pt>
                <c:pt idx="2268">
                  <c:v>45784</c:v>
                </c:pt>
                <c:pt idx="2269">
                  <c:v>45785</c:v>
                </c:pt>
                <c:pt idx="2270">
                  <c:v>45786</c:v>
                </c:pt>
                <c:pt idx="2271">
                  <c:v>45789</c:v>
                </c:pt>
                <c:pt idx="2272">
                  <c:v>45790</c:v>
                </c:pt>
                <c:pt idx="2273">
                  <c:v>45791</c:v>
                </c:pt>
                <c:pt idx="2274">
                  <c:v>45792</c:v>
                </c:pt>
                <c:pt idx="2275">
                  <c:v>45793</c:v>
                </c:pt>
                <c:pt idx="2276">
                  <c:v>45796</c:v>
                </c:pt>
                <c:pt idx="2277">
                  <c:v>45797</c:v>
                </c:pt>
                <c:pt idx="2278">
                  <c:v>45798</c:v>
                </c:pt>
                <c:pt idx="2279">
                  <c:v>45799</c:v>
                </c:pt>
                <c:pt idx="2280">
                  <c:v>45800</c:v>
                </c:pt>
                <c:pt idx="2281">
                  <c:v>45803</c:v>
                </c:pt>
                <c:pt idx="2282">
                  <c:v>45804</c:v>
                </c:pt>
                <c:pt idx="2283">
                  <c:v>45805</c:v>
                </c:pt>
                <c:pt idx="2284">
                  <c:v>45806</c:v>
                </c:pt>
                <c:pt idx="2285">
                  <c:v>45807</c:v>
                </c:pt>
                <c:pt idx="2286">
                  <c:v>45810</c:v>
                </c:pt>
                <c:pt idx="2287">
                  <c:v>45811</c:v>
                </c:pt>
                <c:pt idx="2288">
                  <c:v>45812</c:v>
                </c:pt>
                <c:pt idx="2289">
                  <c:v>45813</c:v>
                </c:pt>
                <c:pt idx="2290">
                  <c:v>45814</c:v>
                </c:pt>
                <c:pt idx="2291">
                  <c:v>45817</c:v>
                </c:pt>
                <c:pt idx="2292">
                  <c:v>45818</c:v>
                </c:pt>
                <c:pt idx="2293">
                  <c:v>45819</c:v>
                </c:pt>
                <c:pt idx="2294">
                  <c:v>45820</c:v>
                </c:pt>
                <c:pt idx="2295">
                  <c:v>45821</c:v>
                </c:pt>
                <c:pt idx="2296">
                  <c:v>45824</c:v>
                </c:pt>
                <c:pt idx="2297">
                  <c:v>45825</c:v>
                </c:pt>
                <c:pt idx="2298">
                  <c:v>45826</c:v>
                </c:pt>
                <c:pt idx="2299">
                  <c:v>45827</c:v>
                </c:pt>
                <c:pt idx="2300">
                  <c:v>45828</c:v>
                </c:pt>
                <c:pt idx="2301">
                  <c:v>45831</c:v>
                </c:pt>
                <c:pt idx="2302">
                  <c:v>45832</c:v>
                </c:pt>
                <c:pt idx="2303">
                  <c:v>45833</c:v>
                </c:pt>
                <c:pt idx="2304">
                  <c:v>45834</c:v>
                </c:pt>
                <c:pt idx="2305">
                  <c:v>45835</c:v>
                </c:pt>
                <c:pt idx="2306">
                  <c:v>45838</c:v>
                </c:pt>
                <c:pt idx="2307">
                  <c:v>45839</c:v>
                </c:pt>
                <c:pt idx="2308">
                  <c:v>45840</c:v>
                </c:pt>
                <c:pt idx="2309">
                  <c:v>45841</c:v>
                </c:pt>
                <c:pt idx="2310">
                  <c:v>45842</c:v>
                </c:pt>
                <c:pt idx="2311">
                  <c:v>45845</c:v>
                </c:pt>
                <c:pt idx="2312">
                  <c:v>45846</c:v>
                </c:pt>
                <c:pt idx="2313">
                  <c:v>45847</c:v>
                </c:pt>
                <c:pt idx="2314">
                  <c:v>45848</c:v>
                </c:pt>
                <c:pt idx="2315">
                  <c:v>45849</c:v>
                </c:pt>
                <c:pt idx="2316">
                  <c:v>45852</c:v>
                </c:pt>
                <c:pt idx="2317">
                  <c:v>45853</c:v>
                </c:pt>
                <c:pt idx="2318">
                  <c:v>45854</c:v>
                </c:pt>
                <c:pt idx="2319">
                  <c:v>45855</c:v>
                </c:pt>
                <c:pt idx="2320">
                  <c:v>45856</c:v>
                </c:pt>
                <c:pt idx="2321">
                  <c:v>45859</c:v>
                </c:pt>
                <c:pt idx="2322">
                  <c:v>45860</c:v>
                </c:pt>
                <c:pt idx="2323">
                  <c:v>45861</c:v>
                </c:pt>
                <c:pt idx="2324">
                  <c:v>45862</c:v>
                </c:pt>
                <c:pt idx="2325">
                  <c:v>45863</c:v>
                </c:pt>
                <c:pt idx="2326">
                  <c:v>45866</c:v>
                </c:pt>
                <c:pt idx="2327">
                  <c:v>45867</c:v>
                </c:pt>
                <c:pt idx="2328">
                  <c:v>45868</c:v>
                </c:pt>
                <c:pt idx="2329">
                  <c:v>45869</c:v>
                </c:pt>
                <c:pt idx="2330">
                  <c:v>45870</c:v>
                </c:pt>
                <c:pt idx="2331">
                  <c:v>45871</c:v>
                </c:pt>
                <c:pt idx="2332">
                  <c:v>45872</c:v>
                </c:pt>
                <c:pt idx="2333">
                  <c:v>45873</c:v>
                </c:pt>
                <c:pt idx="2334">
                  <c:v>45874</c:v>
                </c:pt>
                <c:pt idx="2335">
                  <c:v>45875</c:v>
                </c:pt>
                <c:pt idx="2336">
                  <c:v>45876</c:v>
                </c:pt>
                <c:pt idx="2337">
                  <c:v>45877</c:v>
                </c:pt>
                <c:pt idx="2338">
                  <c:v>45878</c:v>
                </c:pt>
                <c:pt idx="2339">
                  <c:v>45879</c:v>
                </c:pt>
                <c:pt idx="2340">
                  <c:v>45880</c:v>
                </c:pt>
                <c:pt idx="2341">
                  <c:v>45881</c:v>
                </c:pt>
                <c:pt idx="2342">
                  <c:v>45882</c:v>
                </c:pt>
                <c:pt idx="2343">
                  <c:v>45883</c:v>
                </c:pt>
                <c:pt idx="2344">
                  <c:v>45884</c:v>
                </c:pt>
                <c:pt idx="2345">
                  <c:v>45885</c:v>
                </c:pt>
                <c:pt idx="2346">
                  <c:v>45886</c:v>
                </c:pt>
                <c:pt idx="2347">
                  <c:v>45887</c:v>
                </c:pt>
                <c:pt idx="2348">
                  <c:v>45888</c:v>
                </c:pt>
                <c:pt idx="2349">
                  <c:v>45889</c:v>
                </c:pt>
                <c:pt idx="2350">
                  <c:v>45890</c:v>
                </c:pt>
                <c:pt idx="2351">
                  <c:v>45891</c:v>
                </c:pt>
                <c:pt idx="2352">
                  <c:v>45892</c:v>
                </c:pt>
                <c:pt idx="2353">
                  <c:v>45893</c:v>
                </c:pt>
                <c:pt idx="2354">
                  <c:v>45894</c:v>
                </c:pt>
                <c:pt idx="2355">
                  <c:v>45895</c:v>
                </c:pt>
                <c:pt idx="2356">
                  <c:v>45896</c:v>
                </c:pt>
                <c:pt idx="2357">
                  <c:v>45897</c:v>
                </c:pt>
                <c:pt idx="2358">
                  <c:v>45898</c:v>
                </c:pt>
                <c:pt idx="2359">
                  <c:v>45899</c:v>
                </c:pt>
                <c:pt idx="2360">
                  <c:v>45900</c:v>
                </c:pt>
                <c:pt idx="2361">
                  <c:v>45901</c:v>
                </c:pt>
                <c:pt idx="2362">
                  <c:v>45902</c:v>
                </c:pt>
                <c:pt idx="2363">
                  <c:v>45903</c:v>
                </c:pt>
                <c:pt idx="2364">
                  <c:v>45904</c:v>
                </c:pt>
                <c:pt idx="2365">
                  <c:v>45905</c:v>
                </c:pt>
                <c:pt idx="2366">
                  <c:v>45906</c:v>
                </c:pt>
                <c:pt idx="2367">
                  <c:v>45907</c:v>
                </c:pt>
                <c:pt idx="2368">
                  <c:v>45908</c:v>
                </c:pt>
                <c:pt idx="2369">
                  <c:v>45909</c:v>
                </c:pt>
                <c:pt idx="2370">
                  <c:v>45910</c:v>
                </c:pt>
                <c:pt idx="2371">
                  <c:v>45911</c:v>
                </c:pt>
                <c:pt idx="2372">
                  <c:v>45912</c:v>
                </c:pt>
                <c:pt idx="2373">
                  <c:v>45913</c:v>
                </c:pt>
                <c:pt idx="2374">
                  <c:v>45914</c:v>
                </c:pt>
                <c:pt idx="2375">
                  <c:v>45915</c:v>
                </c:pt>
                <c:pt idx="2376">
                  <c:v>45916</c:v>
                </c:pt>
                <c:pt idx="2377">
                  <c:v>45917</c:v>
                </c:pt>
                <c:pt idx="2378">
                  <c:v>45918</c:v>
                </c:pt>
                <c:pt idx="2379">
                  <c:v>45919</c:v>
                </c:pt>
                <c:pt idx="2380">
                  <c:v>45920</c:v>
                </c:pt>
                <c:pt idx="2381">
                  <c:v>45921</c:v>
                </c:pt>
                <c:pt idx="2382">
                  <c:v>45922</c:v>
                </c:pt>
                <c:pt idx="2383">
                  <c:v>45923</c:v>
                </c:pt>
                <c:pt idx="2384">
                  <c:v>45924</c:v>
                </c:pt>
                <c:pt idx="2385">
                  <c:v>45925</c:v>
                </c:pt>
                <c:pt idx="2386">
                  <c:v>45926</c:v>
                </c:pt>
                <c:pt idx="2387">
                  <c:v>45927</c:v>
                </c:pt>
                <c:pt idx="2388">
                  <c:v>45928</c:v>
                </c:pt>
                <c:pt idx="2389">
                  <c:v>45929</c:v>
                </c:pt>
                <c:pt idx="2390">
                  <c:v>45930</c:v>
                </c:pt>
                <c:pt idx="2391">
                  <c:v>45931</c:v>
                </c:pt>
                <c:pt idx="2392">
                  <c:v>45932</c:v>
                </c:pt>
                <c:pt idx="2393">
                  <c:v>45933</c:v>
                </c:pt>
                <c:pt idx="2394">
                  <c:v>45934</c:v>
                </c:pt>
                <c:pt idx="2395">
                  <c:v>45935</c:v>
                </c:pt>
                <c:pt idx="2396">
                  <c:v>45936</c:v>
                </c:pt>
                <c:pt idx="2397">
                  <c:v>45937</c:v>
                </c:pt>
                <c:pt idx="2398">
                  <c:v>45938</c:v>
                </c:pt>
                <c:pt idx="2399">
                  <c:v>45939</c:v>
                </c:pt>
                <c:pt idx="2400">
                  <c:v>45940</c:v>
                </c:pt>
                <c:pt idx="2401">
                  <c:v>45941</c:v>
                </c:pt>
                <c:pt idx="2402">
                  <c:v>45942</c:v>
                </c:pt>
                <c:pt idx="2403">
                  <c:v>45943</c:v>
                </c:pt>
                <c:pt idx="2404">
                  <c:v>45944</c:v>
                </c:pt>
                <c:pt idx="2405">
                  <c:v>45945</c:v>
                </c:pt>
                <c:pt idx="2406">
                  <c:v>45946</c:v>
                </c:pt>
                <c:pt idx="2407">
                  <c:v>45947</c:v>
                </c:pt>
                <c:pt idx="2408">
                  <c:v>45948</c:v>
                </c:pt>
                <c:pt idx="2409">
                  <c:v>45949</c:v>
                </c:pt>
                <c:pt idx="2410">
                  <c:v>45950</c:v>
                </c:pt>
                <c:pt idx="2411">
                  <c:v>45951</c:v>
                </c:pt>
                <c:pt idx="2412">
                  <c:v>45952</c:v>
                </c:pt>
                <c:pt idx="2413">
                  <c:v>45953</c:v>
                </c:pt>
                <c:pt idx="2414">
                  <c:v>45954</c:v>
                </c:pt>
                <c:pt idx="2415">
                  <c:v>45955</c:v>
                </c:pt>
                <c:pt idx="2416">
                  <c:v>45956</c:v>
                </c:pt>
                <c:pt idx="2417">
                  <c:v>45957</c:v>
                </c:pt>
                <c:pt idx="2418">
                  <c:v>45958</c:v>
                </c:pt>
                <c:pt idx="2419">
                  <c:v>45959</c:v>
                </c:pt>
                <c:pt idx="2420">
                  <c:v>45960</c:v>
                </c:pt>
                <c:pt idx="2421">
                  <c:v>45961</c:v>
                </c:pt>
                <c:pt idx="2422">
                  <c:v>45962</c:v>
                </c:pt>
                <c:pt idx="2423">
                  <c:v>45963</c:v>
                </c:pt>
                <c:pt idx="2424">
                  <c:v>45964</c:v>
                </c:pt>
                <c:pt idx="2425">
                  <c:v>45965</c:v>
                </c:pt>
                <c:pt idx="2426">
                  <c:v>45966</c:v>
                </c:pt>
                <c:pt idx="2427">
                  <c:v>45967</c:v>
                </c:pt>
                <c:pt idx="2428">
                  <c:v>45968</c:v>
                </c:pt>
                <c:pt idx="2429">
                  <c:v>45969</c:v>
                </c:pt>
                <c:pt idx="2430">
                  <c:v>45970</c:v>
                </c:pt>
                <c:pt idx="2431">
                  <c:v>45971</c:v>
                </c:pt>
                <c:pt idx="2432">
                  <c:v>45972</c:v>
                </c:pt>
                <c:pt idx="2433">
                  <c:v>45973</c:v>
                </c:pt>
                <c:pt idx="2434">
                  <c:v>45974</c:v>
                </c:pt>
                <c:pt idx="2435">
                  <c:v>45975</c:v>
                </c:pt>
                <c:pt idx="2436">
                  <c:v>45976</c:v>
                </c:pt>
                <c:pt idx="2437">
                  <c:v>45977</c:v>
                </c:pt>
                <c:pt idx="2438">
                  <c:v>45978</c:v>
                </c:pt>
                <c:pt idx="2439">
                  <c:v>45979</c:v>
                </c:pt>
                <c:pt idx="2440">
                  <c:v>45980</c:v>
                </c:pt>
                <c:pt idx="2441">
                  <c:v>45981</c:v>
                </c:pt>
                <c:pt idx="2442">
                  <c:v>45982</c:v>
                </c:pt>
                <c:pt idx="2443">
                  <c:v>45983</c:v>
                </c:pt>
                <c:pt idx="2444">
                  <c:v>45984</c:v>
                </c:pt>
                <c:pt idx="2445">
                  <c:v>45985</c:v>
                </c:pt>
                <c:pt idx="2446">
                  <c:v>45986</c:v>
                </c:pt>
                <c:pt idx="2447">
                  <c:v>45987</c:v>
                </c:pt>
                <c:pt idx="2448">
                  <c:v>45988</c:v>
                </c:pt>
                <c:pt idx="2449">
                  <c:v>45989</c:v>
                </c:pt>
                <c:pt idx="2450">
                  <c:v>45990</c:v>
                </c:pt>
                <c:pt idx="2451">
                  <c:v>45991</c:v>
                </c:pt>
                <c:pt idx="2452">
                  <c:v>45992</c:v>
                </c:pt>
                <c:pt idx="2453">
                  <c:v>45993</c:v>
                </c:pt>
                <c:pt idx="2454">
                  <c:v>45994</c:v>
                </c:pt>
                <c:pt idx="2455">
                  <c:v>45995</c:v>
                </c:pt>
                <c:pt idx="2456">
                  <c:v>45996</c:v>
                </c:pt>
                <c:pt idx="2457">
                  <c:v>45997</c:v>
                </c:pt>
                <c:pt idx="2458">
                  <c:v>45998</c:v>
                </c:pt>
                <c:pt idx="2459">
                  <c:v>45999</c:v>
                </c:pt>
                <c:pt idx="2460">
                  <c:v>46000</c:v>
                </c:pt>
                <c:pt idx="2461">
                  <c:v>46001</c:v>
                </c:pt>
                <c:pt idx="2462">
                  <c:v>46002</c:v>
                </c:pt>
                <c:pt idx="2463">
                  <c:v>46003</c:v>
                </c:pt>
                <c:pt idx="2464">
                  <c:v>46004</c:v>
                </c:pt>
                <c:pt idx="2465">
                  <c:v>46005</c:v>
                </c:pt>
                <c:pt idx="2466">
                  <c:v>46006</c:v>
                </c:pt>
                <c:pt idx="2467">
                  <c:v>46007</c:v>
                </c:pt>
                <c:pt idx="2468">
                  <c:v>46008</c:v>
                </c:pt>
                <c:pt idx="2469">
                  <c:v>46009</c:v>
                </c:pt>
                <c:pt idx="2470">
                  <c:v>46010</c:v>
                </c:pt>
                <c:pt idx="2471">
                  <c:v>46011</c:v>
                </c:pt>
                <c:pt idx="2472">
                  <c:v>46012</c:v>
                </c:pt>
                <c:pt idx="2473">
                  <c:v>46013</c:v>
                </c:pt>
                <c:pt idx="2474">
                  <c:v>46014</c:v>
                </c:pt>
                <c:pt idx="2475">
                  <c:v>46015</c:v>
                </c:pt>
                <c:pt idx="2476">
                  <c:v>46016</c:v>
                </c:pt>
                <c:pt idx="2477">
                  <c:v>46017</c:v>
                </c:pt>
                <c:pt idx="2478">
                  <c:v>46018</c:v>
                </c:pt>
                <c:pt idx="2479">
                  <c:v>46019</c:v>
                </c:pt>
                <c:pt idx="2480">
                  <c:v>46020</c:v>
                </c:pt>
                <c:pt idx="2481">
                  <c:v>46021</c:v>
                </c:pt>
                <c:pt idx="2482">
                  <c:v>46022</c:v>
                </c:pt>
                <c:pt idx="2483">
                  <c:v>46023</c:v>
                </c:pt>
                <c:pt idx="2484">
                  <c:v>46024</c:v>
                </c:pt>
                <c:pt idx="2485">
                  <c:v>46025</c:v>
                </c:pt>
                <c:pt idx="2486">
                  <c:v>46026</c:v>
                </c:pt>
                <c:pt idx="2487">
                  <c:v>46027</c:v>
                </c:pt>
                <c:pt idx="2488">
                  <c:v>46028</c:v>
                </c:pt>
                <c:pt idx="2489">
                  <c:v>46029</c:v>
                </c:pt>
                <c:pt idx="2490">
                  <c:v>46030</c:v>
                </c:pt>
                <c:pt idx="2491">
                  <c:v>46031</c:v>
                </c:pt>
                <c:pt idx="2492">
                  <c:v>46032</c:v>
                </c:pt>
                <c:pt idx="2493">
                  <c:v>46033</c:v>
                </c:pt>
                <c:pt idx="2494">
                  <c:v>46034</c:v>
                </c:pt>
                <c:pt idx="2495">
                  <c:v>46035</c:v>
                </c:pt>
                <c:pt idx="2496">
                  <c:v>46036</c:v>
                </c:pt>
                <c:pt idx="2497">
                  <c:v>46037</c:v>
                </c:pt>
                <c:pt idx="2498">
                  <c:v>46038</c:v>
                </c:pt>
                <c:pt idx="2499">
                  <c:v>46039</c:v>
                </c:pt>
                <c:pt idx="2500">
                  <c:v>46040</c:v>
                </c:pt>
                <c:pt idx="2501">
                  <c:v>46041</c:v>
                </c:pt>
                <c:pt idx="2502">
                  <c:v>46042</c:v>
                </c:pt>
                <c:pt idx="2503">
                  <c:v>46043</c:v>
                </c:pt>
                <c:pt idx="2504">
                  <c:v>46044</c:v>
                </c:pt>
                <c:pt idx="2505">
                  <c:v>46045</c:v>
                </c:pt>
                <c:pt idx="2506">
                  <c:v>46046</c:v>
                </c:pt>
                <c:pt idx="2507">
                  <c:v>46047</c:v>
                </c:pt>
                <c:pt idx="2508">
                  <c:v>46048</c:v>
                </c:pt>
                <c:pt idx="2509">
                  <c:v>46049</c:v>
                </c:pt>
                <c:pt idx="2510">
                  <c:v>46050</c:v>
                </c:pt>
                <c:pt idx="2511">
                  <c:v>46051</c:v>
                </c:pt>
                <c:pt idx="2512">
                  <c:v>46052</c:v>
                </c:pt>
                <c:pt idx="2513">
                  <c:v>46053</c:v>
                </c:pt>
                <c:pt idx="2514">
                  <c:v>46054</c:v>
                </c:pt>
                <c:pt idx="2515">
                  <c:v>46055</c:v>
                </c:pt>
                <c:pt idx="2516">
                  <c:v>46056</c:v>
                </c:pt>
                <c:pt idx="2517">
                  <c:v>46057</c:v>
                </c:pt>
                <c:pt idx="2518">
                  <c:v>46058</c:v>
                </c:pt>
                <c:pt idx="2519">
                  <c:v>46059</c:v>
                </c:pt>
                <c:pt idx="2520">
                  <c:v>46060</c:v>
                </c:pt>
                <c:pt idx="2521">
                  <c:v>46061</c:v>
                </c:pt>
                <c:pt idx="2522">
                  <c:v>46062</c:v>
                </c:pt>
                <c:pt idx="2523">
                  <c:v>46063</c:v>
                </c:pt>
                <c:pt idx="2524">
                  <c:v>46064</c:v>
                </c:pt>
                <c:pt idx="2525">
                  <c:v>46065</c:v>
                </c:pt>
                <c:pt idx="2526">
                  <c:v>46066</c:v>
                </c:pt>
                <c:pt idx="2527">
                  <c:v>46067</c:v>
                </c:pt>
                <c:pt idx="2528">
                  <c:v>46068</c:v>
                </c:pt>
                <c:pt idx="2529">
                  <c:v>46069</c:v>
                </c:pt>
                <c:pt idx="2530">
                  <c:v>46070</c:v>
                </c:pt>
                <c:pt idx="2531">
                  <c:v>46071</c:v>
                </c:pt>
                <c:pt idx="2532">
                  <c:v>46072</c:v>
                </c:pt>
                <c:pt idx="2533">
                  <c:v>46073</c:v>
                </c:pt>
                <c:pt idx="2534">
                  <c:v>46074</c:v>
                </c:pt>
                <c:pt idx="2535">
                  <c:v>46075</c:v>
                </c:pt>
                <c:pt idx="2536">
                  <c:v>46076</c:v>
                </c:pt>
                <c:pt idx="2537">
                  <c:v>46077</c:v>
                </c:pt>
                <c:pt idx="2538">
                  <c:v/>
                </c:pt>
                <c:pt idx="2539">
                  <c:v/>
                </c:pt>
                <c:pt idx="2540">
                  <c:v/>
                </c:pt>
                <c:pt idx="2541">
                  <c:v/>
                </c:pt>
                <c:pt idx="2542">
                  <c:v/>
                </c:pt>
                <c:pt idx="2543">
                  <c:v/>
                </c:pt>
                <c:pt idx="2544">
                  <c:v/>
                </c:pt>
                <c:pt idx="2545">
                  <c:v/>
                </c:pt>
                <c:pt idx="2546">
                  <c:v/>
                </c:pt>
                <c:pt idx="2547">
                  <c:v/>
                </c:pt>
                <c:pt idx="2548">
                  <c:v/>
                </c:pt>
                <c:pt idx="2549">
                  <c:v/>
                </c:pt>
                <c:pt idx="2550">
                  <c:v/>
                </c:pt>
                <c:pt idx="2551">
                  <c:v/>
                </c:pt>
                <c:pt idx="2552">
                  <c:v/>
                </c:pt>
                <c:pt idx="2553">
                  <c:v/>
                </c:pt>
                <c:pt idx="2554">
                  <c:v/>
                </c:pt>
                <c:pt idx="2555">
                  <c:v/>
                </c:pt>
                <c:pt idx="2556">
                  <c:v/>
                </c:pt>
                <c:pt idx="2557">
                  <c:v/>
                </c:pt>
                <c:pt idx="2558">
                  <c:v/>
                </c:pt>
                <c:pt idx="2559">
                  <c:v/>
                </c:pt>
                <c:pt idx="2560">
                  <c:v/>
                </c:pt>
                <c:pt idx="2561">
                  <c:v/>
                </c:pt>
                <c:pt idx="2562">
                  <c:v/>
                </c:pt>
                <c:pt idx="2563">
                  <c:v/>
                </c:pt>
                <c:pt idx="2564">
                  <c:v/>
                </c:pt>
                <c:pt idx="2565">
                  <c:v/>
                </c:pt>
                <c:pt idx="2566">
                  <c:v/>
                </c:pt>
                <c:pt idx="2567">
                  <c:v/>
                </c:pt>
                <c:pt idx="2568">
                  <c:v/>
                </c:pt>
                <c:pt idx="2569">
                  <c:v/>
                </c:pt>
                <c:pt idx="2570">
                  <c:v/>
                </c:pt>
                <c:pt idx="2571">
                  <c:v/>
                </c:pt>
                <c:pt idx="2572">
                  <c:v/>
                </c:pt>
                <c:pt idx="2573">
                  <c:v/>
                </c:pt>
                <c:pt idx="2574">
                  <c:v/>
                </c:pt>
                <c:pt idx="2575">
                  <c:v/>
                </c:pt>
                <c:pt idx="2576">
                  <c:v/>
                </c:pt>
                <c:pt idx="2577">
                  <c:v/>
                </c:pt>
                <c:pt idx="2578">
                  <c:v/>
                </c:pt>
                <c:pt idx="2579">
                  <c:v/>
                </c:pt>
                <c:pt idx="2580">
                  <c:v/>
                </c:pt>
                <c:pt idx="2581">
                  <c:v/>
                </c:pt>
                <c:pt idx="2582">
                  <c:v/>
                </c:pt>
                <c:pt idx="2583">
                  <c:v/>
                </c:pt>
                <c:pt idx="2584">
                  <c:v/>
                </c:pt>
                <c:pt idx="2585">
                  <c:v/>
                </c:pt>
                <c:pt idx="2586">
                  <c:v/>
                </c:pt>
                <c:pt idx="2587">
                  <c:v/>
                </c:pt>
                <c:pt idx="2588">
                  <c:v/>
                </c:pt>
                <c:pt idx="2589">
                  <c:v/>
                </c:pt>
                <c:pt idx="2590">
                  <c:v/>
                </c:pt>
                <c:pt idx="2591">
                  <c:v/>
                </c:pt>
                <c:pt idx="2592">
                  <c:v/>
                </c:pt>
                <c:pt idx="2593">
                  <c:v/>
                </c:pt>
                <c:pt idx="2594">
                  <c:v/>
                </c:pt>
                <c:pt idx="2595">
                  <c:v/>
                </c:pt>
                <c:pt idx="2596">
                  <c:v/>
                </c:pt>
                <c:pt idx="2597">
                  <c:v/>
                </c:pt>
                <c:pt idx="2598">
                  <c:v/>
                </c:pt>
                <c:pt idx="2599">
                  <c:v/>
                </c:pt>
                <c:pt idx="2600">
                  <c:v/>
                </c:pt>
                <c:pt idx="2601">
                  <c:v/>
                </c:pt>
                <c:pt idx="2602">
                  <c:v/>
                </c:pt>
                <c:pt idx="2603">
                  <c:v/>
                </c:pt>
                <c:pt idx="2604">
                  <c:v/>
                </c:pt>
                <c:pt idx="2605">
                  <c:v/>
                </c:pt>
                <c:pt idx="2606">
                  <c:v/>
                </c:pt>
                <c:pt idx="2607">
                  <c:v/>
                </c:pt>
                <c:pt idx="2608">
                  <c:v/>
                </c:pt>
                <c:pt idx="2609">
                  <c:v/>
                </c:pt>
                <c:pt idx="2610">
                  <c:v/>
                </c:pt>
                <c:pt idx="2611">
                  <c:v/>
                </c:pt>
                <c:pt idx="2612">
                  <c:v/>
                </c:pt>
                <c:pt idx="2613">
                  <c:v/>
                </c:pt>
                <c:pt idx="2614">
                  <c:v/>
                </c:pt>
                <c:pt idx="2615">
                  <c:v/>
                </c:pt>
                <c:pt idx="2616">
                  <c:v/>
                </c:pt>
                <c:pt idx="2617">
                  <c:v/>
                </c:pt>
                <c:pt idx="2618">
                  <c:v/>
                </c:pt>
                <c:pt idx="2619">
                  <c:v/>
                </c:pt>
                <c:pt idx="2620">
                  <c:v/>
                </c:pt>
                <c:pt idx="2621">
                  <c:v/>
                </c:pt>
                <c:pt idx="2622">
                  <c:v/>
                </c:pt>
                <c:pt idx="2623">
                  <c:v/>
                </c:pt>
                <c:pt idx="2624">
                  <c:v/>
                </c:pt>
                <c:pt idx="2625">
                  <c:v/>
                </c:pt>
                <c:pt idx="2626">
                  <c:v/>
                </c:pt>
                <c:pt idx="2627">
                  <c:v/>
                </c:pt>
                <c:pt idx="2628">
                  <c:v/>
                </c:pt>
                <c:pt idx="2629">
                  <c:v/>
                </c:pt>
                <c:pt idx="2630">
                  <c:v/>
                </c:pt>
                <c:pt idx="2631">
                  <c:v/>
                </c:pt>
                <c:pt idx="2632">
                  <c:v/>
                </c:pt>
                <c:pt idx="2633">
                  <c:v/>
                </c:pt>
                <c:pt idx="2634">
                  <c:v/>
                </c:pt>
                <c:pt idx="2635">
                  <c:v/>
                </c:pt>
                <c:pt idx="2636">
                  <c:v/>
                </c:pt>
                <c:pt idx="2637">
                  <c:v/>
                </c:pt>
                <c:pt idx="2638">
                  <c:v/>
                </c:pt>
                <c:pt idx="2639">
                  <c:v/>
                </c:pt>
                <c:pt idx="2640">
                  <c:v/>
                </c:pt>
                <c:pt idx="2641">
                  <c:v/>
                </c:pt>
                <c:pt idx="2642">
                  <c:v/>
                </c:pt>
                <c:pt idx="2643">
                  <c:v/>
                </c:pt>
                <c:pt idx="2644">
                  <c:v/>
                </c:pt>
                <c:pt idx="2645">
                  <c:v/>
                </c:pt>
                <c:pt idx="2646">
                  <c:v/>
                </c:pt>
                <c:pt idx="2647">
                  <c:v/>
                </c:pt>
                <c:pt idx="2648">
                  <c:v/>
                </c:pt>
                <c:pt idx="2649">
                  <c:v/>
                </c:pt>
                <c:pt idx="2650">
                  <c:v/>
                </c:pt>
                <c:pt idx="2651">
                  <c:v/>
                </c:pt>
                <c:pt idx="2652">
                  <c:v/>
                </c:pt>
                <c:pt idx="2653">
                  <c:v/>
                </c:pt>
                <c:pt idx="2654">
                  <c:v/>
                </c:pt>
                <c:pt idx="2655">
                  <c:v/>
                </c:pt>
                <c:pt idx="2656">
                  <c:v/>
                </c:pt>
                <c:pt idx="2657">
                  <c:v/>
                </c:pt>
                <c:pt idx="2658">
                  <c:v/>
                </c:pt>
                <c:pt idx="2659">
                  <c:v/>
                </c:pt>
                <c:pt idx="2660">
                  <c:v/>
                </c:pt>
                <c:pt idx="2661">
                  <c:v/>
                </c:pt>
                <c:pt idx="2662">
                  <c:v/>
                </c:pt>
                <c:pt idx="2663">
                  <c:v/>
                </c:pt>
                <c:pt idx="2664">
                  <c:v/>
                </c:pt>
                <c:pt idx="2665">
                  <c:v/>
                </c:pt>
                <c:pt idx="2666">
                  <c:v/>
                </c:pt>
                <c:pt idx="2667">
                  <c:v/>
                </c:pt>
                <c:pt idx="2668">
                  <c:v/>
                </c:pt>
                <c:pt idx="2669">
                  <c:v/>
                </c:pt>
                <c:pt idx="2670">
                  <c:v/>
                </c:pt>
                <c:pt idx="2671">
                  <c:v/>
                </c:pt>
                <c:pt idx="2672">
                  <c:v/>
                </c:pt>
                <c:pt idx="2673">
                  <c:v/>
                </c:pt>
                <c:pt idx="2674">
                  <c:v/>
                </c:pt>
                <c:pt idx="2675">
                  <c:v/>
                </c:pt>
                <c:pt idx="2676">
                  <c:v/>
                </c:pt>
                <c:pt idx="2677">
                  <c:v/>
                </c:pt>
                <c:pt idx="2678">
                  <c:v/>
                </c:pt>
                <c:pt idx="2679">
                  <c:v/>
                </c:pt>
                <c:pt idx="2680">
                  <c:v/>
                </c:pt>
                <c:pt idx="2681">
                  <c:v/>
                </c:pt>
                <c:pt idx="2682">
                  <c:v/>
                </c:pt>
                <c:pt idx="2683">
                  <c:v/>
                </c:pt>
                <c:pt idx="2684">
                  <c:v/>
                </c:pt>
                <c:pt idx="2685">
                  <c:v/>
                </c:pt>
                <c:pt idx="2686">
                  <c:v/>
                </c:pt>
                <c:pt idx="2687">
                  <c:v/>
                </c:pt>
                <c:pt idx="2688">
                  <c:v/>
                </c:pt>
                <c:pt idx="2689">
                  <c:v/>
                </c:pt>
                <c:pt idx="2690">
                  <c:v/>
                </c:pt>
                <c:pt idx="2691">
                  <c:v/>
                </c:pt>
                <c:pt idx="2692">
                  <c:v/>
                </c:pt>
                <c:pt idx="2693">
                  <c:v/>
                </c:pt>
                <c:pt idx="2694">
                  <c:v/>
                </c:pt>
                <c:pt idx="2695">
                  <c:v/>
                </c:pt>
                <c:pt idx="2696">
                  <c:v/>
                </c:pt>
                <c:pt idx="2697">
                  <c:v/>
                </c:pt>
                <c:pt idx="2698">
                  <c:v/>
                </c:pt>
                <c:pt idx="2699">
                  <c:v/>
                </c:pt>
                <c:pt idx="2700">
                  <c:v/>
                </c:pt>
                <c:pt idx="2701">
                  <c:v/>
                </c:pt>
                <c:pt idx="2702">
                  <c:v/>
                </c:pt>
                <c:pt idx="2703">
                  <c:v/>
                </c:pt>
                <c:pt idx="2704">
                  <c:v/>
                </c:pt>
                <c:pt idx="2705">
                  <c:v/>
                </c:pt>
                <c:pt idx="2706">
                  <c:v/>
                </c:pt>
                <c:pt idx="2707">
                  <c:v/>
                </c:pt>
                <c:pt idx="2708">
                  <c:v/>
                </c:pt>
                <c:pt idx="2709">
                  <c:v/>
                </c:pt>
                <c:pt idx="2710">
                  <c:v/>
                </c:pt>
                <c:pt idx="2711">
                  <c:v/>
                </c:pt>
                <c:pt idx="2712">
                  <c:v/>
                </c:pt>
                <c:pt idx="2713">
                  <c:v/>
                </c:pt>
                <c:pt idx="2714">
                  <c:v/>
                </c:pt>
                <c:pt idx="2715">
                  <c:v/>
                </c:pt>
                <c:pt idx="2716">
                  <c:v/>
                </c:pt>
                <c:pt idx="2717">
                  <c:v/>
                </c:pt>
                <c:pt idx="2718">
                  <c:v/>
                </c:pt>
                <c:pt idx="2719">
                  <c:v/>
                </c:pt>
                <c:pt idx="2720">
                  <c:v/>
                </c:pt>
                <c:pt idx="2721">
                  <c:v/>
                </c:pt>
                <c:pt idx="2722">
                  <c:v/>
                </c:pt>
                <c:pt idx="2723">
                  <c:v/>
                </c:pt>
                <c:pt idx="2724">
                  <c:v/>
                </c:pt>
                <c:pt idx="2725">
                  <c:v/>
                </c:pt>
                <c:pt idx="2726">
                  <c:v/>
                </c:pt>
                <c:pt idx="2727">
                  <c:v/>
                </c:pt>
                <c:pt idx="2728">
                  <c:v/>
                </c:pt>
                <c:pt idx="2729">
                  <c:v/>
                </c:pt>
                <c:pt idx="2730">
                  <c:v/>
                </c:pt>
                <c:pt idx="2731">
                  <c:v/>
                </c:pt>
                <c:pt idx="2732">
                  <c:v/>
                </c:pt>
                <c:pt idx="2733">
                  <c:v/>
                </c:pt>
                <c:pt idx="2734">
                  <c:v/>
                </c:pt>
                <c:pt idx="2735">
                  <c:v/>
                </c:pt>
                <c:pt idx="2736">
                  <c:v/>
                </c:pt>
                <c:pt idx="2737">
                  <c:v/>
                </c:pt>
                <c:pt idx="2738">
                  <c:v/>
                </c:pt>
                <c:pt idx="2739">
                  <c:v/>
                </c:pt>
                <c:pt idx="2740">
                  <c:v/>
                </c:pt>
                <c:pt idx="2741">
                  <c:v/>
                </c:pt>
                <c:pt idx="2742">
                  <c:v/>
                </c:pt>
                <c:pt idx="2743">
                  <c:v/>
                </c:pt>
                <c:pt idx="2744">
                  <c:v/>
                </c:pt>
                <c:pt idx="2745">
                  <c:v/>
                </c:pt>
                <c:pt idx="2746">
                  <c:v/>
                </c:pt>
                <c:pt idx="2747">
                  <c:v/>
                </c:pt>
                <c:pt idx="2748">
                  <c:v/>
                </c:pt>
                <c:pt idx="2749">
                  <c:v/>
                </c:pt>
                <c:pt idx="2750">
                  <c:v/>
                </c:pt>
                <c:pt idx="2751">
                  <c:v/>
                </c:pt>
                <c:pt idx="2752">
                  <c:v/>
                </c:pt>
                <c:pt idx="2753">
                  <c:v/>
                </c:pt>
                <c:pt idx="2754">
                  <c:v/>
                </c:pt>
                <c:pt idx="2755">
                  <c:v/>
                </c:pt>
                <c:pt idx="2756">
                  <c:v/>
                </c:pt>
                <c:pt idx="2757">
                  <c:v/>
                </c:pt>
                <c:pt idx="2758">
                  <c:v/>
                </c:pt>
                <c:pt idx="2759">
                  <c:v/>
                </c:pt>
                <c:pt idx="2760">
                  <c:v/>
                </c:pt>
                <c:pt idx="2761">
                  <c:v/>
                </c:pt>
                <c:pt idx="2762">
                  <c:v/>
                </c:pt>
                <c:pt idx="2763">
                  <c:v/>
                </c:pt>
                <c:pt idx="2764">
                  <c:v/>
                </c:pt>
                <c:pt idx="2765">
                  <c:v/>
                </c:pt>
                <c:pt idx="2766">
                  <c:v/>
                </c:pt>
                <c:pt idx="2767">
                  <c:v/>
                </c:pt>
                <c:pt idx="2768">
                  <c:v/>
                </c:pt>
                <c:pt idx="2769">
                  <c:v/>
                </c:pt>
                <c:pt idx="2770">
                  <c:v/>
                </c:pt>
                <c:pt idx="2771">
                  <c:v/>
                </c:pt>
                <c:pt idx="2772">
                  <c:v/>
                </c:pt>
                <c:pt idx="2773">
                  <c:v/>
                </c:pt>
                <c:pt idx="2774">
                  <c:v/>
                </c:pt>
                <c:pt idx="2775">
                  <c:v/>
                </c:pt>
                <c:pt idx="2776">
                  <c:v/>
                </c:pt>
                <c:pt idx="2777">
                  <c:v/>
                </c:pt>
                <c:pt idx="2778">
                  <c:v/>
                </c:pt>
                <c:pt idx="2779">
                  <c:v/>
                </c:pt>
                <c:pt idx="2780">
                  <c:v/>
                </c:pt>
                <c:pt idx="2781">
                  <c:v/>
                </c:pt>
                <c:pt idx="2782">
                  <c:v/>
                </c:pt>
                <c:pt idx="2783">
                  <c:v/>
                </c:pt>
                <c:pt idx="2784">
                  <c:v/>
                </c:pt>
                <c:pt idx="2785">
                  <c:v/>
                </c:pt>
                <c:pt idx="2786">
                  <c:v/>
                </c:pt>
                <c:pt idx="2787">
                  <c:v/>
                </c:pt>
                <c:pt idx="2788">
                  <c:v/>
                </c:pt>
                <c:pt idx="2789">
                  <c:v/>
                </c:pt>
                <c:pt idx="2790">
                  <c:v/>
                </c:pt>
                <c:pt idx="2791">
                  <c:v/>
                </c:pt>
                <c:pt idx="2792">
                  <c:v/>
                </c:pt>
                <c:pt idx="2793">
                  <c:v/>
                </c:pt>
                <c:pt idx="2794">
                  <c:v/>
                </c:pt>
                <c:pt idx="2795">
                  <c:v/>
                </c:pt>
                <c:pt idx="2796">
                  <c:v/>
                </c:pt>
                <c:pt idx="2797">
                  <c:v/>
                </c:pt>
                <c:pt idx="2798">
                  <c:v/>
                </c:pt>
                <c:pt idx="2799">
                  <c:v/>
                </c:pt>
                <c:pt idx="2800">
                  <c:v/>
                </c:pt>
                <c:pt idx="2801">
                  <c:v/>
                </c:pt>
                <c:pt idx="2802">
                  <c:v/>
                </c:pt>
                <c:pt idx="2803">
                  <c:v/>
                </c:pt>
                <c:pt idx="2804">
                  <c:v/>
                </c:pt>
                <c:pt idx="2805">
                  <c:v/>
                </c:pt>
                <c:pt idx="2806">
                  <c:v/>
                </c:pt>
                <c:pt idx="2807">
                  <c:v/>
                </c:pt>
                <c:pt idx="2808">
                  <c:v/>
                </c:pt>
                <c:pt idx="2809">
                  <c:v/>
                </c:pt>
                <c:pt idx="2810">
                  <c:v/>
                </c:pt>
                <c:pt idx="2811">
                  <c:v/>
                </c:pt>
                <c:pt idx="2812">
                  <c:v/>
                </c:pt>
                <c:pt idx="2813">
                  <c:v/>
                </c:pt>
                <c:pt idx="2814">
                  <c:v/>
                </c:pt>
                <c:pt idx="2815">
                  <c:v/>
                </c:pt>
                <c:pt idx="2816">
                  <c:v/>
                </c:pt>
                <c:pt idx="2817">
                  <c:v/>
                </c:pt>
                <c:pt idx="2818">
                  <c:v/>
                </c:pt>
                <c:pt idx="2819">
                  <c:v/>
                </c:pt>
                <c:pt idx="2820">
                  <c:v/>
                </c:pt>
                <c:pt idx="2821">
                  <c:v/>
                </c:pt>
                <c:pt idx="2822">
                  <c:v/>
                </c:pt>
                <c:pt idx="2823">
                  <c:v/>
                </c:pt>
                <c:pt idx="2824">
                  <c:v/>
                </c:pt>
                <c:pt idx="2825">
                  <c:v/>
                </c:pt>
                <c:pt idx="2826">
                  <c:v/>
                </c:pt>
                <c:pt idx="2827">
                  <c:v/>
                </c:pt>
                <c:pt idx="2828">
                  <c:v/>
                </c:pt>
                <c:pt idx="2829">
                  <c:v/>
                </c:pt>
                <c:pt idx="2830">
                  <c:v/>
                </c:pt>
                <c:pt idx="2831">
                  <c:v/>
                </c:pt>
                <c:pt idx="2832">
                  <c:v/>
                </c:pt>
                <c:pt idx="2833">
                  <c:v/>
                </c:pt>
                <c:pt idx="2834">
                  <c:v/>
                </c:pt>
                <c:pt idx="2835">
                  <c:v/>
                </c:pt>
                <c:pt idx="2836">
                  <c:v/>
                </c:pt>
                <c:pt idx="2837">
                  <c:v/>
                </c:pt>
                <c:pt idx="2838">
                  <c:v/>
                </c:pt>
                <c:pt idx="2839">
                  <c:v/>
                </c:pt>
                <c:pt idx="2840">
                  <c:v/>
                </c:pt>
                <c:pt idx="2841">
                  <c:v/>
                </c:pt>
                <c:pt idx="2842">
                  <c:v/>
                </c:pt>
                <c:pt idx="2843">
                  <c:v/>
                </c:pt>
                <c:pt idx="2844">
                  <c:v/>
                </c:pt>
                <c:pt idx="2845">
                  <c:v/>
                </c:pt>
                <c:pt idx="2846">
                  <c:v/>
                </c:pt>
                <c:pt idx="2847">
                  <c:v/>
                </c:pt>
                <c:pt idx="2848">
                  <c:v/>
                </c:pt>
                <c:pt idx="2849">
                  <c:v/>
                </c:pt>
                <c:pt idx="2850">
                  <c:v/>
                </c:pt>
                <c:pt idx="2851">
                  <c:v/>
                </c:pt>
                <c:pt idx="2852">
                  <c:v/>
                </c:pt>
                <c:pt idx="2853">
                  <c:v/>
                </c:pt>
                <c:pt idx="2854">
                  <c:v/>
                </c:pt>
                <c:pt idx="2855">
                  <c:v/>
                </c:pt>
                <c:pt idx="2856">
                  <c:v/>
                </c:pt>
                <c:pt idx="2857">
                  <c:v/>
                </c:pt>
                <c:pt idx="2858">
                  <c:v/>
                </c:pt>
                <c:pt idx="2859">
                  <c:v/>
                </c:pt>
                <c:pt idx="2860">
                  <c:v/>
                </c:pt>
                <c:pt idx="2861">
                  <c:v/>
                </c:pt>
                <c:pt idx="2862">
                  <c:v/>
                </c:pt>
                <c:pt idx="2863">
                  <c:v/>
                </c:pt>
                <c:pt idx="2864">
                  <c:v/>
                </c:pt>
                <c:pt idx="2865">
                  <c:v/>
                </c:pt>
                <c:pt idx="2866">
                  <c:v/>
                </c:pt>
                <c:pt idx="2867">
                  <c:v/>
                </c:pt>
                <c:pt idx="2868">
                  <c:v/>
                </c:pt>
                <c:pt idx="2869">
                  <c:v/>
                </c:pt>
                <c:pt idx="2870">
                  <c:v/>
                </c:pt>
                <c:pt idx="2871">
                  <c:v/>
                </c:pt>
                <c:pt idx="2872">
                  <c:v/>
                </c:pt>
                <c:pt idx="2873">
                  <c:v/>
                </c:pt>
                <c:pt idx="2874">
                  <c:v/>
                </c:pt>
                <c:pt idx="2875">
                  <c:v/>
                </c:pt>
                <c:pt idx="2876">
                  <c:v/>
                </c:pt>
                <c:pt idx="2877">
                  <c:v/>
                </c:pt>
                <c:pt idx="2878">
                  <c:v/>
                </c:pt>
                <c:pt idx="2879">
                  <c:v/>
                </c:pt>
                <c:pt idx="2880">
                  <c:v/>
                </c:pt>
                <c:pt idx="2881">
                  <c:v/>
                </c:pt>
                <c:pt idx="2882">
                  <c:v/>
                </c:pt>
                <c:pt idx="2883">
                  <c:v/>
                </c:pt>
                <c:pt idx="2884">
                  <c:v/>
                </c:pt>
                <c:pt idx="2885">
                  <c:v/>
                </c:pt>
                <c:pt idx="2886">
                  <c:v/>
                </c:pt>
                <c:pt idx="2887">
                  <c:v/>
                </c:pt>
                <c:pt idx="2888">
                  <c:v/>
                </c:pt>
                <c:pt idx="2889">
                  <c:v/>
                </c:pt>
                <c:pt idx="2890">
                  <c:v/>
                </c:pt>
                <c:pt idx="2891">
                  <c:v/>
                </c:pt>
                <c:pt idx="2892">
                  <c:v/>
                </c:pt>
                <c:pt idx="2893">
                  <c:v/>
                </c:pt>
                <c:pt idx="2894">
                  <c:v/>
                </c:pt>
                <c:pt idx="2895">
                  <c:v/>
                </c:pt>
                <c:pt idx="2896">
                  <c:v/>
                </c:pt>
                <c:pt idx="2897">
                  <c:v/>
                </c:pt>
                <c:pt idx="2898">
                  <c:v/>
                </c:pt>
                <c:pt idx="2899">
                  <c:v/>
                </c:pt>
                <c:pt idx="2900">
                  <c:v/>
                </c:pt>
                <c:pt idx="2901">
                  <c:v/>
                </c:pt>
                <c:pt idx="2902">
                  <c:v/>
                </c:pt>
                <c:pt idx="2903">
                  <c:v/>
                </c:pt>
                <c:pt idx="2904">
                  <c:v/>
                </c:pt>
                <c:pt idx="2905">
                  <c:v/>
                </c:pt>
                <c:pt idx="2906">
                  <c:v/>
                </c:pt>
                <c:pt idx="2907">
                  <c:v/>
                </c:pt>
                <c:pt idx="2908">
                  <c:v/>
                </c:pt>
                <c:pt idx="2909">
                  <c:v/>
                </c:pt>
                <c:pt idx="2910">
                  <c:v/>
                </c:pt>
                <c:pt idx="2911">
                  <c:v/>
                </c:pt>
                <c:pt idx="2912">
                  <c:v/>
                </c:pt>
                <c:pt idx="2913">
                  <c:v/>
                </c:pt>
                <c:pt idx="2914">
                  <c:v/>
                </c:pt>
                <c:pt idx="2915">
                  <c:v/>
                </c:pt>
                <c:pt idx="2916">
                  <c:v/>
                </c:pt>
                <c:pt idx="2917">
                  <c:v/>
                </c:pt>
                <c:pt idx="2918">
                  <c:v/>
                </c:pt>
                <c:pt idx="2919">
                  <c:v/>
                </c:pt>
                <c:pt idx="2920">
                  <c:v/>
                </c:pt>
                <c:pt idx="2921">
                  <c:v/>
                </c:pt>
                <c:pt idx="2922">
                  <c:v/>
                </c:pt>
                <c:pt idx="2923">
                  <c:v/>
                </c:pt>
                <c:pt idx="2924">
                  <c:v/>
                </c:pt>
                <c:pt idx="2925">
                  <c:v/>
                </c:pt>
                <c:pt idx="2926">
                  <c:v/>
                </c:pt>
                <c:pt idx="2927">
                  <c:v/>
                </c:pt>
                <c:pt idx="2928">
                  <c:v/>
                </c:pt>
                <c:pt idx="2929">
                  <c:v/>
                </c:pt>
                <c:pt idx="2930">
                  <c:v/>
                </c:pt>
                <c:pt idx="2931">
                  <c:v/>
                </c:pt>
                <c:pt idx="2932">
                  <c:v/>
                </c:pt>
                <c:pt idx="2933">
                  <c:v/>
                </c:pt>
                <c:pt idx="2934">
                  <c:v/>
                </c:pt>
                <c:pt idx="2935">
                  <c:v/>
                </c:pt>
                <c:pt idx="2936">
                  <c:v/>
                </c:pt>
                <c:pt idx="2937">
                  <c:v/>
                </c:pt>
                <c:pt idx="2938">
                  <c:v/>
                </c:pt>
                <c:pt idx="2939">
                  <c:v/>
                </c:pt>
                <c:pt idx="2940">
                  <c:v/>
                </c:pt>
                <c:pt idx="2941">
                  <c:v/>
                </c:pt>
                <c:pt idx="2942">
                  <c:v/>
                </c:pt>
                <c:pt idx="2943">
                  <c:v/>
                </c:pt>
                <c:pt idx="2944">
                  <c:v/>
                </c:pt>
                <c:pt idx="2945">
                  <c:v/>
                </c:pt>
                <c:pt idx="2946">
                  <c:v/>
                </c:pt>
                <c:pt idx="2947">
                  <c:v/>
                </c:pt>
                <c:pt idx="2948">
                  <c:v/>
                </c:pt>
                <c:pt idx="2949">
                  <c:v/>
                </c:pt>
                <c:pt idx="2950">
                  <c:v/>
                </c:pt>
                <c:pt idx="2951">
                  <c:v/>
                </c:pt>
                <c:pt idx="2952">
                  <c:v/>
                </c:pt>
                <c:pt idx="2953">
                  <c:v/>
                </c:pt>
                <c:pt idx="2954">
                  <c:v/>
                </c:pt>
                <c:pt idx="2955">
                  <c:v/>
                </c:pt>
                <c:pt idx="2956">
                  <c:v/>
                </c:pt>
                <c:pt idx="2957">
                  <c:v/>
                </c:pt>
                <c:pt idx="2958">
                  <c:v/>
                </c:pt>
                <c:pt idx="2959">
                  <c:v/>
                </c:pt>
                <c:pt idx="2960">
                  <c:v/>
                </c:pt>
                <c:pt idx="2961">
                  <c:v/>
                </c:pt>
                <c:pt idx="2962">
                  <c:v/>
                </c:pt>
                <c:pt idx="2963">
                  <c:v/>
                </c:pt>
                <c:pt idx="2964">
                  <c:v/>
                </c:pt>
                <c:pt idx="2965">
                  <c:v/>
                </c:pt>
                <c:pt idx="2966">
                  <c:v/>
                </c:pt>
                <c:pt idx="2967">
                  <c:v/>
                </c:pt>
                <c:pt idx="2968">
                  <c:v/>
                </c:pt>
                <c:pt idx="2969">
                  <c:v/>
                </c:pt>
                <c:pt idx="2970">
                  <c:v/>
                </c:pt>
                <c:pt idx="2971">
                  <c:v/>
                </c:pt>
                <c:pt idx="2972">
                  <c:v/>
                </c:pt>
                <c:pt idx="2973">
                  <c:v/>
                </c:pt>
                <c:pt idx="2974">
                  <c:v/>
                </c:pt>
                <c:pt idx="2975">
                  <c:v/>
                </c:pt>
                <c:pt idx="2976">
                  <c:v/>
                </c:pt>
                <c:pt idx="2977">
                  <c:v/>
                </c:pt>
                <c:pt idx="2978">
                  <c:v/>
                </c:pt>
                <c:pt idx="2979">
                  <c:v/>
                </c:pt>
                <c:pt idx="2980">
                  <c:v/>
                </c:pt>
                <c:pt idx="2981">
                  <c:v/>
                </c:pt>
                <c:pt idx="2982">
                  <c:v/>
                </c:pt>
                <c:pt idx="2983">
                  <c:v/>
                </c:pt>
                <c:pt idx="2984">
                  <c:v/>
                </c:pt>
                <c:pt idx="2985">
                  <c:v/>
                </c:pt>
                <c:pt idx="2986">
                  <c:v/>
                </c:pt>
                <c:pt idx="2987">
                  <c:v/>
                </c:pt>
                <c:pt idx="2988">
                  <c:v/>
                </c:pt>
                <c:pt idx="2989">
                  <c:v/>
                </c:pt>
                <c:pt idx="2990">
                  <c:v/>
                </c:pt>
                <c:pt idx="2991">
                  <c:v/>
                </c:pt>
                <c:pt idx="2992">
                  <c:v/>
                </c:pt>
                <c:pt idx="2993">
                  <c:v/>
                </c:pt>
                <c:pt idx="2994">
                  <c:v/>
                </c:pt>
                <c:pt idx="2995">
                  <c:v/>
                </c:pt>
                <c:pt idx="2996">
                  <c:v/>
                </c:pt>
                <c:pt idx="2997">
                  <c:v/>
                </c:pt>
                <c:pt idx="2998">
                  <c:v/>
                </c:pt>
                <c:pt idx="2999">
                  <c:v/>
                </c:pt>
                <c:pt idx="3000">
                  <c:v/>
                </c:pt>
                <c:pt idx="3001">
                  <c:v/>
                </c:pt>
                <c:pt idx="3002">
                  <c:v/>
                </c:pt>
                <c:pt idx="3003">
                  <c:v/>
                </c:pt>
                <c:pt idx="3004">
                  <c:v/>
                </c:pt>
                <c:pt idx="3005">
                  <c:v/>
                </c:pt>
                <c:pt idx="3006">
                  <c:v/>
                </c:pt>
                <c:pt idx="3007">
                  <c:v/>
                </c:pt>
                <c:pt idx="3008">
                  <c:v/>
                </c:pt>
                <c:pt idx="3009">
                  <c:v/>
                </c:pt>
                <c:pt idx="3010">
                  <c:v/>
                </c:pt>
                <c:pt idx="3011">
                  <c:v/>
                </c:pt>
                <c:pt idx="3012">
                  <c:v/>
                </c:pt>
                <c:pt idx="3013">
                  <c:v/>
                </c:pt>
                <c:pt idx="3014">
                  <c:v/>
                </c:pt>
                <c:pt idx="3015">
                  <c:v/>
                </c:pt>
                <c:pt idx="3016">
                  <c:v/>
                </c:pt>
                <c:pt idx="3017">
                  <c:v/>
                </c:pt>
                <c:pt idx="3018">
                  <c:v/>
                </c:pt>
                <c:pt idx="3019">
                  <c:v/>
                </c:pt>
                <c:pt idx="3020">
                  <c:v/>
                </c:pt>
                <c:pt idx="3021">
                  <c:v/>
                </c:pt>
                <c:pt idx="3022">
                  <c:v/>
                </c:pt>
                <c:pt idx="3023">
                  <c:v/>
                </c:pt>
                <c:pt idx="3024">
                  <c:v/>
                </c:pt>
                <c:pt idx="3025">
                  <c:v/>
                </c:pt>
                <c:pt idx="3026">
                  <c:v/>
                </c:pt>
                <c:pt idx="3027">
                  <c:v/>
                </c:pt>
                <c:pt idx="3028">
                  <c:v/>
                </c:pt>
                <c:pt idx="3029">
                  <c:v/>
                </c:pt>
                <c:pt idx="3030">
                  <c:v/>
                </c:pt>
                <c:pt idx="3031">
                  <c:v/>
                </c:pt>
                <c:pt idx="3032">
                  <c:v/>
                </c:pt>
                <c:pt idx="3033">
                  <c:v/>
                </c:pt>
                <c:pt idx="3034">
                  <c:v/>
                </c:pt>
                <c:pt idx="3035">
                  <c:v/>
                </c:pt>
                <c:pt idx="3036">
                  <c:v/>
                </c:pt>
                <c:pt idx="3037">
                  <c:v/>
                </c:pt>
                <c:pt idx="3038">
                  <c:v/>
                </c:pt>
                <c:pt idx="3039">
                  <c:v/>
                </c:pt>
                <c:pt idx="3040">
                  <c:v/>
                </c:pt>
                <c:pt idx="3041">
                  <c:v/>
                </c:pt>
                <c:pt idx="3042">
                  <c:v/>
                </c:pt>
                <c:pt idx="3043">
                  <c:v/>
                </c:pt>
                <c:pt idx="3044">
                  <c:v/>
                </c:pt>
                <c:pt idx="3045">
                  <c:v/>
                </c:pt>
                <c:pt idx="3046">
                  <c:v/>
                </c:pt>
                <c:pt idx="3047">
                  <c:v/>
                </c:pt>
                <c:pt idx="3048">
                  <c:v/>
                </c:pt>
                <c:pt idx="3049">
                  <c:v/>
                </c:pt>
                <c:pt idx="3050">
                  <c:v/>
                </c:pt>
                <c:pt idx="3051">
                  <c:v/>
                </c:pt>
                <c:pt idx="3052">
                  <c:v/>
                </c:pt>
                <c:pt idx="3053">
                  <c:v/>
                </c:pt>
                <c:pt idx="3054">
                  <c:v/>
                </c:pt>
                <c:pt idx="3055">
                  <c:v/>
                </c:pt>
                <c:pt idx="3056">
                  <c:v/>
                </c:pt>
                <c:pt idx="3057">
                  <c:v/>
                </c:pt>
                <c:pt idx="3058">
                  <c:v/>
                </c:pt>
                <c:pt idx="3059">
                  <c:v/>
                </c:pt>
                <c:pt idx="3060">
                  <c:v/>
                </c:pt>
                <c:pt idx="3061">
                  <c:v/>
                </c:pt>
                <c:pt idx="3062">
                  <c:v/>
                </c:pt>
                <c:pt idx="3063">
                  <c:v/>
                </c:pt>
                <c:pt idx="3064">
                  <c:v/>
                </c:pt>
                <c:pt idx="3065">
                  <c:v/>
                </c:pt>
                <c:pt idx="3066">
                  <c:v/>
                </c:pt>
                <c:pt idx="3067">
                  <c:v/>
                </c:pt>
                <c:pt idx="3068">
                  <c:v/>
                </c:pt>
                <c:pt idx="3069">
                  <c:v/>
                </c:pt>
                <c:pt idx="3070">
                  <c:v/>
                </c:pt>
                <c:pt idx="3071">
                  <c:v/>
                </c:pt>
                <c:pt idx="3072">
                  <c:v/>
                </c:pt>
                <c:pt idx="3073">
                  <c:v/>
                </c:pt>
                <c:pt idx="3074">
                  <c:v/>
                </c:pt>
                <c:pt idx="3075">
                  <c:v/>
                </c:pt>
                <c:pt idx="3076">
                  <c:v/>
                </c:pt>
                <c:pt idx="3077">
                  <c:v/>
                </c:pt>
                <c:pt idx="3078">
                  <c:v/>
                </c:pt>
                <c:pt idx="3079">
                  <c:v/>
                </c:pt>
                <c:pt idx="3080">
                  <c:v/>
                </c:pt>
                <c:pt idx="3081">
                  <c:v/>
                </c:pt>
                <c:pt idx="3082">
                  <c:v/>
                </c:pt>
                <c:pt idx="3083">
                  <c:v/>
                </c:pt>
                <c:pt idx="3084">
                  <c:v/>
                </c:pt>
                <c:pt idx="3085">
                  <c:v/>
                </c:pt>
                <c:pt idx="3086">
                  <c:v/>
                </c:pt>
                <c:pt idx="3087">
                  <c:v/>
                </c:pt>
                <c:pt idx="3088">
                  <c:v/>
                </c:pt>
                <c:pt idx="3089">
                  <c:v/>
                </c:pt>
                <c:pt idx="3090">
                  <c:v/>
                </c:pt>
                <c:pt idx="3091">
                  <c:v/>
                </c:pt>
                <c:pt idx="3092">
                  <c:v/>
                </c:pt>
                <c:pt idx="3093">
                  <c:v/>
                </c:pt>
                <c:pt idx="3094">
                  <c:v/>
                </c:pt>
                <c:pt idx="3095">
                  <c:v/>
                </c:pt>
                <c:pt idx="3096">
                  <c:v/>
                </c:pt>
                <c:pt idx="3097">
                  <c:v/>
                </c:pt>
                <c:pt idx="3098">
                  <c:v/>
                </c:pt>
                <c:pt idx="3099">
                  <c:v/>
                </c:pt>
                <c:pt idx="3100">
                  <c:v/>
                </c:pt>
                <c:pt idx="3101">
                  <c:v/>
                </c:pt>
                <c:pt idx="3102">
                  <c:v/>
                </c:pt>
                <c:pt idx="3103">
                  <c:v/>
                </c:pt>
                <c:pt idx="3104">
                  <c:v/>
                </c:pt>
                <c:pt idx="3105">
                  <c:v/>
                </c:pt>
                <c:pt idx="3106">
                  <c:v/>
                </c:pt>
                <c:pt idx="3107">
                  <c:v/>
                </c:pt>
                <c:pt idx="3108">
                  <c:v/>
                </c:pt>
                <c:pt idx="3109">
                  <c:v/>
                </c:pt>
                <c:pt idx="3110">
                  <c:v/>
                </c:pt>
                <c:pt idx="3111">
                  <c:v/>
                </c:pt>
                <c:pt idx="3112">
                  <c:v/>
                </c:pt>
                <c:pt idx="3113">
                  <c:v/>
                </c:pt>
                <c:pt idx="3114">
                  <c:v/>
                </c:pt>
                <c:pt idx="3115">
                  <c:v/>
                </c:pt>
                <c:pt idx="3116">
                  <c:v/>
                </c:pt>
                <c:pt idx="3117">
                  <c:v/>
                </c:pt>
                <c:pt idx="3118">
                  <c:v/>
                </c:pt>
                <c:pt idx="3119">
                  <c:v/>
                </c:pt>
                <c:pt idx="3120">
                  <c:v/>
                </c:pt>
                <c:pt idx="3121">
                  <c:v/>
                </c:pt>
                <c:pt idx="3122">
                  <c:v/>
                </c:pt>
                <c:pt idx="3123">
                  <c:v/>
                </c:pt>
                <c:pt idx="3124">
                  <c:v/>
                </c:pt>
                <c:pt idx="3125">
                  <c:v/>
                </c:pt>
                <c:pt idx="3126">
                  <c:v/>
                </c:pt>
                <c:pt idx="3127">
                  <c:v/>
                </c:pt>
                <c:pt idx="3128">
                  <c:v/>
                </c:pt>
                <c:pt idx="3129">
                  <c:v/>
                </c:pt>
                <c:pt idx="3130">
                  <c:v/>
                </c:pt>
                <c:pt idx="3131">
                  <c:v/>
                </c:pt>
                <c:pt idx="3132">
                  <c:v/>
                </c:pt>
                <c:pt idx="3133">
                  <c:v/>
                </c:pt>
                <c:pt idx="3134">
                  <c:v/>
                </c:pt>
                <c:pt idx="3135">
                  <c:v/>
                </c:pt>
                <c:pt idx="3136">
                  <c:v/>
                </c:pt>
                <c:pt idx="3137">
                  <c:v/>
                </c:pt>
                <c:pt idx="3138">
                  <c:v/>
                </c:pt>
                <c:pt idx="3139">
                  <c:v/>
                </c:pt>
                <c:pt idx="3140">
                  <c:v/>
                </c:pt>
                <c:pt idx="3141">
                  <c:v/>
                </c:pt>
                <c:pt idx="3142">
                  <c:v/>
                </c:pt>
                <c:pt idx="3143">
                  <c:v/>
                </c:pt>
                <c:pt idx="3144">
                  <c:v/>
                </c:pt>
                <c:pt idx="3145">
                  <c:v/>
                </c:pt>
                <c:pt idx="3146">
                  <c:v/>
                </c:pt>
                <c:pt idx="3147">
                  <c:v/>
                </c:pt>
                <c:pt idx="3148">
                  <c:v/>
                </c:pt>
                <c:pt idx="3149">
                  <c:v/>
                </c:pt>
                <c:pt idx="3150">
                  <c:v/>
                </c:pt>
                <c:pt idx="3151">
                  <c:v/>
                </c:pt>
                <c:pt idx="3152">
                  <c:v/>
                </c:pt>
                <c:pt idx="3153">
                  <c:v/>
                </c:pt>
                <c:pt idx="3154">
                  <c:v/>
                </c:pt>
                <c:pt idx="3155">
                  <c:v/>
                </c:pt>
                <c:pt idx="3156">
                  <c:v/>
                </c:pt>
                <c:pt idx="3157">
                  <c:v/>
                </c:pt>
                <c:pt idx="3158">
                  <c:v/>
                </c:pt>
                <c:pt idx="3159">
                  <c:v/>
                </c:pt>
                <c:pt idx="3160">
                  <c:v/>
                </c:pt>
                <c:pt idx="3161">
                  <c:v/>
                </c:pt>
                <c:pt idx="3162">
                  <c:v/>
                </c:pt>
                <c:pt idx="3163">
                  <c:v/>
                </c:pt>
                <c:pt idx="3164">
                  <c:v/>
                </c:pt>
                <c:pt idx="3165">
                  <c:v/>
                </c:pt>
                <c:pt idx="3166">
                  <c:v/>
                </c:pt>
                <c:pt idx="3167">
                  <c:v/>
                </c:pt>
                <c:pt idx="3168">
                  <c:v/>
                </c:pt>
                <c:pt idx="3169">
                  <c:v/>
                </c:pt>
                <c:pt idx="3170">
                  <c:v/>
                </c:pt>
                <c:pt idx="3171">
                  <c:v/>
                </c:pt>
                <c:pt idx="3172">
                  <c:v/>
                </c:pt>
                <c:pt idx="3173">
                  <c:v/>
                </c:pt>
                <c:pt idx="3174">
                  <c:v/>
                </c:pt>
                <c:pt idx="3175">
                  <c:v/>
                </c:pt>
                <c:pt idx="3176">
                  <c:v/>
                </c:pt>
                <c:pt idx="3177">
                  <c:v/>
                </c:pt>
                <c:pt idx="3178">
                  <c:v/>
                </c:pt>
                <c:pt idx="3179">
                  <c:v/>
                </c:pt>
                <c:pt idx="3180">
                  <c:v/>
                </c:pt>
                <c:pt idx="3181">
                  <c:v/>
                </c:pt>
                <c:pt idx="3182">
                  <c:v/>
                </c:pt>
                <c:pt idx="3183">
                  <c:v/>
                </c:pt>
                <c:pt idx="3184">
                  <c:v/>
                </c:pt>
                <c:pt idx="3185">
                  <c:v/>
                </c:pt>
                <c:pt idx="3186">
                  <c:v/>
                </c:pt>
                <c:pt idx="3187">
                  <c:v/>
                </c:pt>
                <c:pt idx="3188">
                  <c:v/>
                </c:pt>
                <c:pt idx="3189">
                  <c:v/>
                </c:pt>
                <c:pt idx="3190">
                  <c:v/>
                </c:pt>
                <c:pt idx="3191">
                  <c:v/>
                </c:pt>
                <c:pt idx="3192">
                  <c:v/>
                </c:pt>
                <c:pt idx="3193">
                  <c:v/>
                </c:pt>
                <c:pt idx="3194">
                  <c:v/>
                </c:pt>
                <c:pt idx="3195">
                  <c:v/>
                </c:pt>
                <c:pt idx="3196">
                  <c:v/>
                </c:pt>
                <c:pt idx="3197">
                  <c:v/>
                </c:pt>
                <c:pt idx="3198">
                  <c:v/>
                </c:pt>
                <c:pt idx="3199">
                  <c:v/>
                </c:pt>
                <c:pt idx="3200">
                  <c:v/>
                </c:pt>
                <c:pt idx="3201">
                  <c:v/>
                </c:pt>
                <c:pt idx="3202">
                  <c:v/>
                </c:pt>
                <c:pt idx="3203">
                  <c:v/>
                </c:pt>
                <c:pt idx="3204">
                  <c:v/>
                </c:pt>
                <c:pt idx="3205">
                  <c:v/>
                </c:pt>
                <c:pt idx="3206">
                  <c:v/>
                </c:pt>
                <c:pt idx="3207">
                  <c:v/>
                </c:pt>
                <c:pt idx="3208">
                  <c:v/>
                </c:pt>
                <c:pt idx="3209">
                  <c:v/>
                </c:pt>
                <c:pt idx="3210">
                  <c:v/>
                </c:pt>
                <c:pt idx="3211">
                  <c:v/>
                </c:pt>
                <c:pt idx="3212">
                  <c:v/>
                </c:pt>
                <c:pt idx="3213">
                  <c:v/>
                </c:pt>
                <c:pt idx="3214">
                  <c:v/>
                </c:pt>
                <c:pt idx="3215">
                  <c:v/>
                </c:pt>
                <c:pt idx="3216">
                  <c:v/>
                </c:pt>
                <c:pt idx="3217">
                  <c:v/>
                </c:pt>
                <c:pt idx="3218">
                  <c:v/>
                </c:pt>
                <c:pt idx="3219">
                  <c:v/>
                </c:pt>
                <c:pt idx="3220">
                  <c:v/>
                </c:pt>
                <c:pt idx="3221">
                  <c:v/>
                </c:pt>
                <c:pt idx="3222">
                  <c:v/>
                </c:pt>
                <c:pt idx="3223">
                  <c:v/>
                </c:pt>
                <c:pt idx="3224">
                  <c:v/>
                </c:pt>
                <c:pt idx="3225">
                  <c:v/>
                </c:pt>
                <c:pt idx="3226">
                  <c:v/>
                </c:pt>
                <c:pt idx="3227">
                  <c:v/>
                </c:pt>
                <c:pt idx="3228">
                  <c:v/>
                </c:pt>
                <c:pt idx="3229">
                  <c:v/>
                </c:pt>
                <c:pt idx="3230">
                  <c:v/>
                </c:pt>
                <c:pt idx="3231">
                  <c:v/>
                </c:pt>
                <c:pt idx="3232">
                  <c:v/>
                </c:pt>
                <c:pt idx="3233">
                  <c:v/>
                </c:pt>
                <c:pt idx="3234">
                  <c:v/>
                </c:pt>
                <c:pt idx="3235">
                  <c:v/>
                </c:pt>
                <c:pt idx="3236">
                  <c:v/>
                </c:pt>
                <c:pt idx="3237">
                  <c:v/>
                </c:pt>
                <c:pt idx="3238">
                  <c:v/>
                </c:pt>
                <c:pt idx="3239">
                  <c:v/>
                </c:pt>
                <c:pt idx="3240">
                  <c:v/>
                </c:pt>
                <c:pt idx="3241">
                  <c:v/>
                </c:pt>
                <c:pt idx="3242">
                  <c:v/>
                </c:pt>
                <c:pt idx="3243">
                  <c:v/>
                </c:pt>
                <c:pt idx="3244">
                  <c:v/>
                </c:pt>
                <c:pt idx="3245">
                  <c:v/>
                </c:pt>
                <c:pt idx="3246">
                  <c:v/>
                </c:pt>
                <c:pt idx="3247">
                  <c:v/>
                </c:pt>
                <c:pt idx="3248">
                  <c:v/>
                </c:pt>
                <c:pt idx="3249">
                  <c:v/>
                </c:pt>
                <c:pt idx="3250">
                  <c:v/>
                </c:pt>
                <c:pt idx="3251">
                  <c:v/>
                </c:pt>
                <c:pt idx="3252">
                  <c:v/>
                </c:pt>
                <c:pt idx="3253">
                  <c:v/>
                </c:pt>
                <c:pt idx="3254">
                  <c:v/>
                </c:pt>
                <c:pt idx="3255">
                  <c:v/>
                </c:pt>
                <c:pt idx="3256">
                  <c:v/>
                </c:pt>
                <c:pt idx="3257">
                  <c:v/>
                </c:pt>
                <c:pt idx="3258">
                  <c:v/>
                </c:pt>
                <c:pt idx="3259">
                  <c:v/>
                </c:pt>
                <c:pt idx="3260">
                  <c:v/>
                </c:pt>
                <c:pt idx="3261">
                  <c:v/>
                </c:pt>
                <c:pt idx="3262">
                  <c:v/>
                </c:pt>
                <c:pt idx="3263">
                  <c:v/>
                </c:pt>
                <c:pt idx="3264">
                  <c:v/>
                </c:pt>
                <c:pt idx="3265">
                  <c:v/>
                </c:pt>
                <c:pt idx="3266">
                  <c:v/>
                </c:pt>
                <c:pt idx="3267">
                  <c:v/>
                </c:pt>
                <c:pt idx="3268">
                  <c:v/>
                </c:pt>
                <c:pt idx="3269">
                  <c:v/>
                </c:pt>
                <c:pt idx="3270">
                  <c:v/>
                </c:pt>
                <c:pt idx="3271">
                  <c:v/>
                </c:pt>
                <c:pt idx="3272">
                  <c:v/>
                </c:pt>
                <c:pt idx="3273">
                  <c:v/>
                </c:pt>
                <c:pt idx="3274">
                  <c:v/>
                </c:pt>
                <c:pt idx="3275">
                  <c:v/>
                </c:pt>
                <c:pt idx="3276">
                  <c:v/>
                </c:pt>
                <c:pt idx="3277">
                  <c:v/>
                </c:pt>
                <c:pt idx="3278">
                  <c:v/>
                </c:pt>
                <c:pt idx="3279">
                  <c:v/>
                </c:pt>
                <c:pt idx="3280">
                  <c:v/>
                </c:pt>
                <c:pt idx="3281">
                  <c:v/>
                </c:pt>
                <c:pt idx="3282">
                  <c:v/>
                </c:pt>
                <c:pt idx="3283">
                  <c:v/>
                </c:pt>
                <c:pt idx="3284">
                  <c:v/>
                </c:pt>
                <c:pt idx="3285">
                  <c:v/>
                </c:pt>
                <c:pt idx="3286">
                  <c:v/>
                </c:pt>
                <c:pt idx="3287">
                  <c:v/>
                </c:pt>
                <c:pt idx="3288">
                  <c:v/>
                </c:pt>
                <c:pt idx="3289">
                  <c:v/>
                </c:pt>
                <c:pt idx="3290">
                  <c:v/>
                </c:pt>
                <c:pt idx="3291">
                  <c:v/>
                </c:pt>
                <c:pt idx="3292">
                  <c:v/>
                </c:pt>
                <c:pt idx="3293">
                  <c:v/>
                </c:pt>
                <c:pt idx="3294">
                  <c:v/>
                </c:pt>
                <c:pt idx="3295">
                  <c:v/>
                </c:pt>
                <c:pt idx="3296">
                  <c:v/>
                </c:pt>
                <c:pt idx="3297">
                  <c:v/>
                </c:pt>
                <c:pt idx="3298">
                  <c:v/>
                </c:pt>
                <c:pt idx="3299">
                  <c:v/>
                </c:pt>
                <c:pt idx="3300">
                  <c:v/>
                </c:pt>
                <c:pt idx="3301">
                  <c:v/>
                </c:pt>
                <c:pt idx="3302">
                  <c:v/>
                </c:pt>
                <c:pt idx="3303">
                  <c:v/>
                </c:pt>
                <c:pt idx="3304">
                  <c:v/>
                </c:pt>
                <c:pt idx="3305">
                  <c:v/>
                </c:pt>
                <c:pt idx="3306">
                  <c:v/>
                </c:pt>
                <c:pt idx="3307">
                  <c:v/>
                </c:pt>
                <c:pt idx="3308">
                  <c:v/>
                </c:pt>
                <c:pt idx="3309">
                  <c:v/>
                </c:pt>
                <c:pt idx="3310">
                  <c:v/>
                </c:pt>
                <c:pt idx="3311">
                  <c:v/>
                </c:pt>
                <c:pt idx="3312">
                  <c:v/>
                </c:pt>
                <c:pt idx="3313">
                  <c:v/>
                </c:pt>
                <c:pt idx="3314">
                  <c:v/>
                </c:pt>
                <c:pt idx="3315">
                  <c:v/>
                </c:pt>
                <c:pt idx="3316">
                  <c:v/>
                </c:pt>
                <c:pt idx="3317">
                  <c:v/>
                </c:pt>
                <c:pt idx="3318">
                  <c:v/>
                </c:pt>
                <c:pt idx="3319">
                  <c:v/>
                </c:pt>
                <c:pt idx="3320">
                  <c:v/>
                </c:pt>
                <c:pt idx="3321">
                  <c:v/>
                </c:pt>
                <c:pt idx="3322">
                  <c:v/>
                </c:pt>
                <c:pt idx="3323">
                  <c:v/>
                </c:pt>
                <c:pt idx="3324">
                  <c:v/>
                </c:pt>
                <c:pt idx="3325">
                  <c:v/>
                </c:pt>
                <c:pt idx="3326">
                  <c:v/>
                </c:pt>
                <c:pt idx="3327">
                  <c:v/>
                </c:pt>
                <c:pt idx="3328">
                  <c:v/>
                </c:pt>
                <c:pt idx="3329">
                  <c:v/>
                </c:pt>
                <c:pt idx="3330">
                  <c:v/>
                </c:pt>
                <c:pt idx="3331">
                  <c:v/>
                </c:pt>
                <c:pt idx="3332">
                  <c:v/>
                </c:pt>
                <c:pt idx="3333">
                  <c:v/>
                </c:pt>
                <c:pt idx="3334">
                  <c:v/>
                </c:pt>
                <c:pt idx="3335">
                  <c:v/>
                </c:pt>
                <c:pt idx="3336">
                  <c:v/>
                </c:pt>
                <c:pt idx="3337">
                  <c:v/>
                </c:pt>
                <c:pt idx="3338">
                  <c:v/>
                </c:pt>
                <c:pt idx="3339">
                  <c:v/>
                </c:pt>
                <c:pt idx="3340">
                  <c:v/>
                </c:pt>
                <c:pt idx="3341">
                  <c:v/>
                </c:pt>
                <c:pt idx="3342">
                  <c:v/>
                </c:pt>
                <c:pt idx="3343">
                  <c:v/>
                </c:pt>
                <c:pt idx="3344">
                  <c:v/>
                </c:pt>
                <c:pt idx="3345">
                  <c:v/>
                </c:pt>
                <c:pt idx="3346">
                  <c:v/>
                </c:pt>
                <c:pt idx="3347">
                  <c:v/>
                </c:pt>
                <c:pt idx="3348">
                  <c:v/>
                </c:pt>
                <c:pt idx="3349">
                  <c:v/>
                </c:pt>
                <c:pt idx="3350">
                  <c:v/>
                </c:pt>
                <c:pt idx="3351">
                  <c:v/>
                </c:pt>
                <c:pt idx="3352">
                  <c:v/>
                </c:pt>
                <c:pt idx="3353">
                  <c:v/>
                </c:pt>
                <c:pt idx="3354">
                  <c:v/>
                </c:pt>
                <c:pt idx="3355">
                  <c:v/>
                </c:pt>
                <c:pt idx="3356">
                  <c:v/>
                </c:pt>
                <c:pt idx="3357">
                  <c:v/>
                </c:pt>
                <c:pt idx="3358">
                  <c:v/>
                </c:pt>
                <c:pt idx="3359">
                  <c:v/>
                </c:pt>
                <c:pt idx="3360">
                  <c:v/>
                </c:pt>
                <c:pt idx="3361">
                  <c:v/>
                </c:pt>
                <c:pt idx="3362">
                  <c:v/>
                </c:pt>
                <c:pt idx="3363">
                  <c:v/>
                </c:pt>
                <c:pt idx="3364">
                  <c:v/>
                </c:pt>
                <c:pt idx="3365">
                  <c:v/>
                </c:pt>
                <c:pt idx="3366">
                  <c:v/>
                </c:pt>
                <c:pt idx="3367">
                  <c:v/>
                </c:pt>
                <c:pt idx="3368">
                  <c:v/>
                </c:pt>
                <c:pt idx="3369">
                  <c:v/>
                </c:pt>
                <c:pt idx="3370">
                  <c:v/>
                </c:pt>
                <c:pt idx="3371">
                  <c:v/>
                </c:pt>
                <c:pt idx="3372">
                  <c:v/>
                </c:pt>
                <c:pt idx="3373">
                  <c:v/>
                </c:pt>
                <c:pt idx="3374">
                  <c:v/>
                </c:pt>
                <c:pt idx="3375">
                  <c:v/>
                </c:pt>
                <c:pt idx="3376">
                  <c:v/>
                </c:pt>
                <c:pt idx="3377">
                  <c:v/>
                </c:pt>
                <c:pt idx="3378">
                  <c:v/>
                </c:pt>
                <c:pt idx="3379">
                  <c:v/>
                </c:pt>
                <c:pt idx="3380">
                  <c:v/>
                </c:pt>
                <c:pt idx="3381">
                  <c:v/>
                </c:pt>
                <c:pt idx="3382">
                  <c:v/>
                </c:pt>
                <c:pt idx="3383">
                  <c:v/>
                </c:pt>
                <c:pt idx="3384">
                  <c:v/>
                </c:pt>
                <c:pt idx="3385">
                  <c:v/>
                </c:pt>
                <c:pt idx="3386">
                  <c:v/>
                </c:pt>
                <c:pt idx="3387">
                  <c:v/>
                </c:pt>
                <c:pt idx="3388">
                  <c:v/>
                </c:pt>
                <c:pt idx="3389">
                  <c:v/>
                </c:pt>
                <c:pt idx="3390">
                  <c:v/>
                </c:pt>
                <c:pt idx="3391">
                  <c:v/>
                </c:pt>
                <c:pt idx="3392">
                  <c:v/>
                </c:pt>
                <c:pt idx="3393">
                  <c:v/>
                </c:pt>
                <c:pt idx="3394">
                  <c:v/>
                </c:pt>
                <c:pt idx="3395">
                  <c:v/>
                </c:pt>
                <c:pt idx="3396">
                  <c:v/>
                </c:pt>
                <c:pt idx="3397">
                  <c:v/>
                </c:pt>
                <c:pt idx="3398">
                  <c:v/>
                </c:pt>
                <c:pt idx="3399">
                  <c:v/>
                </c:pt>
                <c:pt idx="3400">
                  <c:v/>
                </c:pt>
                <c:pt idx="3401">
                  <c:v/>
                </c:pt>
                <c:pt idx="3402">
                  <c:v/>
                </c:pt>
                <c:pt idx="3403">
                  <c:v/>
                </c:pt>
                <c:pt idx="3404">
                  <c:v/>
                </c:pt>
                <c:pt idx="3405">
                  <c:v/>
                </c:pt>
                <c:pt idx="3406">
                  <c:v/>
                </c:pt>
                <c:pt idx="3407">
                  <c:v/>
                </c:pt>
                <c:pt idx="3408">
                  <c:v/>
                </c:pt>
                <c:pt idx="3409">
                  <c:v/>
                </c:pt>
                <c:pt idx="3410">
                  <c:v/>
                </c:pt>
                <c:pt idx="3411">
                  <c:v/>
                </c:pt>
                <c:pt idx="3412">
                  <c:v/>
                </c:pt>
                <c:pt idx="3413">
                  <c:v/>
                </c:pt>
                <c:pt idx="3414">
                  <c:v/>
                </c:pt>
                <c:pt idx="3415">
                  <c:v/>
                </c:pt>
                <c:pt idx="3416">
                  <c:v/>
                </c:pt>
                <c:pt idx="3417">
                  <c:v/>
                </c:pt>
                <c:pt idx="3418">
                  <c:v/>
                </c:pt>
                <c:pt idx="3419">
                  <c:v/>
                </c:pt>
                <c:pt idx="3420">
                  <c:v/>
                </c:pt>
                <c:pt idx="3421">
                  <c:v/>
                </c:pt>
                <c:pt idx="3422">
                  <c:v/>
                </c:pt>
                <c:pt idx="3423">
                  <c:v/>
                </c:pt>
                <c:pt idx="3424">
                  <c:v/>
                </c:pt>
                <c:pt idx="3425">
                  <c:v/>
                </c:pt>
                <c:pt idx="3426">
                  <c:v/>
                </c:pt>
                <c:pt idx="3427">
                  <c:v/>
                </c:pt>
                <c:pt idx="3428">
                  <c:v/>
                </c:pt>
                <c:pt idx="3429">
                  <c:v/>
                </c:pt>
                <c:pt idx="3430">
                  <c:v/>
                </c:pt>
                <c:pt idx="3431">
                  <c:v/>
                </c:pt>
                <c:pt idx="3432">
                  <c:v/>
                </c:pt>
                <c:pt idx="3433">
                  <c:v/>
                </c:pt>
                <c:pt idx="3434">
                  <c:v/>
                </c:pt>
                <c:pt idx="3435">
                  <c:v/>
                </c:pt>
                <c:pt idx="3436">
                  <c:v/>
                </c:pt>
                <c:pt idx="3437">
                  <c:v/>
                </c:pt>
                <c:pt idx="3438">
                  <c:v/>
                </c:pt>
                <c:pt idx="3439">
                  <c:v/>
                </c:pt>
                <c:pt idx="3440">
                  <c:v/>
                </c:pt>
                <c:pt idx="3441">
                  <c:v/>
                </c:pt>
                <c:pt idx="3442">
                  <c:v/>
                </c:pt>
                <c:pt idx="3443">
                  <c:v/>
                </c:pt>
                <c:pt idx="3444">
                  <c:v/>
                </c:pt>
                <c:pt idx="3445">
                  <c:v/>
                </c:pt>
                <c:pt idx="3446">
                  <c:v/>
                </c:pt>
                <c:pt idx="3447">
                  <c:v/>
                </c:pt>
                <c:pt idx="3448">
                  <c:v/>
                </c:pt>
                <c:pt idx="3449">
                  <c:v/>
                </c:pt>
                <c:pt idx="3450">
                  <c:v/>
                </c:pt>
                <c:pt idx="3451">
                  <c:v/>
                </c:pt>
                <c:pt idx="3452">
                  <c:v/>
                </c:pt>
                <c:pt idx="3453">
                  <c:v/>
                </c:pt>
                <c:pt idx="3454">
                  <c:v/>
                </c:pt>
                <c:pt idx="3455">
                  <c:v/>
                </c:pt>
                <c:pt idx="3456">
                  <c:v/>
                </c:pt>
                <c:pt idx="3457">
                  <c:v/>
                </c:pt>
                <c:pt idx="3458">
                  <c:v/>
                </c:pt>
                <c:pt idx="3459">
                  <c:v/>
                </c:pt>
                <c:pt idx="3460">
                  <c:v/>
                </c:pt>
                <c:pt idx="3461">
                  <c:v/>
                </c:pt>
                <c:pt idx="3462">
                  <c:v/>
                </c:pt>
                <c:pt idx="3463">
                  <c:v/>
                </c:pt>
                <c:pt idx="3464">
                  <c:v/>
                </c:pt>
                <c:pt idx="3465">
                  <c:v/>
                </c:pt>
                <c:pt idx="3466">
                  <c:v/>
                </c:pt>
                <c:pt idx="3467">
                  <c:v/>
                </c:pt>
                <c:pt idx="3468">
                  <c:v/>
                </c:pt>
                <c:pt idx="3469">
                  <c:v/>
                </c:pt>
                <c:pt idx="3470">
                  <c:v/>
                </c:pt>
                <c:pt idx="3471">
                  <c:v/>
                </c:pt>
                <c:pt idx="3472">
                  <c:v/>
                </c:pt>
                <c:pt idx="3473">
                  <c:v/>
                </c:pt>
                <c:pt idx="3474">
                  <c:v/>
                </c:pt>
                <c:pt idx="3475">
                  <c:v/>
                </c:pt>
                <c:pt idx="3476">
                  <c:v/>
                </c:pt>
                <c:pt idx="3477">
                  <c:v/>
                </c:pt>
                <c:pt idx="3478">
                  <c:v/>
                </c:pt>
                <c:pt idx="3479">
                  <c:v/>
                </c:pt>
                <c:pt idx="3480">
                  <c:v/>
                </c:pt>
                <c:pt idx="3481">
                  <c:v/>
                </c:pt>
                <c:pt idx="3482">
                  <c:v/>
                </c:pt>
                <c:pt idx="3483">
                  <c:v/>
                </c:pt>
                <c:pt idx="3484">
                  <c:v/>
                </c:pt>
                <c:pt idx="3485">
                  <c:v/>
                </c:pt>
                <c:pt idx="3486">
                  <c:v/>
                </c:pt>
                <c:pt idx="3487">
                  <c:v/>
                </c:pt>
                <c:pt idx="3488">
                  <c:v/>
                </c:pt>
                <c:pt idx="3489">
                  <c:v/>
                </c:pt>
                <c:pt idx="3490">
                  <c:v/>
                </c:pt>
                <c:pt idx="3491">
                  <c:v/>
                </c:pt>
                <c:pt idx="3492">
                  <c:v/>
                </c:pt>
                <c:pt idx="3493">
                  <c:v/>
                </c:pt>
                <c:pt idx="3494">
                  <c:v/>
                </c:pt>
                <c:pt idx="3495">
                  <c:v/>
                </c:pt>
                <c:pt idx="3496">
                  <c:v/>
                </c:pt>
                <c:pt idx="3497">
                  <c:v/>
                </c:pt>
                <c:pt idx="3498">
                  <c:v/>
                </c:pt>
                <c:pt idx="3499">
                  <c:v/>
                </c:pt>
                <c:pt idx="3500">
                  <c:v/>
                </c:pt>
                <c:pt idx="3501">
                  <c:v/>
                </c:pt>
                <c:pt idx="3502">
                  <c:v/>
                </c:pt>
                <c:pt idx="3503">
                  <c:v/>
                </c:pt>
                <c:pt idx="3504">
                  <c:v/>
                </c:pt>
                <c:pt idx="3505">
                  <c:v/>
                </c:pt>
                <c:pt idx="3506">
                  <c:v/>
                </c:pt>
                <c:pt idx="3507">
                  <c:v/>
                </c:pt>
                <c:pt idx="3508">
                  <c:v/>
                </c:pt>
                <c:pt idx="3509">
                  <c:v/>
                </c:pt>
                <c:pt idx="3510">
                  <c:v/>
                </c:pt>
                <c:pt idx="3511">
                  <c:v/>
                </c:pt>
                <c:pt idx="3512">
                  <c:v/>
                </c:pt>
                <c:pt idx="3513">
                  <c:v/>
                </c:pt>
                <c:pt idx="3514">
                  <c:v/>
                </c:pt>
                <c:pt idx="3515">
                  <c:v/>
                </c:pt>
                <c:pt idx="3516">
                  <c:v/>
                </c:pt>
                <c:pt idx="3517">
                  <c:v/>
                </c:pt>
                <c:pt idx="3518">
                  <c:v/>
                </c:pt>
                <c:pt idx="3519">
                  <c:v/>
                </c:pt>
                <c:pt idx="3520">
                  <c:v/>
                </c:pt>
                <c:pt idx="3521">
                  <c:v/>
                </c:pt>
                <c:pt idx="3522">
                  <c:v/>
                </c:pt>
                <c:pt idx="3523">
                  <c:v/>
                </c:pt>
                <c:pt idx="3524">
                  <c:v/>
                </c:pt>
                <c:pt idx="3525">
                  <c:v/>
                </c:pt>
                <c:pt idx="3526">
                  <c:v/>
                </c:pt>
                <c:pt idx="3527">
                  <c:v/>
                </c:pt>
                <c:pt idx="3528">
                  <c:v/>
                </c:pt>
                <c:pt idx="3529">
                  <c:v/>
                </c:pt>
                <c:pt idx="3530">
                  <c:v/>
                </c:pt>
                <c:pt idx="3531">
                  <c:v/>
                </c:pt>
                <c:pt idx="3532">
                  <c:v/>
                </c:pt>
                <c:pt idx="3533">
                  <c:v/>
                </c:pt>
                <c:pt idx="3534">
                  <c:v/>
                </c:pt>
                <c:pt idx="3535">
                  <c:v/>
                </c:pt>
                <c:pt idx="3536">
                  <c:v/>
                </c:pt>
                <c:pt idx="3537">
                  <c:v/>
                </c:pt>
                <c:pt idx="3538">
                  <c:v/>
                </c:pt>
                <c:pt idx="3539">
                  <c:v/>
                </c:pt>
                <c:pt idx="3540">
                  <c:v/>
                </c:pt>
                <c:pt idx="3541">
                  <c:v/>
                </c:pt>
                <c:pt idx="3542">
                  <c:v/>
                </c:pt>
                <c:pt idx="3543">
                  <c:v/>
                </c:pt>
                <c:pt idx="3544">
                  <c:v/>
                </c:pt>
                <c:pt idx="3545">
                  <c:v/>
                </c:pt>
                <c:pt idx="3546">
                  <c:v/>
                </c:pt>
                <c:pt idx="3547">
                  <c:v/>
                </c:pt>
                <c:pt idx="3548">
                  <c:v/>
                </c:pt>
                <c:pt idx="3549">
                  <c:v/>
                </c:pt>
                <c:pt idx="3550">
                  <c:v/>
                </c:pt>
                <c:pt idx="3551">
                  <c:v/>
                </c:pt>
                <c:pt idx="3552">
                  <c:v/>
                </c:pt>
                <c:pt idx="3553">
                  <c:v/>
                </c:pt>
                <c:pt idx="3554">
                  <c:v/>
                </c:pt>
                <c:pt idx="3555">
                  <c:v/>
                </c:pt>
                <c:pt idx="3556">
                  <c:v/>
                </c:pt>
                <c:pt idx="3557">
                  <c:v/>
                </c:pt>
                <c:pt idx="3558">
                  <c:v/>
                </c:pt>
                <c:pt idx="3559">
                  <c:v/>
                </c:pt>
                <c:pt idx="3560">
                  <c:v/>
                </c:pt>
                <c:pt idx="3561">
                  <c:v/>
                </c:pt>
                <c:pt idx="3562">
                  <c:v/>
                </c:pt>
                <c:pt idx="3563">
                  <c:v/>
                </c:pt>
                <c:pt idx="3564">
                  <c:v/>
                </c:pt>
                <c:pt idx="3565">
                  <c:v/>
                </c:pt>
                <c:pt idx="3566">
                  <c:v/>
                </c:pt>
                <c:pt idx="3567">
                  <c:v/>
                </c:pt>
                <c:pt idx="3568">
                  <c:v/>
                </c:pt>
                <c:pt idx="3569">
                  <c:v/>
                </c:pt>
                <c:pt idx="3570">
                  <c:v/>
                </c:pt>
                <c:pt idx="3571">
                  <c:v/>
                </c:pt>
                <c:pt idx="3572">
                  <c:v/>
                </c:pt>
                <c:pt idx="3573">
                  <c:v/>
                </c:pt>
                <c:pt idx="3574">
                  <c:v/>
                </c:pt>
                <c:pt idx="3575">
                  <c:v/>
                </c:pt>
                <c:pt idx="3576">
                  <c:v/>
                </c:pt>
                <c:pt idx="3577">
                  <c:v/>
                </c:pt>
                <c:pt idx="3578">
                  <c:v/>
                </c:pt>
                <c:pt idx="3579">
                  <c:v/>
                </c:pt>
                <c:pt idx="3580">
                  <c:v/>
                </c:pt>
                <c:pt idx="3581">
                  <c:v/>
                </c:pt>
                <c:pt idx="3582">
                  <c:v/>
                </c:pt>
                <c:pt idx="3583">
                  <c:v/>
                </c:pt>
                <c:pt idx="3584">
                  <c:v/>
                </c:pt>
                <c:pt idx="3585">
                  <c:v/>
                </c:pt>
                <c:pt idx="3586">
                  <c:v/>
                </c:pt>
                <c:pt idx="3587">
                  <c:v/>
                </c:pt>
                <c:pt idx="3588">
                  <c:v/>
                </c:pt>
                <c:pt idx="3589">
                  <c:v/>
                </c:pt>
                <c:pt idx="3590">
                  <c:v/>
                </c:pt>
                <c:pt idx="3591">
                  <c:v/>
                </c:pt>
                <c:pt idx="3592">
                  <c:v/>
                </c:pt>
                <c:pt idx="3593">
                  <c:v/>
                </c:pt>
                <c:pt idx="3594">
                  <c:v/>
                </c:pt>
                <c:pt idx="3595">
                  <c:v/>
                </c:pt>
                <c:pt idx="3596">
                  <c:v/>
                </c:pt>
                <c:pt idx="3597">
                  <c:v/>
                </c:pt>
                <c:pt idx="3598">
                  <c:v/>
                </c:pt>
                <c:pt idx="3599">
                  <c:v/>
                </c:pt>
                <c:pt idx="3600">
                  <c:v/>
                </c:pt>
                <c:pt idx="3601">
                  <c:v/>
                </c:pt>
                <c:pt idx="3602">
                  <c:v/>
                </c:pt>
                <c:pt idx="3603">
                  <c:v/>
                </c:pt>
                <c:pt idx="3604">
                  <c:v/>
                </c:pt>
                <c:pt idx="3605">
                  <c:v/>
                </c:pt>
                <c:pt idx="3606">
                  <c:v/>
                </c:pt>
                <c:pt idx="3607">
                  <c:v/>
                </c:pt>
                <c:pt idx="3608">
                  <c:v/>
                </c:pt>
                <c:pt idx="3609">
                  <c:v/>
                </c:pt>
                <c:pt idx="3610">
                  <c:v/>
                </c:pt>
                <c:pt idx="3611">
                  <c:v/>
                </c:pt>
                <c:pt idx="3612">
                  <c:v/>
                </c:pt>
                <c:pt idx="3613">
                  <c:v/>
                </c:pt>
                <c:pt idx="3614">
                  <c:v/>
                </c:pt>
                <c:pt idx="3615">
                  <c:v/>
                </c:pt>
                <c:pt idx="3616">
                  <c:v/>
                </c:pt>
                <c:pt idx="3617">
                  <c:v/>
                </c:pt>
                <c:pt idx="3618">
                  <c:v/>
                </c:pt>
                <c:pt idx="3619">
                  <c:v/>
                </c:pt>
                <c:pt idx="3620">
                  <c:v/>
                </c:pt>
                <c:pt idx="3621">
                  <c:v/>
                </c:pt>
                <c:pt idx="3622">
                  <c:v/>
                </c:pt>
                <c:pt idx="3623">
                  <c:v/>
                </c:pt>
                <c:pt idx="3624">
                  <c:v/>
                </c:pt>
                <c:pt idx="3625">
                  <c:v/>
                </c:pt>
                <c:pt idx="3626">
                  <c:v/>
                </c:pt>
                <c:pt idx="3627">
                  <c:v/>
                </c:pt>
                <c:pt idx="3628">
                  <c:v/>
                </c:pt>
                <c:pt idx="3629">
                  <c:v/>
                </c:pt>
                <c:pt idx="3630">
                  <c:v/>
                </c:pt>
                <c:pt idx="3631">
                  <c:v/>
                </c:pt>
                <c:pt idx="3632">
                  <c:v/>
                </c:pt>
                <c:pt idx="3633">
                  <c:v/>
                </c:pt>
                <c:pt idx="3634">
                  <c:v/>
                </c:pt>
                <c:pt idx="3635">
                  <c:v/>
                </c:pt>
                <c:pt idx="3636">
                  <c:v/>
                </c:pt>
                <c:pt idx="3637">
                  <c:v/>
                </c:pt>
                <c:pt idx="3638">
                  <c:v/>
                </c:pt>
                <c:pt idx="3639">
                  <c:v/>
                </c:pt>
                <c:pt idx="3640">
                  <c:v/>
                </c:pt>
                <c:pt idx="3641">
                  <c:v/>
                </c:pt>
                <c:pt idx="3642">
                  <c:v/>
                </c:pt>
                <c:pt idx="3643">
                  <c:v/>
                </c:pt>
                <c:pt idx="3644">
                  <c:v/>
                </c:pt>
                <c:pt idx="3645">
                  <c:v/>
                </c:pt>
                <c:pt idx="3646">
                  <c:v/>
                </c:pt>
                <c:pt idx="3647">
                  <c:v/>
                </c:pt>
                <c:pt idx="3648">
                  <c:v/>
                </c:pt>
                <c:pt idx="3649">
                  <c:v/>
                </c:pt>
                <c:pt idx="3650">
                  <c:v/>
                </c:pt>
                <c:pt idx="3651">
                  <c:v/>
                </c:pt>
                <c:pt idx="3652">
                  <c:v/>
                </c:pt>
                <c:pt idx="3653">
                  <c:v/>
                </c:pt>
                <c:pt idx="3654">
                  <c:v/>
                </c:pt>
                <c:pt idx="3655">
                  <c:v/>
                </c:pt>
                <c:pt idx="3656">
                  <c:v/>
                </c:pt>
                <c:pt idx="3657">
                  <c:v/>
                </c:pt>
                <c:pt idx="3658">
                  <c:v/>
                </c:pt>
                <c:pt idx="3659">
                  <c:v/>
                </c:pt>
                <c:pt idx="3660">
                  <c:v/>
                </c:pt>
                <c:pt idx="3661">
                  <c:v/>
                </c:pt>
                <c:pt idx="3662">
                  <c:v/>
                </c:pt>
                <c:pt idx="3663">
                  <c:v/>
                </c:pt>
                <c:pt idx="3664">
                  <c:v/>
                </c:pt>
                <c:pt idx="3665">
                  <c:v/>
                </c:pt>
                <c:pt idx="3666">
                  <c:v/>
                </c:pt>
                <c:pt idx="3667">
                  <c:v/>
                </c:pt>
                <c:pt idx="3668">
                  <c:v/>
                </c:pt>
                <c:pt idx="3669">
                  <c:v/>
                </c:pt>
                <c:pt idx="3670">
                  <c:v/>
                </c:pt>
                <c:pt idx="3671">
                  <c:v/>
                </c:pt>
                <c:pt idx="3672">
                  <c:v/>
                </c:pt>
                <c:pt idx="3673">
                  <c:v/>
                </c:pt>
                <c:pt idx="3674">
                  <c:v/>
                </c:pt>
                <c:pt idx="3675">
                  <c:v/>
                </c:pt>
                <c:pt idx="3676">
                  <c:v/>
                </c:pt>
                <c:pt idx="3677">
                  <c:v/>
                </c:pt>
                <c:pt idx="3678">
                  <c:v/>
                </c:pt>
                <c:pt idx="3679">
                  <c:v/>
                </c:pt>
                <c:pt idx="3680">
                  <c:v/>
                </c:pt>
                <c:pt idx="3681">
                  <c:v/>
                </c:pt>
                <c:pt idx="3682">
                  <c:v/>
                </c:pt>
                <c:pt idx="3683">
                  <c:v/>
                </c:pt>
                <c:pt idx="3684">
                  <c:v/>
                </c:pt>
                <c:pt idx="3685">
                  <c:v/>
                </c:pt>
                <c:pt idx="3686">
                  <c:v/>
                </c:pt>
                <c:pt idx="3687">
                  <c:v/>
                </c:pt>
                <c:pt idx="3688">
                  <c:v/>
                </c:pt>
                <c:pt idx="3689">
                  <c:v/>
                </c:pt>
                <c:pt idx="3690">
                  <c:v/>
                </c:pt>
                <c:pt idx="3691">
                  <c:v/>
                </c:pt>
                <c:pt idx="3692">
                  <c:v/>
                </c:pt>
                <c:pt idx="3693">
                  <c:v/>
                </c:pt>
                <c:pt idx="3694">
                  <c:v/>
                </c:pt>
                <c:pt idx="3695">
                  <c:v/>
                </c:pt>
                <c:pt idx="3696">
                  <c:v/>
                </c:pt>
                <c:pt idx="3697">
                  <c:v/>
                </c:pt>
                <c:pt idx="3698">
                  <c:v/>
                </c:pt>
                <c:pt idx="3699">
                  <c:v/>
                </c:pt>
                <c:pt idx="3700">
                  <c:v/>
                </c:pt>
                <c:pt idx="3701">
                  <c:v/>
                </c:pt>
                <c:pt idx="3702">
                  <c:v/>
                </c:pt>
                <c:pt idx="3703">
                  <c:v/>
                </c:pt>
                <c:pt idx="3704">
                  <c:v/>
                </c:pt>
                <c:pt idx="3705">
                  <c:v/>
                </c:pt>
                <c:pt idx="3706">
                  <c:v/>
                </c:pt>
                <c:pt idx="3707">
                  <c:v/>
                </c:pt>
                <c:pt idx="3708">
                  <c:v/>
                </c:pt>
                <c:pt idx="3709">
                  <c:v/>
                </c:pt>
                <c:pt idx="3710">
                  <c:v/>
                </c:pt>
                <c:pt idx="3711">
                  <c:v/>
                </c:pt>
                <c:pt idx="3712">
                  <c:v/>
                </c:pt>
                <c:pt idx="3713">
                  <c:v/>
                </c:pt>
                <c:pt idx="3714">
                  <c:v/>
                </c:pt>
                <c:pt idx="3715">
                  <c:v/>
                </c:pt>
                <c:pt idx="3716">
                  <c:v/>
                </c:pt>
                <c:pt idx="3717">
                  <c:v/>
                </c:pt>
                <c:pt idx="3718">
                  <c:v/>
                </c:pt>
                <c:pt idx="3719">
                  <c:v/>
                </c:pt>
                <c:pt idx="3720">
                  <c:v/>
                </c:pt>
                <c:pt idx="3721">
                  <c:v/>
                </c:pt>
                <c:pt idx="3722">
                  <c:v/>
                </c:pt>
                <c:pt idx="3723">
                  <c:v/>
                </c:pt>
                <c:pt idx="3724">
                  <c:v/>
                </c:pt>
                <c:pt idx="3725">
                  <c:v/>
                </c:pt>
                <c:pt idx="3726">
                  <c:v/>
                </c:pt>
                <c:pt idx="3727">
                  <c:v/>
                </c:pt>
                <c:pt idx="3728">
                  <c:v/>
                </c:pt>
                <c:pt idx="3729">
                  <c:v/>
                </c:pt>
                <c:pt idx="3730">
                  <c:v/>
                </c:pt>
                <c:pt idx="3731">
                  <c:v/>
                </c:pt>
                <c:pt idx="3732">
                  <c:v/>
                </c:pt>
                <c:pt idx="3733">
                  <c:v/>
                </c:pt>
                <c:pt idx="3734">
                  <c:v/>
                </c:pt>
                <c:pt idx="3735">
                  <c:v/>
                </c:pt>
                <c:pt idx="3736">
                  <c:v/>
                </c:pt>
                <c:pt idx="3737">
                  <c:v/>
                </c:pt>
                <c:pt idx="3738">
                  <c:v/>
                </c:pt>
                <c:pt idx="3739">
                  <c:v/>
                </c:pt>
                <c:pt idx="3740">
                  <c:v/>
                </c:pt>
                <c:pt idx="3741">
                  <c:v/>
                </c:pt>
                <c:pt idx="3742">
                  <c:v/>
                </c:pt>
                <c:pt idx="3743">
                  <c:v/>
                </c:pt>
                <c:pt idx="3744">
                  <c:v/>
                </c:pt>
                <c:pt idx="3745">
                  <c:v/>
                </c:pt>
                <c:pt idx="3746">
                  <c:v/>
                </c:pt>
                <c:pt idx="3747">
                  <c:v/>
                </c:pt>
                <c:pt idx="3748">
                  <c:v/>
                </c:pt>
                <c:pt idx="3749">
                  <c:v/>
                </c:pt>
                <c:pt idx="3750">
                  <c:v/>
                </c:pt>
                <c:pt idx="3751">
                  <c:v/>
                </c:pt>
                <c:pt idx="3752">
                  <c:v/>
                </c:pt>
                <c:pt idx="3753">
                  <c:v/>
                </c:pt>
                <c:pt idx="3754">
                  <c:v/>
                </c:pt>
                <c:pt idx="3755">
                  <c:v/>
                </c:pt>
                <c:pt idx="3756">
                  <c:v/>
                </c:pt>
                <c:pt idx="3757">
                  <c:v/>
                </c:pt>
                <c:pt idx="3758">
                  <c:v/>
                </c:pt>
                <c:pt idx="3759">
                  <c:v/>
                </c:pt>
                <c:pt idx="3760">
                  <c:v/>
                </c:pt>
                <c:pt idx="3761">
                  <c:v/>
                </c:pt>
                <c:pt idx="3762">
                  <c:v/>
                </c:pt>
                <c:pt idx="3763">
                  <c:v/>
                </c:pt>
                <c:pt idx="3764">
                  <c:v/>
                </c:pt>
                <c:pt idx="3765">
                  <c:v/>
                </c:pt>
                <c:pt idx="3766">
                  <c:v/>
                </c:pt>
                <c:pt idx="3767">
                  <c:v/>
                </c:pt>
                <c:pt idx="3768">
                  <c:v/>
                </c:pt>
                <c:pt idx="3769">
                  <c:v/>
                </c:pt>
                <c:pt idx="3770">
                  <c:v/>
                </c:pt>
                <c:pt idx="3771">
                  <c:v/>
                </c:pt>
                <c:pt idx="3772">
                  <c:v/>
                </c:pt>
                <c:pt idx="3773">
                  <c:v/>
                </c:pt>
                <c:pt idx="3774">
                  <c:v/>
                </c:pt>
                <c:pt idx="3775">
                  <c:v/>
                </c:pt>
                <c:pt idx="3776">
                  <c:v/>
                </c:pt>
                <c:pt idx="3777">
                  <c:v/>
                </c:pt>
                <c:pt idx="3778">
                  <c:v/>
                </c:pt>
                <c:pt idx="3779">
                  <c:v/>
                </c:pt>
                <c:pt idx="3780">
                  <c:v/>
                </c:pt>
                <c:pt idx="3781">
                  <c:v/>
                </c:pt>
                <c:pt idx="3782">
                  <c:v/>
                </c:pt>
                <c:pt idx="3783">
                  <c:v/>
                </c:pt>
                <c:pt idx="3784">
                  <c:v/>
                </c:pt>
                <c:pt idx="3785">
                  <c:v/>
                </c:pt>
                <c:pt idx="3786">
                  <c:v/>
                </c:pt>
                <c:pt idx="3787">
                  <c:v/>
                </c:pt>
                <c:pt idx="3788">
                  <c:v/>
                </c:pt>
                <c:pt idx="3789">
                  <c:v/>
                </c:pt>
                <c:pt idx="3790">
                  <c:v/>
                </c:pt>
                <c:pt idx="3791">
                  <c:v/>
                </c:pt>
                <c:pt idx="3792">
                  <c:v/>
                </c:pt>
                <c:pt idx="3793">
                  <c:v/>
                </c:pt>
                <c:pt idx="3794">
                  <c:v/>
                </c:pt>
                <c:pt idx="3795">
                  <c:v/>
                </c:pt>
                <c:pt idx="3796">
                  <c:v/>
                </c:pt>
                <c:pt idx="3797">
                  <c:v/>
                </c:pt>
                <c:pt idx="3798">
                  <c:v/>
                </c:pt>
                <c:pt idx="3799">
                  <c:v/>
                </c:pt>
                <c:pt idx="3800">
                  <c:v/>
                </c:pt>
                <c:pt idx="3801">
                  <c:v/>
                </c:pt>
                <c:pt idx="3802">
                  <c:v/>
                </c:pt>
                <c:pt idx="3803">
                  <c:v/>
                </c:pt>
                <c:pt idx="3804">
                  <c:v/>
                </c:pt>
                <c:pt idx="3805">
                  <c:v/>
                </c:pt>
                <c:pt idx="3806">
                  <c:v/>
                </c:pt>
                <c:pt idx="3807">
                  <c:v/>
                </c:pt>
                <c:pt idx="3808">
                  <c:v/>
                </c:pt>
                <c:pt idx="3809">
                  <c:v/>
                </c:pt>
                <c:pt idx="3810">
                  <c:v/>
                </c:pt>
                <c:pt idx="3811">
                  <c:v/>
                </c:pt>
                <c:pt idx="3812">
                  <c:v/>
                </c:pt>
                <c:pt idx="3813">
                  <c:v/>
                </c:pt>
                <c:pt idx="3814">
                  <c:v/>
                </c:pt>
                <c:pt idx="3815">
                  <c:v/>
                </c:pt>
                <c:pt idx="3816">
                  <c:v/>
                </c:pt>
                <c:pt idx="3817">
                  <c:v/>
                </c:pt>
                <c:pt idx="3818">
                  <c:v/>
                </c:pt>
                <c:pt idx="3819">
                  <c:v/>
                </c:pt>
                <c:pt idx="3820">
                  <c:v/>
                </c:pt>
                <c:pt idx="3821">
                  <c:v/>
                </c:pt>
                <c:pt idx="3822">
                  <c:v/>
                </c:pt>
                <c:pt idx="3823">
                  <c:v/>
                </c:pt>
                <c:pt idx="3824">
                  <c:v/>
                </c:pt>
                <c:pt idx="3825">
                  <c:v/>
                </c:pt>
                <c:pt idx="3826">
                  <c:v/>
                </c:pt>
                <c:pt idx="3827">
                  <c:v/>
                </c:pt>
                <c:pt idx="3828">
                  <c:v/>
                </c:pt>
                <c:pt idx="3829">
                  <c:v/>
                </c:pt>
                <c:pt idx="3830">
                  <c:v/>
                </c:pt>
                <c:pt idx="3831">
                  <c:v/>
                </c:pt>
                <c:pt idx="3832">
                  <c:v/>
                </c:pt>
                <c:pt idx="3833">
                  <c:v/>
                </c:pt>
                <c:pt idx="3834">
                  <c:v/>
                </c:pt>
                <c:pt idx="3835">
                  <c:v/>
                </c:pt>
                <c:pt idx="3836">
                  <c:v/>
                </c:pt>
                <c:pt idx="3837">
                  <c:v/>
                </c:pt>
                <c:pt idx="3838">
                  <c:v/>
                </c:pt>
                <c:pt idx="3839">
                  <c:v/>
                </c:pt>
                <c:pt idx="3840">
                  <c:v/>
                </c:pt>
                <c:pt idx="3841">
                  <c:v/>
                </c:pt>
                <c:pt idx="3842">
                  <c:v/>
                </c:pt>
                <c:pt idx="3843">
                  <c:v/>
                </c:pt>
                <c:pt idx="3844">
                  <c:v/>
                </c:pt>
                <c:pt idx="3845">
                  <c:v/>
                </c:pt>
                <c:pt idx="3846">
                  <c:v/>
                </c:pt>
                <c:pt idx="3847">
                  <c:v/>
                </c:pt>
                <c:pt idx="3848">
                  <c:v/>
                </c:pt>
                <c:pt idx="3849">
                  <c:v/>
                </c:pt>
                <c:pt idx="3850">
                  <c:v/>
                </c:pt>
                <c:pt idx="3851">
                  <c:v/>
                </c:pt>
                <c:pt idx="3852">
                  <c:v/>
                </c:pt>
                <c:pt idx="3853">
                  <c:v/>
                </c:pt>
                <c:pt idx="3854">
                  <c:v/>
                </c:pt>
                <c:pt idx="3855">
                  <c:v/>
                </c:pt>
                <c:pt idx="3856">
                  <c:v/>
                </c:pt>
                <c:pt idx="3857">
                  <c:v/>
                </c:pt>
                <c:pt idx="3858">
                  <c:v/>
                </c:pt>
                <c:pt idx="3859">
                  <c:v/>
                </c:pt>
                <c:pt idx="3860">
                  <c:v/>
                </c:pt>
                <c:pt idx="3861">
                  <c:v/>
                </c:pt>
                <c:pt idx="3862">
                  <c:v/>
                </c:pt>
                <c:pt idx="3863">
                  <c:v/>
                </c:pt>
                <c:pt idx="3864">
                  <c:v/>
                </c:pt>
                <c:pt idx="3865">
                  <c:v/>
                </c:pt>
                <c:pt idx="3866">
                  <c:v/>
                </c:pt>
                <c:pt idx="3867">
                  <c:v/>
                </c:pt>
                <c:pt idx="3868">
                  <c:v/>
                </c:pt>
                <c:pt idx="3869">
                  <c:v/>
                </c:pt>
                <c:pt idx="3870">
                  <c:v/>
                </c:pt>
                <c:pt idx="3871">
                  <c:v/>
                </c:pt>
                <c:pt idx="3872">
                  <c:v/>
                </c:pt>
                <c:pt idx="3873">
                  <c:v/>
                </c:pt>
                <c:pt idx="3874">
                  <c:v/>
                </c:pt>
                <c:pt idx="3875">
                  <c:v/>
                </c:pt>
                <c:pt idx="3876">
                  <c:v/>
                </c:pt>
                <c:pt idx="3877">
                  <c:v/>
                </c:pt>
                <c:pt idx="3878">
                  <c:v/>
                </c:pt>
                <c:pt idx="3879">
                  <c:v/>
                </c:pt>
                <c:pt idx="3880">
                  <c:v/>
                </c:pt>
                <c:pt idx="3881">
                  <c:v/>
                </c:pt>
                <c:pt idx="3882">
                  <c:v/>
                </c:pt>
                <c:pt idx="3883">
                  <c:v/>
                </c:pt>
                <c:pt idx="3884">
                  <c:v/>
                </c:pt>
                <c:pt idx="3885">
                  <c:v/>
                </c:pt>
                <c:pt idx="3886">
                  <c:v/>
                </c:pt>
                <c:pt idx="3887">
                  <c:v/>
                </c:pt>
                <c:pt idx="3888">
                  <c:v/>
                </c:pt>
                <c:pt idx="3889">
                  <c:v/>
                </c:pt>
                <c:pt idx="3890">
                  <c:v/>
                </c:pt>
                <c:pt idx="3891">
                  <c:v/>
                </c:pt>
                <c:pt idx="3892">
                  <c:v/>
                </c:pt>
                <c:pt idx="3893">
                  <c:v/>
                </c:pt>
                <c:pt idx="3894">
                  <c:v/>
                </c:pt>
                <c:pt idx="3895">
                  <c:v/>
                </c:pt>
                <c:pt idx="3896">
                  <c:v/>
                </c:pt>
                <c:pt idx="3897">
                  <c:v/>
                </c:pt>
                <c:pt idx="3898">
                  <c:v/>
                </c:pt>
                <c:pt idx="3899">
                  <c:v/>
                </c:pt>
                <c:pt idx="3900">
                  <c:v/>
                </c:pt>
                <c:pt idx="3901">
                  <c:v/>
                </c:pt>
                <c:pt idx="3902">
                  <c:v/>
                </c:pt>
                <c:pt idx="3903">
                  <c:v/>
                </c:pt>
                <c:pt idx="3904">
                  <c:v/>
                </c:pt>
                <c:pt idx="3905">
                  <c:v/>
                </c:pt>
                <c:pt idx="3906">
                  <c:v/>
                </c:pt>
                <c:pt idx="3907">
                  <c:v/>
                </c:pt>
                <c:pt idx="3908">
                  <c:v/>
                </c:pt>
                <c:pt idx="3909">
                  <c:v/>
                </c:pt>
                <c:pt idx="3910">
                  <c:v/>
                </c:pt>
                <c:pt idx="3911">
                  <c:v/>
                </c:pt>
                <c:pt idx="3912">
                  <c:v/>
                </c:pt>
                <c:pt idx="3913">
                  <c:v/>
                </c:pt>
                <c:pt idx="3914">
                  <c:v/>
                </c:pt>
                <c:pt idx="3915">
                  <c:v/>
                </c:pt>
                <c:pt idx="3916">
                  <c:v/>
                </c:pt>
                <c:pt idx="3917">
                  <c:v/>
                </c:pt>
                <c:pt idx="3918">
                  <c:v/>
                </c:pt>
                <c:pt idx="3919">
                  <c:v/>
                </c:pt>
                <c:pt idx="3920">
                  <c:v/>
                </c:pt>
                <c:pt idx="3921">
                  <c:v/>
                </c:pt>
                <c:pt idx="3922">
                  <c:v/>
                </c:pt>
                <c:pt idx="3923">
                  <c:v/>
                </c:pt>
                <c:pt idx="3924">
                  <c:v/>
                </c:pt>
                <c:pt idx="3925">
                  <c:v/>
                </c:pt>
                <c:pt idx="3926">
                  <c:v/>
                </c:pt>
                <c:pt idx="3927">
                  <c:v/>
                </c:pt>
                <c:pt idx="3928">
                  <c:v/>
                </c:pt>
                <c:pt idx="3929">
                  <c:v/>
                </c:pt>
                <c:pt idx="3930">
                  <c:v/>
                </c:pt>
                <c:pt idx="3931">
                  <c:v/>
                </c:pt>
                <c:pt idx="3932">
                  <c:v/>
                </c:pt>
                <c:pt idx="3933">
                  <c:v/>
                </c:pt>
                <c:pt idx="3934">
                  <c:v/>
                </c:pt>
                <c:pt idx="3935">
                  <c:v/>
                </c:pt>
                <c:pt idx="3936">
                  <c:v/>
                </c:pt>
                <c:pt idx="3937">
                  <c:v/>
                </c:pt>
                <c:pt idx="3938">
                  <c:v/>
                </c:pt>
                <c:pt idx="3939">
                  <c:v/>
                </c:pt>
                <c:pt idx="3940">
                  <c:v/>
                </c:pt>
                <c:pt idx="3941">
                  <c:v/>
                </c:pt>
                <c:pt idx="3942">
                  <c:v/>
                </c:pt>
                <c:pt idx="3943">
                  <c:v/>
                </c:pt>
                <c:pt idx="3944">
                  <c:v/>
                </c:pt>
                <c:pt idx="3945">
                  <c:v/>
                </c:pt>
                <c:pt idx="3946">
                  <c:v/>
                </c:pt>
                <c:pt idx="3947">
                  <c:v/>
                </c:pt>
                <c:pt idx="3948">
                  <c:v/>
                </c:pt>
                <c:pt idx="3949">
                  <c:v/>
                </c:pt>
                <c:pt idx="3950">
                  <c:v/>
                </c:pt>
                <c:pt idx="3951">
                  <c:v/>
                </c:pt>
                <c:pt idx="3952">
                  <c:v/>
                </c:pt>
                <c:pt idx="3953">
                  <c:v/>
                </c:pt>
                <c:pt idx="3954">
                  <c:v/>
                </c:pt>
                <c:pt idx="3955">
                  <c:v/>
                </c:pt>
                <c:pt idx="3956">
                  <c:v/>
                </c:pt>
                <c:pt idx="3957">
                  <c:v/>
                </c:pt>
                <c:pt idx="3958">
                  <c:v/>
                </c:pt>
                <c:pt idx="3959">
                  <c:v/>
                </c:pt>
                <c:pt idx="3960">
                  <c:v/>
                </c:pt>
                <c:pt idx="3961">
                  <c:v/>
                </c:pt>
                <c:pt idx="3962">
                  <c:v/>
                </c:pt>
                <c:pt idx="3963">
                  <c:v/>
                </c:pt>
                <c:pt idx="3964">
                  <c:v/>
                </c:pt>
                <c:pt idx="3965">
                  <c:v/>
                </c:pt>
                <c:pt idx="3966">
                  <c:v/>
                </c:pt>
                <c:pt idx="3967">
                  <c:v/>
                </c:pt>
                <c:pt idx="3968">
                  <c:v/>
                </c:pt>
                <c:pt idx="3969">
                  <c:v/>
                </c:pt>
                <c:pt idx="3970">
                  <c:v/>
                </c:pt>
                <c:pt idx="3971">
                  <c:v/>
                </c:pt>
                <c:pt idx="3972">
                  <c:v/>
                </c:pt>
                <c:pt idx="3973">
                  <c:v/>
                </c:pt>
                <c:pt idx="3974">
                  <c:v/>
                </c:pt>
                <c:pt idx="3975">
                  <c:v/>
                </c:pt>
                <c:pt idx="3976">
                  <c:v/>
                </c:pt>
                <c:pt idx="3977">
                  <c:v/>
                </c:pt>
                <c:pt idx="3978">
                  <c:v/>
                </c:pt>
                <c:pt idx="3979">
                  <c:v/>
                </c:pt>
                <c:pt idx="3980">
                  <c:v/>
                </c:pt>
                <c:pt idx="3981">
                  <c:v/>
                </c:pt>
                <c:pt idx="3982">
                  <c:v/>
                </c:pt>
                <c:pt idx="3983">
                  <c:v/>
                </c:pt>
                <c:pt idx="3984">
                  <c:v/>
                </c:pt>
                <c:pt idx="3985">
                  <c:v/>
                </c:pt>
                <c:pt idx="3986">
                  <c:v/>
                </c:pt>
                <c:pt idx="3987">
                  <c:v/>
                </c:pt>
                <c:pt idx="3988">
                  <c:v/>
                </c:pt>
                <c:pt idx="3989">
                  <c:v/>
                </c:pt>
                <c:pt idx="3990">
                  <c:v/>
                </c:pt>
                <c:pt idx="3991">
                  <c:v/>
                </c:pt>
                <c:pt idx="3992">
                  <c:v/>
                </c:pt>
                <c:pt idx="3993">
                  <c:v/>
                </c:pt>
                <c:pt idx="3994">
                  <c:v/>
                </c:pt>
                <c:pt idx="3995">
                  <c:v/>
                </c:pt>
                <c:pt idx="3996">
                  <c:v/>
                </c:pt>
                <c:pt idx="3997">
                  <c:v/>
                </c:pt>
                <c:pt idx="3998">
                  <c:v/>
                </c:pt>
                <c:pt idx="3999">
                  <c:v/>
                </c:pt>
                <c:pt idx="4000">
                  <c:v/>
                </c:pt>
                <c:pt idx="4001">
                  <c:v/>
                </c:pt>
                <c:pt idx="4002">
                  <c:v/>
                </c:pt>
                <c:pt idx="4003">
                  <c:v/>
                </c:pt>
                <c:pt idx="4004">
                  <c:v/>
                </c:pt>
                <c:pt idx="4005">
                  <c:v/>
                </c:pt>
                <c:pt idx="4006">
                  <c:v/>
                </c:pt>
                <c:pt idx="4007">
                  <c:v/>
                </c:pt>
                <c:pt idx="4008">
                  <c:v/>
                </c:pt>
                <c:pt idx="4009">
                  <c:v/>
                </c:pt>
                <c:pt idx="4010">
                  <c:v/>
                </c:pt>
                <c:pt idx="4011">
                  <c:v/>
                </c:pt>
                <c:pt idx="4012">
                  <c:v/>
                </c:pt>
                <c:pt idx="4013">
                  <c:v/>
                </c:pt>
                <c:pt idx="4014">
                  <c:v/>
                </c:pt>
                <c:pt idx="4015">
                  <c:v/>
                </c:pt>
                <c:pt idx="4016">
                  <c:v/>
                </c:pt>
                <c:pt idx="4017">
                  <c:v/>
                </c:pt>
                <c:pt idx="4018">
                  <c:v/>
                </c:pt>
                <c:pt idx="4019">
                  <c:v/>
                </c:pt>
                <c:pt idx="4020">
                  <c:v/>
                </c:pt>
                <c:pt idx="4021">
                  <c:v/>
                </c:pt>
                <c:pt idx="4022">
                  <c:v/>
                </c:pt>
                <c:pt idx="4023">
                  <c:v/>
                </c:pt>
                <c:pt idx="4024">
                  <c:v/>
                </c:pt>
                <c:pt idx="4025">
                  <c:v/>
                </c:pt>
                <c:pt idx="4026">
                  <c:v/>
                </c:pt>
                <c:pt idx="4027">
                  <c:v/>
                </c:pt>
                <c:pt idx="4028">
                  <c:v/>
                </c:pt>
                <c:pt idx="4029">
                  <c:v/>
                </c:pt>
                <c:pt idx="4030">
                  <c:v/>
                </c:pt>
                <c:pt idx="4031">
                  <c:v/>
                </c:pt>
                <c:pt idx="4032">
                  <c:v/>
                </c:pt>
                <c:pt idx="4033">
                  <c:v/>
                </c:pt>
                <c:pt idx="4034">
                  <c:v/>
                </c:pt>
                <c:pt idx="4035">
                  <c:v/>
                </c:pt>
                <c:pt idx="4036">
                  <c:v/>
                </c:pt>
                <c:pt idx="4037">
                  <c:v/>
                </c:pt>
                <c:pt idx="4038">
                  <c:v/>
                </c:pt>
                <c:pt idx="4039">
                  <c:v/>
                </c:pt>
                <c:pt idx="4040">
                  <c:v/>
                </c:pt>
                <c:pt idx="4041">
                  <c:v/>
                </c:pt>
                <c:pt idx="4042">
                  <c:v/>
                </c:pt>
                <c:pt idx="4043">
                  <c:v/>
                </c:pt>
                <c:pt idx="4044">
                  <c:v/>
                </c:pt>
                <c:pt idx="4045">
                  <c:v/>
                </c:pt>
                <c:pt idx="4046">
                  <c:v/>
                </c:pt>
                <c:pt idx="4047">
                  <c:v/>
                </c:pt>
                <c:pt idx="4048">
                  <c:v/>
                </c:pt>
                <c:pt idx="4049">
                  <c:v/>
                </c:pt>
                <c:pt idx="4050">
                  <c:v/>
                </c:pt>
                <c:pt idx="4051">
                  <c:v/>
                </c:pt>
                <c:pt idx="4052">
                  <c:v/>
                </c:pt>
                <c:pt idx="4053">
                  <c:v/>
                </c:pt>
                <c:pt idx="4054">
                  <c:v/>
                </c:pt>
                <c:pt idx="4055">
                  <c:v/>
                </c:pt>
                <c:pt idx="4056">
                  <c:v/>
                </c:pt>
                <c:pt idx="4057">
                  <c:v/>
                </c:pt>
                <c:pt idx="4058">
                  <c:v/>
                </c:pt>
                <c:pt idx="4059">
                  <c:v/>
                </c:pt>
                <c:pt idx="4060">
                  <c:v/>
                </c:pt>
                <c:pt idx="4061">
                  <c:v/>
                </c:pt>
                <c:pt idx="4062">
                  <c:v/>
                </c:pt>
                <c:pt idx="4063">
                  <c:v/>
                </c:pt>
                <c:pt idx="4064">
                  <c:v/>
                </c:pt>
                <c:pt idx="4065">
                  <c:v/>
                </c:pt>
                <c:pt idx="4066">
                  <c:v/>
                </c:pt>
                <c:pt idx="4067">
                  <c:v/>
                </c:pt>
                <c:pt idx="4068">
                  <c:v/>
                </c:pt>
                <c:pt idx="4069">
                  <c:v/>
                </c:pt>
                <c:pt idx="4070">
                  <c:v/>
                </c:pt>
                <c:pt idx="4071">
                  <c:v/>
                </c:pt>
                <c:pt idx="4072">
                  <c:v/>
                </c:pt>
                <c:pt idx="4073">
                  <c:v/>
                </c:pt>
                <c:pt idx="4074">
                  <c:v/>
                </c:pt>
                <c:pt idx="4075">
                  <c:v/>
                </c:pt>
                <c:pt idx="4076">
                  <c:v/>
                </c:pt>
                <c:pt idx="4077">
                  <c:v/>
                </c:pt>
                <c:pt idx="4078">
                  <c:v/>
                </c:pt>
                <c:pt idx="4079">
                  <c:v/>
                </c:pt>
                <c:pt idx="4080">
                  <c:v/>
                </c:pt>
                <c:pt idx="4081">
                  <c:v/>
                </c:pt>
                <c:pt idx="4082">
                  <c:v/>
                </c:pt>
                <c:pt idx="4083">
                  <c:v/>
                </c:pt>
                <c:pt idx="4084">
                  <c:v/>
                </c:pt>
                <c:pt idx="4085">
                  <c:v/>
                </c:pt>
                <c:pt idx="4086">
                  <c:v/>
                </c:pt>
                <c:pt idx="4087">
                  <c:v/>
                </c:pt>
                <c:pt idx="4088">
                  <c:v/>
                </c:pt>
                <c:pt idx="4089">
                  <c:v/>
                </c:pt>
                <c:pt idx="4090">
                  <c:v/>
                </c:pt>
                <c:pt idx="4091">
                  <c:v/>
                </c:pt>
                <c:pt idx="4092">
                  <c:v/>
                </c:pt>
                <c:pt idx="4093">
                  <c:v/>
                </c:pt>
                <c:pt idx="4094">
                  <c:v/>
                </c:pt>
                <c:pt idx="4095">
                  <c:v/>
                </c:pt>
                <c:pt idx="4096">
                  <c:v/>
                </c:pt>
                <c:pt idx="4097">
                  <c:v/>
                </c:pt>
                <c:pt idx="4098">
                  <c:v/>
                </c:pt>
                <c:pt idx="4099">
                  <c:v/>
                </c:pt>
                <c:pt idx="4100">
                  <c:v/>
                </c:pt>
                <c:pt idx="4101">
                  <c:v/>
                </c:pt>
                <c:pt idx="4102">
                  <c:v/>
                </c:pt>
                <c:pt idx="4103">
                  <c:v/>
                </c:pt>
                <c:pt idx="4104">
                  <c:v/>
                </c:pt>
                <c:pt idx="4105">
                  <c:v/>
                </c:pt>
                <c:pt idx="4106">
                  <c:v/>
                </c:pt>
                <c:pt idx="4107">
                  <c:v/>
                </c:pt>
                <c:pt idx="4108">
                  <c:v/>
                </c:pt>
                <c:pt idx="4109">
                  <c:v/>
                </c:pt>
                <c:pt idx="4110">
                  <c:v/>
                </c:pt>
                <c:pt idx="4111">
                  <c:v/>
                </c:pt>
                <c:pt idx="4112">
                  <c:v/>
                </c:pt>
                <c:pt idx="4113">
                  <c:v/>
                </c:pt>
                <c:pt idx="4114">
                  <c:v/>
                </c:pt>
                <c:pt idx="4115">
                  <c:v/>
                </c:pt>
                <c:pt idx="4116">
                  <c:v/>
                </c:pt>
                <c:pt idx="4117">
                  <c:v/>
                </c:pt>
                <c:pt idx="4118">
                  <c:v/>
                </c:pt>
                <c:pt idx="4119">
                  <c:v/>
                </c:pt>
                <c:pt idx="4120">
                  <c:v/>
                </c:pt>
                <c:pt idx="4121">
                  <c:v/>
                </c:pt>
                <c:pt idx="4122">
                  <c:v/>
                </c:pt>
                <c:pt idx="4123">
                  <c:v/>
                </c:pt>
                <c:pt idx="4124">
                  <c:v/>
                </c:pt>
                <c:pt idx="4125">
                  <c:v/>
                </c:pt>
                <c:pt idx="4126">
                  <c:v/>
                </c:pt>
                <c:pt idx="4127">
                  <c:v/>
                </c:pt>
                <c:pt idx="4128">
                  <c:v/>
                </c:pt>
                <c:pt idx="4129">
                  <c:v/>
                </c:pt>
                <c:pt idx="4130">
                  <c:v/>
                </c:pt>
                <c:pt idx="4131">
                  <c:v/>
                </c:pt>
                <c:pt idx="4132">
                  <c:v/>
                </c:pt>
                <c:pt idx="4133">
                  <c:v/>
                </c:pt>
                <c:pt idx="4134">
                  <c:v/>
                </c:pt>
                <c:pt idx="4135">
                  <c:v/>
                </c:pt>
                <c:pt idx="4136">
                  <c:v/>
                </c:pt>
                <c:pt idx="4137">
                  <c:v/>
                </c:pt>
                <c:pt idx="4138">
                  <c:v/>
                </c:pt>
                <c:pt idx="4139">
                  <c:v/>
                </c:pt>
                <c:pt idx="4140">
                  <c:v/>
                </c:pt>
                <c:pt idx="4141">
                  <c:v/>
                </c:pt>
                <c:pt idx="4142">
                  <c:v/>
                </c:pt>
                <c:pt idx="4143">
                  <c:v/>
                </c:pt>
                <c:pt idx="4144">
                  <c:v/>
                </c:pt>
                <c:pt idx="4145">
                  <c:v/>
                </c:pt>
                <c:pt idx="4146">
                  <c:v/>
                </c:pt>
                <c:pt idx="4147">
                  <c:v/>
                </c:pt>
                <c:pt idx="4148">
                  <c:v/>
                </c:pt>
                <c:pt idx="4149">
                  <c:v/>
                </c:pt>
                <c:pt idx="4150">
                  <c:v/>
                </c:pt>
                <c:pt idx="4151">
                  <c:v/>
                </c:pt>
                <c:pt idx="4152">
                  <c:v/>
                </c:pt>
                <c:pt idx="4153">
                  <c:v/>
                </c:pt>
                <c:pt idx="4154">
                  <c:v/>
                </c:pt>
                <c:pt idx="4155">
                  <c:v/>
                </c:pt>
                <c:pt idx="4156">
                  <c:v/>
                </c:pt>
                <c:pt idx="4157">
                  <c:v/>
                </c:pt>
                <c:pt idx="4158">
                  <c:v/>
                </c:pt>
                <c:pt idx="4159">
                  <c:v/>
                </c:pt>
                <c:pt idx="4160">
                  <c:v/>
                </c:pt>
                <c:pt idx="4161">
                  <c:v/>
                </c:pt>
                <c:pt idx="4162">
                  <c:v/>
                </c:pt>
                <c:pt idx="4163">
                  <c:v/>
                </c:pt>
                <c:pt idx="4164">
                  <c:v/>
                </c:pt>
                <c:pt idx="4165">
                  <c:v/>
                </c:pt>
                <c:pt idx="4166">
                  <c:v/>
                </c:pt>
                <c:pt idx="4167">
                  <c:v/>
                </c:pt>
                <c:pt idx="4168">
                  <c:v/>
                </c:pt>
                <c:pt idx="4169">
                  <c:v/>
                </c:pt>
                <c:pt idx="4170">
                  <c:v/>
                </c:pt>
                <c:pt idx="4171">
                  <c:v/>
                </c:pt>
                <c:pt idx="4172">
                  <c:v/>
                </c:pt>
                <c:pt idx="4173">
                  <c:v/>
                </c:pt>
                <c:pt idx="4174">
                  <c:v/>
                </c:pt>
                <c:pt idx="4175">
                  <c:v/>
                </c:pt>
                <c:pt idx="4176">
                  <c:v/>
                </c:pt>
                <c:pt idx="4177">
                  <c:v/>
                </c:pt>
                <c:pt idx="4178">
                  <c:v/>
                </c:pt>
                <c:pt idx="4179">
                  <c:v/>
                </c:pt>
                <c:pt idx="4180">
                  <c:v/>
                </c:pt>
                <c:pt idx="4181">
                  <c:v/>
                </c:pt>
                <c:pt idx="4182">
                  <c:v/>
                </c:pt>
                <c:pt idx="4183">
                  <c:v/>
                </c:pt>
                <c:pt idx="4184">
                  <c:v/>
                </c:pt>
                <c:pt idx="4185">
                  <c:v/>
                </c:pt>
                <c:pt idx="4186">
                  <c:v/>
                </c:pt>
                <c:pt idx="4187">
                  <c:v/>
                </c:pt>
                <c:pt idx="4188">
                  <c:v/>
                </c:pt>
                <c:pt idx="4189">
                  <c:v/>
                </c:pt>
                <c:pt idx="4190">
                  <c:v/>
                </c:pt>
                <c:pt idx="4191">
                  <c:v/>
                </c:pt>
                <c:pt idx="4192">
                  <c:v/>
                </c:pt>
                <c:pt idx="4193">
                  <c:v/>
                </c:pt>
                <c:pt idx="4194">
                  <c:v/>
                </c:pt>
                <c:pt idx="4195">
                  <c:v/>
                </c:pt>
                <c:pt idx="4196">
                  <c:v/>
                </c:pt>
                <c:pt idx="4197">
                  <c:v/>
                </c:pt>
                <c:pt idx="4198">
                  <c:v/>
                </c:pt>
                <c:pt idx="4199">
                  <c:v/>
                </c:pt>
                <c:pt idx="4200">
                  <c:v/>
                </c:pt>
                <c:pt idx="4201">
                  <c:v/>
                </c:pt>
                <c:pt idx="4202">
                  <c:v/>
                </c:pt>
                <c:pt idx="4203">
                  <c:v/>
                </c:pt>
                <c:pt idx="4204">
                  <c:v/>
                </c:pt>
                <c:pt idx="4205">
                  <c:v/>
                </c:pt>
                <c:pt idx="4206">
                  <c:v/>
                </c:pt>
                <c:pt idx="4207">
                  <c:v/>
                </c:pt>
                <c:pt idx="4208">
                  <c:v/>
                </c:pt>
                <c:pt idx="4209">
                  <c:v/>
                </c:pt>
                <c:pt idx="4210">
                  <c:v/>
                </c:pt>
                <c:pt idx="4211">
                  <c:v/>
                </c:pt>
                <c:pt idx="4212">
                  <c:v/>
                </c:pt>
                <c:pt idx="4213">
                  <c:v/>
                </c:pt>
                <c:pt idx="4214">
                  <c:v/>
                </c:pt>
                <c:pt idx="4215">
                  <c:v/>
                </c:pt>
                <c:pt idx="4216">
                  <c:v/>
                </c:pt>
                <c:pt idx="4217">
                  <c:v/>
                </c:pt>
                <c:pt idx="4218">
                  <c:v/>
                </c:pt>
                <c:pt idx="4219">
                  <c:v/>
                </c:pt>
                <c:pt idx="4220">
                  <c:v/>
                </c:pt>
                <c:pt idx="4221">
                  <c:v/>
                </c:pt>
                <c:pt idx="4222">
                  <c:v/>
                </c:pt>
                <c:pt idx="4223">
                  <c:v/>
                </c:pt>
                <c:pt idx="4224">
                  <c:v/>
                </c:pt>
                <c:pt idx="4225">
                  <c:v/>
                </c:pt>
                <c:pt idx="4226">
                  <c:v/>
                </c:pt>
                <c:pt idx="4227">
                  <c:v/>
                </c:pt>
                <c:pt idx="4228">
                  <c:v/>
                </c:pt>
                <c:pt idx="4229">
                  <c:v/>
                </c:pt>
                <c:pt idx="4230">
                  <c:v/>
                </c:pt>
                <c:pt idx="4231">
                  <c:v/>
                </c:pt>
                <c:pt idx="4232">
                  <c:v/>
                </c:pt>
                <c:pt idx="4233">
                  <c:v/>
                </c:pt>
                <c:pt idx="4234">
                  <c:v/>
                </c:pt>
                <c:pt idx="4235">
                  <c:v/>
                </c:pt>
                <c:pt idx="4236">
                  <c:v/>
                </c:pt>
                <c:pt idx="4237">
                  <c:v/>
                </c:pt>
                <c:pt idx="4238">
                  <c:v/>
                </c:pt>
                <c:pt idx="4239">
                  <c:v/>
                </c:pt>
                <c:pt idx="4240">
                  <c:v/>
                </c:pt>
                <c:pt idx="4241">
                  <c:v/>
                </c:pt>
                <c:pt idx="4242">
                  <c:v/>
                </c:pt>
                <c:pt idx="4243">
                  <c:v/>
                </c:pt>
                <c:pt idx="4244">
                  <c:v/>
                </c:pt>
                <c:pt idx="4245">
                  <c:v/>
                </c:pt>
                <c:pt idx="4246">
                  <c:v/>
                </c:pt>
                <c:pt idx="4247">
                  <c:v/>
                </c:pt>
                <c:pt idx="4248">
                  <c:v/>
                </c:pt>
                <c:pt idx="4249">
                  <c:v/>
                </c:pt>
                <c:pt idx="4250">
                  <c:v/>
                </c:pt>
                <c:pt idx="4251">
                  <c:v/>
                </c:pt>
                <c:pt idx="4252">
                  <c:v/>
                </c:pt>
                <c:pt idx="4253">
                  <c:v/>
                </c:pt>
                <c:pt idx="4254">
                  <c:v/>
                </c:pt>
                <c:pt idx="4255">
                  <c:v/>
                </c:pt>
                <c:pt idx="4256">
                  <c:v/>
                </c:pt>
                <c:pt idx="4257">
                  <c:v/>
                </c:pt>
                <c:pt idx="4258">
                  <c:v/>
                </c:pt>
                <c:pt idx="4259">
                  <c:v/>
                </c:pt>
                <c:pt idx="4260">
                  <c:v/>
                </c:pt>
                <c:pt idx="4261">
                  <c:v/>
                </c:pt>
                <c:pt idx="4262">
                  <c:v/>
                </c:pt>
                <c:pt idx="4263">
                  <c:v/>
                </c:pt>
                <c:pt idx="4264">
                  <c:v/>
                </c:pt>
                <c:pt idx="4265">
                  <c:v/>
                </c:pt>
                <c:pt idx="4266">
                  <c:v/>
                </c:pt>
                <c:pt idx="4267">
                  <c:v/>
                </c:pt>
                <c:pt idx="4268">
                  <c:v/>
                </c:pt>
                <c:pt idx="4269">
                  <c:v/>
                </c:pt>
                <c:pt idx="4270">
                  <c:v/>
                </c:pt>
                <c:pt idx="4271">
                  <c:v/>
                </c:pt>
                <c:pt idx="4272">
                  <c:v/>
                </c:pt>
                <c:pt idx="4273">
                  <c:v/>
                </c:pt>
                <c:pt idx="4274">
                  <c:v/>
                </c:pt>
                <c:pt idx="4275">
                  <c:v/>
                </c:pt>
                <c:pt idx="4276">
                  <c:v/>
                </c:pt>
                <c:pt idx="4277">
                  <c:v/>
                </c:pt>
                <c:pt idx="4278">
                  <c:v/>
                </c:pt>
                <c:pt idx="4279">
                  <c:v/>
                </c:pt>
                <c:pt idx="4280">
                  <c:v/>
                </c:pt>
                <c:pt idx="4281">
                  <c:v/>
                </c:pt>
                <c:pt idx="4282">
                  <c:v/>
                </c:pt>
                <c:pt idx="4283">
                  <c:v/>
                </c:pt>
                <c:pt idx="4284">
                  <c:v/>
                </c:pt>
                <c:pt idx="4285">
                  <c:v/>
                </c:pt>
                <c:pt idx="4286">
                  <c:v/>
                </c:pt>
                <c:pt idx="4287">
                  <c:v/>
                </c:pt>
                <c:pt idx="4288">
                  <c:v/>
                </c:pt>
                <c:pt idx="4289">
                  <c:v/>
                </c:pt>
                <c:pt idx="4290">
                  <c:v/>
                </c:pt>
                <c:pt idx="4291">
                  <c:v/>
                </c:pt>
                <c:pt idx="4292">
                  <c:v/>
                </c:pt>
                <c:pt idx="4293">
                  <c:v/>
                </c:pt>
                <c:pt idx="4294">
                  <c:v/>
                </c:pt>
                <c:pt idx="4295">
                  <c:v/>
                </c:pt>
                <c:pt idx="4296">
                  <c:v/>
                </c:pt>
                <c:pt idx="4297">
                  <c:v/>
                </c:pt>
                <c:pt idx="4298">
                  <c:v/>
                </c:pt>
                <c:pt idx="4299">
                  <c:v/>
                </c:pt>
                <c:pt idx="4300">
                  <c:v/>
                </c:pt>
                <c:pt idx="4301">
                  <c:v/>
                </c:pt>
                <c:pt idx="4302">
                  <c:v/>
                </c:pt>
                <c:pt idx="4303">
                  <c:v/>
                </c:pt>
                <c:pt idx="4304">
                  <c:v/>
                </c:pt>
                <c:pt idx="4305">
                  <c:v/>
                </c:pt>
                <c:pt idx="4306">
                  <c:v/>
                </c:pt>
                <c:pt idx="4307">
                  <c:v/>
                </c:pt>
                <c:pt idx="4308">
                  <c:v/>
                </c:pt>
                <c:pt idx="4309">
                  <c:v/>
                </c:pt>
                <c:pt idx="4310">
                  <c:v/>
                </c:pt>
                <c:pt idx="4311">
                  <c:v/>
                </c:pt>
                <c:pt idx="4312">
                  <c:v/>
                </c:pt>
                <c:pt idx="4313">
                  <c:v/>
                </c:pt>
                <c:pt idx="4314">
                  <c:v/>
                </c:pt>
                <c:pt idx="4315">
                  <c:v/>
                </c:pt>
                <c:pt idx="4316">
                  <c:v/>
                </c:pt>
                <c:pt idx="4317">
                  <c:v/>
                </c:pt>
                <c:pt idx="4318">
                  <c:v/>
                </c:pt>
                <c:pt idx="4319">
                  <c:v/>
                </c:pt>
                <c:pt idx="4320">
                  <c:v/>
                </c:pt>
                <c:pt idx="4321">
                  <c:v/>
                </c:pt>
                <c:pt idx="4322">
                  <c:v/>
                </c:pt>
                <c:pt idx="4323">
                  <c:v/>
                </c:pt>
                <c:pt idx="4324">
                  <c:v/>
                </c:pt>
                <c:pt idx="4325">
                  <c:v/>
                </c:pt>
                <c:pt idx="4326">
                  <c:v/>
                </c:pt>
                <c:pt idx="4327">
                  <c:v/>
                </c:pt>
                <c:pt idx="4328">
                  <c:v/>
                </c:pt>
                <c:pt idx="4329">
                  <c:v/>
                </c:pt>
                <c:pt idx="4330">
                  <c:v/>
                </c:pt>
                <c:pt idx="4331">
                  <c:v/>
                </c:pt>
                <c:pt idx="4332">
                  <c:v/>
                </c:pt>
                <c:pt idx="4333">
                  <c:v/>
                </c:pt>
                <c:pt idx="4334">
                  <c:v/>
                </c:pt>
                <c:pt idx="4335">
                  <c:v/>
                </c:pt>
                <c:pt idx="4336">
                  <c:v/>
                </c:pt>
                <c:pt idx="4337">
                  <c:v/>
                </c:pt>
                <c:pt idx="4338">
                  <c:v/>
                </c:pt>
                <c:pt idx="4339">
                  <c:v/>
                </c:pt>
                <c:pt idx="4340">
                  <c:v/>
                </c:pt>
                <c:pt idx="4341">
                  <c:v/>
                </c:pt>
                <c:pt idx="4342">
                  <c:v/>
                </c:pt>
                <c:pt idx="4343">
                  <c:v/>
                </c:pt>
                <c:pt idx="4344">
                  <c:v/>
                </c:pt>
                <c:pt idx="4345">
                  <c:v/>
                </c:pt>
                <c:pt idx="4346">
                  <c:v/>
                </c:pt>
                <c:pt idx="4347">
                  <c:v/>
                </c:pt>
                <c:pt idx="4348">
                  <c:v/>
                </c:pt>
                <c:pt idx="4349">
                  <c:v/>
                </c:pt>
                <c:pt idx="4350">
                  <c:v/>
                </c:pt>
                <c:pt idx="4351">
                  <c:v/>
                </c:pt>
                <c:pt idx="4352">
                  <c:v/>
                </c:pt>
                <c:pt idx="4353">
                  <c:v/>
                </c:pt>
                <c:pt idx="4354">
                  <c:v/>
                </c:pt>
                <c:pt idx="4355">
                  <c:v/>
                </c:pt>
                <c:pt idx="4356">
                  <c:v/>
                </c:pt>
                <c:pt idx="4357">
                  <c:v/>
                </c:pt>
                <c:pt idx="4358">
                  <c:v/>
                </c:pt>
                <c:pt idx="4359">
                  <c:v/>
                </c:pt>
                <c:pt idx="4360">
                  <c:v/>
                </c:pt>
                <c:pt idx="4361">
                  <c:v/>
                </c:pt>
                <c:pt idx="4362">
                  <c:v/>
                </c:pt>
                <c:pt idx="4363">
                  <c:v/>
                </c:pt>
                <c:pt idx="4364">
                  <c:v/>
                </c:pt>
                <c:pt idx="4365">
                  <c:v/>
                </c:pt>
                <c:pt idx="4366">
                  <c:v/>
                </c:pt>
                <c:pt idx="4367">
                  <c:v/>
                </c:pt>
                <c:pt idx="4368">
                  <c:v/>
                </c:pt>
                <c:pt idx="4369">
                  <c:v/>
                </c:pt>
                <c:pt idx="4370">
                  <c:v/>
                </c:pt>
                <c:pt idx="4371">
                  <c:v/>
                </c:pt>
                <c:pt idx="4372">
                  <c:v/>
                </c:pt>
                <c:pt idx="4373">
                  <c:v/>
                </c:pt>
                <c:pt idx="4374">
                  <c:v/>
                </c:pt>
                <c:pt idx="4375">
                  <c:v/>
                </c:pt>
                <c:pt idx="4376">
                  <c:v/>
                </c:pt>
                <c:pt idx="4377">
                  <c:v/>
                </c:pt>
                <c:pt idx="4378">
                  <c:v/>
                </c:pt>
                <c:pt idx="4379">
                  <c:v/>
                </c:pt>
                <c:pt idx="4380">
                  <c:v/>
                </c:pt>
                <c:pt idx="4381">
                  <c:v/>
                </c:pt>
                <c:pt idx="4382">
                  <c:v/>
                </c:pt>
                <c:pt idx="4383">
                  <c:v/>
                </c:pt>
                <c:pt idx="4384">
                  <c:v/>
                </c:pt>
                <c:pt idx="4385">
                  <c:v/>
                </c:pt>
                <c:pt idx="4386">
                  <c:v/>
                </c:pt>
                <c:pt idx="4387">
                  <c:v/>
                </c:pt>
                <c:pt idx="4388">
                  <c:v/>
                </c:pt>
                <c:pt idx="4389">
                  <c:v/>
                </c:pt>
                <c:pt idx="4390">
                  <c:v/>
                </c:pt>
                <c:pt idx="4391">
                  <c:v/>
                </c:pt>
                <c:pt idx="4392">
                  <c:v/>
                </c:pt>
                <c:pt idx="4393">
                  <c:v/>
                </c:pt>
                <c:pt idx="4394">
                  <c:v/>
                </c:pt>
                <c:pt idx="4395">
                  <c:v/>
                </c:pt>
                <c:pt idx="4396">
                  <c:v/>
                </c:pt>
                <c:pt idx="4397">
                  <c:v/>
                </c:pt>
                <c:pt idx="4398">
                  <c:v/>
                </c:pt>
                <c:pt idx="4399">
                  <c:v/>
                </c:pt>
                <c:pt idx="4400">
                  <c:v/>
                </c:pt>
                <c:pt idx="4401">
                  <c:v/>
                </c:pt>
                <c:pt idx="4402">
                  <c:v/>
                </c:pt>
                <c:pt idx="4403">
                  <c:v/>
                </c:pt>
                <c:pt idx="4404">
                  <c:v/>
                </c:pt>
                <c:pt idx="4405">
                  <c:v/>
                </c:pt>
                <c:pt idx="4406">
                  <c:v/>
                </c:pt>
                <c:pt idx="4407">
                  <c:v/>
                </c:pt>
                <c:pt idx="4408">
                  <c:v/>
                </c:pt>
                <c:pt idx="4409">
                  <c:v/>
                </c:pt>
                <c:pt idx="4410">
                  <c:v/>
                </c:pt>
                <c:pt idx="4411">
                  <c:v/>
                </c:pt>
                <c:pt idx="4412">
                  <c:v/>
                </c:pt>
                <c:pt idx="4413">
                  <c:v/>
                </c:pt>
                <c:pt idx="4414">
                  <c:v/>
                </c:pt>
                <c:pt idx="4415">
                  <c:v/>
                </c:pt>
                <c:pt idx="4416">
                  <c:v/>
                </c:pt>
                <c:pt idx="4417">
                  <c:v/>
                </c:pt>
                <c:pt idx="4418">
                  <c:v/>
                </c:pt>
                <c:pt idx="4419">
                  <c:v/>
                </c:pt>
                <c:pt idx="4420">
                  <c:v/>
                </c:pt>
                <c:pt idx="4421">
                  <c:v/>
                </c:pt>
                <c:pt idx="4422">
                  <c:v/>
                </c:pt>
                <c:pt idx="4423">
                  <c:v/>
                </c:pt>
                <c:pt idx="4424">
                  <c:v/>
                </c:pt>
                <c:pt idx="4425">
                  <c:v/>
                </c:pt>
                <c:pt idx="4426">
                  <c:v/>
                </c:pt>
                <c:pt idx="4427">
                  <c:v/>
                </c:pt>
                <c:pt idx="4428">
                  <c:v/>
                </c:pt>
                <c:pt idx="4429">
                  <c:v/>
                </c:pt>
                <c:pt idx="4430">
                  <c:v/>
                </c:pt>
                <c:pt idx="4431">
                  <c:v/>
                </c:pt>
                <c:pt idx="4432">
                  <c:v/>
                </c:pt>
                <c:pt idx="4433">
                  <c:v/>
                </c:pt>
                <c:pt idx="4434">
                  <c:v/>
                </c:pt>
                <c:pt idx="4435">
                  <c:v/>
                </c:pt>
                <c:pt idx="4436">
                  <c:v/>
                </c:pt>
                <c:pt idx="4437">
                  <c:v/>
                </c:pt>
                <c:pt idx="4438">
                  <c:v/>
                </c:pt>
                <c:pt idx="4439">
                  <c:v/>
                </c:pt>
                <c:pt idx="4440">
                  <c:v/>
                </c:pt>
                <c:pt idx="4441">
                  <c:v/>
                </c:pt>
                <c:pt idx="4442">
                  <c:v/>
                </c:pt>
                <c:pt idx="4443">
                  <c:v/>
                </c:pt>
                <c:pt idx="4444">
                  <c:v/>
                </c:pt>
                <c:pt idx="4445">
                  <c:v/>
                </c:pt>
                <c:pt idx="4446">
                  <c:v/>
                </c:pt>
                <c:pt idx="4447">
                  <c:v/>
                </c:pt>
                <c:pt idx="4448">
                  <c:v/>
                </c:pt>
                <c:pt idx="4449">
                  <c:v/>
                </c:pt>
                <c:pt idx="4450">
                  <c:v/>
                </c:pt>
                <c:pt idx="4451">
                  <c:v/>
                </c:pt>
                <c:pt idx="4452">
                  <c:v/>
                </c:pt>
                <c:pt idx="4453">
                  <c:v/>
                </c:pt>
                <c:pt idx="4454">
                  <c:v/>
                </c:pt>
                <c:pt idx="4455">
                  <c:v/>
                </c:pt>
                <c:pt idx="4456">
                  <c:v/>
                </c:pt>
                <c:pt idx="4457">
                  <c:v/>
                </c:pt>
                <c:pt idx="4458">
                  <c:v/>
                </c:pt>
                <c:pt idx="4459">
                  <c:v/>
                </c:pt>
                <c:pt idx="4460">
                  <c:v/>
                </c:pt>
                <c:pt idx="4461">
                  <c:v/>
                </c:pt>
                <c:pt idx="4462">
                  <c:v/>
                </c:pt>
                <c:pt idx="4463">
                  <c:v/>
                </c:pt>
                <c:pt idx="4464">
                  <c:v/>
                </c:pt>
                <c:pt idx="4465">
                  <c:v/>
                </c:pt>
                <c:pt idx="4466">
                  <c:v/>
                </c:pt>
                <c:pt idx="4467">
                  <c:v/>
                </c:pt>
                <c:pt idx="4468">
                  <c:v/>
                </c:pt>
                <c:pt idx="4469">
                  <c:v/>
                </c:pt>
                <c:pt idx="4470">
                  <c:v/>
                </c:pt>
                <c:pt idx="4471">
                  <c:v/>
                </c:pt>
                <c:pt idx="4472">
                  <c:v/>
                </c:pt>
                <c:pt idx="4473">
                  <c:v/>
                </c:pt>
                <c:pt idx="4474">
                  <c:v/>
                </c:pt>
                <c:pt idx="4475">
                  <c:v/>
                </c:pt>
                <c:pt idx="4476">
                  <c:v/>
                </c:pt>
                <c:pt idx="4477">
                  <c:v/>
                </c:pt>
                <c:pt idx="4478">
                  <c:v/>
                </c:pt>
                <c:pt idx="4479">
                  <c:v/>
                </c:pt>
                <c:pt idx="4480">
                  <c:v/>
                </c:pt>
                <c:pt idx="4481">
                  <c:v/>
                </c:pt>
                <c:pt idx="4482">
                  <c:v/>
                </c:pt>
                <c:pt idx="4483">
                  <c:v/>
                </c:pt>
                <c:pt idx="4484">
                  <c:v/>
                </c:pt>
                <c:pt idx="4485">
                  <c:v/>
                </c:pt>
                <c:pt idx="4486">
                  <c:v/>
                </c:pt>
                <c:pt idx="4487">
                  <c:v/>
                </c:pt>
                <c:pt idx="4488">
                  <c:v/>
                </c:pt>
                <c:pt idx="4489">
                  <c:v/>
                </c:pt>
                <c:pt idx="4490">
                  <c:v/>
                </c:pt>
                <c:pt idx="4491">
                  <c:v/>
                </c:pt>
                <c:pt idx="4492">
                  <c:v/>
                </c:pt>
                <c:pt idx="4493">
                  <c:v/>
                </c:pt>
                <c:pt idx="4494">
                  <c:v/>
                </c:pt>
                <c:pt idx="4495">
                  <c:v/>
                </c:pt>
                <c:pt idx="4496">
                  <c:v/>
                </c:pt>
                <c:pt idx="4497">
                  <c:v/>
                </c:pt>
                <c:pt idx="4498">
                  <c:v/>
                </c:pt>
                <c:pt idx="4499">
                  <c:v/>
                </c:pt>
                <c:pt idx="4500">
                  <c:v/>
                </c:pt>
                <c:pt idx="4501">
                  <c:v/>
                </c:pt>
                <c:pt idx="4502">
                  <c:v/>
                </c:pt>
                <c:pt idx="4503">
                  <c:v/>
                </c:pt>
                <c:pt idx="4504">
                  <c:v/>
                </c:pt>
                <c:pt idx="4505">
                  <c:v/>
                </c:pt>
                <c:pt idx="4506">
                  <c:v/>
                </c:pt>
                <c:pt idx="4507">
                  <c:v/>
                </c:pt>
                <c:pt idx="4508">
                  <c:v/>
                </c:pt>
                <c:pt idx="4509">
                  <c:v/>
                </c:pt>
                <c:pt idx="4510">
                  <c:v/>
                </c:pt>
                <c:pt idx="4511">
                  <c:v/>
                </c:pt>
                <c:pt idx="4512">
                  <c:v/>
                </c:pt>
                <c:pt idx="4513">
                  <c:v/>
                </c:pt>
                <c:pt idx="4514">
                  <c:v/>
                </c:pt>
                <c:pt idx="4515">
                  <c:v/>
                </c:pt>
                <c:pt idx="4516">
                  <c:v/>
                </c:pt>
                <c:pt idx="4517">
                  <c:v/>
                </c:pt>
                <c:pt idx="4518">
                  <c:v/>
                </c:pt>
                <c:pt idx="4519">
                  <c:v/>
                </c:pt>
                <c:pt idx="4520">
                  <c:v/>
                </c:pt>
                <c:pt idx="4521">
                  <c:v/>
                </c:pt>
                <c:pt idx="4522">
                  <c:v/>
                </c:pt>
                <c:pt idx="4523">
                  <c:v/>
                </c:pt>
                <c:pt idx="4524">
                  <c:v/>
                </c:pt>
                <c:pt idx="4525">
                  <c:v/>
                </c:pt>
                <c:pt idx="4526">
                  <c:v/>
                </c:pt>
                <c:pt idx="4527">
                  <c:v/>
                </c:pt>
                <c:pt idx="4528">
                  <c:v/>
                </c:pt>
                <c:pt idx="4529">
                  <c:v/>
                </c:pt>
                <c:pt idx="4530">
                  <c:v/>
                </c:pt>
                <c:pt idx="4531">
                  <c:v/>
                </c:pt>
                <c:pt idx="4532">
                  <c:v/>
                </c:pt>
                <c:pt idx="4533">
                  <c:v/>
                </c:pt>
                <c:pt idx="4534">
                  <c:v/>
                </c:pt>
                <c:pt idx="4535">
                  <c:v/>
                </c:pt>
                <c:pt idx="4536">
                  <c:v/>
                </c:pt>
                <c:pt idx="4537">
                  <c:v/>
                </c:pt>
                <c:pt idx="4538">
                  <c:v/>
                </c:pt>
                <c:pt idx="4539">
                  <c:v/>
                </c:pt>
                <c:pt idx="4540">
                  <c:v/>
                </c:pt>
                <c:pt idx="4541">
                  <c:v/>
                </c:pt>
                <c:pt idx="4542">
                  <c:v/>
                </c:pt>
                <c:pt idx="4543">
                  <c:v/>
                </c:pt>
                <c:pt idx="4544">
                  <c:v/>
                </c:pt>
                <c:pt idx="4545">
                  <c:v/>
                </c:pt>
                <c:pt idx="4546">
                  <c:v/>
                </c:pt>
                <c:pt idx="4547">
                  <c:v/>
                </c:pt>
                <c:pt idx="4548">
                  <c:v/>
                </c:pt>
                <c:pt idx="4549">
                  <c:v/>
                </c:pt>
                <c:pt idx="4550">
                  <c:v/>
                </c:pt>
                <c:pt idx="4551">
                  <c:v/>
                </c:pt>
                <c:pt idx="4552">
                  <c:v/>
                </c:pt>
                <c:pt idx="4553">
                  <c:v/>
                </c:pt>
                <c:pt idx="4554">
                  <c:v/>
                </c:pt>
                <c:pt idx="4555">
                  <c:v/>
                </c:pt>
                <c:pt idx="4556">
                  <c:v/>
                </c:pt>
                <c:pt idx="4557">
                  <c:v/>
                </c:pt>
                <c:pt idx="4558">
                  <c:v/>
                </c:pt>
                <c:pt idx="4559">
                  <c:v/>
                </c:pt>
                <c:pt idx="4560">
                  <c:v/>
                </c:pt>
                <c:pt idx="4561">
                  <c:v/>
                </c:pt>
                <c:pt idx="4562">
                  <c:v/>
                </c:pt>
                <c:pt idx="4563">
                  <c:v/>
                </c:pt>
                <c:pt idx="4564">
                  <c:v/>
                </c:pt>
                <c:pt idx="4565">
                  <c:v/>
                </c:pt>
                <c:pt idx="4566">
                  <c:v/>
                </c:pt>
                <c:pt idx="4567">
                  <c:v/>
                </c:pt>
                <c:pt idx="4568">
                  <c:v/>
                </c:pt>
                <c:pt idx="4569">
                  <c:v/>
                </c:pt>
                <c:pt idx="4570">
                  <c:v/>
                </c:pt>
                <c:pt idx="4571">
                  <c:v/>
                </c:pt>
                <c:pt idx="4572">
                  <c:v/>
                </c:pt>
                <c:pt idx="4573">
                  <c:v/>
                </c:pt>
                <c:pt idx="4574">
                  <c:v/>
                </c:pt>
                <c:pt idx="4575">
                  <c:v/>
                </c:pt>
                <c:pt idx="4576">
                  <c:v/>
                </c:pt>
                <c:pt idx="4577">
                  <c:v/>
                </c:pt>
                <c:pt idx="4578">
                  <c:v/>
                </c:pt>
                <c:pt idx="4579">
                  <c:v/>
                </c:pt>
                <c:pt idx="4580">
                  <c:v/>
                </c:pt>
                <c:pt idx="4581">
                  <c:v/>
                </c:pt>
                <c:pt idx="4582">
                  <c:v/>
                </c:pt>
                <c:pt idx="4583">
                  <c:v/>
                </c:pt>
                <c:pt idx="4584">
                  <c:v/>
                </c:pt>
                <c:pt idx="4585">
                  <c:v/>
                </c:pt>
                <c:pt idx="4586">
                  <c:v/>
                </c:pt>
                <c:pt idx="4587">
                  <c:v/>
                </c:pt>
                <c:pt idx="4588">
                  <c:v/>
                </c:pt>
                <c:pt idx="4589">
                  <c:v/>
                </c:pt>
                <c:pt idx="4590">
                  <c:v/>
                </c:pt>
                <c:pt idx="4591">
                  <c:v/>
                </c:pt>
                <c:pt idx="4592">
                  <c:v/>
                </c:pt>
                <c:pt idx="4593">
                  <c:v/>
                </c:pt>
                <c:pt idx="4594">
                  <c:v/>
                </c:pt>
                <c:pt idx="4595">
                  <c:v/>
                </c:pt>
                <c:pt idx="4596">
                  <c:v/>
                </c:pt>
                <c:pt idx="4597">
                  <c:v/>
                </c:pt>
                <c:pt idx="4598">
                  <c:v/>
                </c:pt>
                <c:pt idx="4599">
                  <c:v/>
                </c:pt>
                <c:pt idx="4600">
                  <c:v/>
                </c:pt>
                <c:pt idx="4601">
                  <c:v/>
                </c:pt>
                <c:pt idx="4602">
                  <c:v/>
                </c:pt>
                <c:pt idx="4603">
                  <c:v/>
                </c:pt>
                <c:pt idx="4604">
                  <c:v/>
                </c:pt>
                <c:pt idx="4605">
                  <c:v/>
                </c:pt>
                <c:pt idx="4606">
                  <c:v/>
                </c:pt>
                <c:pt idx="4607">
                  <c:v/>
                </c:pt>
                <c:pt idx="4608">
                  <c:v/>
                </c:pt>
                <c:pt idx="4609">
                  <c:v/>
                </c:pt>
                <c:pt idx="4610">
                  <c:v/>
                </c:pt>
                <c:pt idx="4611">
                  <c:v/>
                </c:pt>
                <c:pt idx="4612">
                  <c:v/>
                </c:pt>
                <c:pt idx="4613">
                  <c:v/>
                </c:pt>
                <c:pt idx="4614">
                  <c:v/>
                </c:pt>
                <c:pt idx="4615">
                  <c:v/>
                </c:pt>
                <c:pt idx="4616">
                  <c:v/>
                </c:pt>
                <c:pt idx="4617">
                  <c:v/>
                </c:pt>
                <c:pt idx="4618">
                  <c:v/>
                </c:pt>
                <c:pt idx="4619">
                  <c:v/>
                </c:pt>
                <c:pt idx="4620">
                  <c:v/>
                </c:pt>
                <c:pt idx="4621">
                  <c:v/>
                </c:pt>
                <c:pt idx="4622">
                  <c:v/>
                </c:pt>
                <c:pt idx="4623">
                  <c:v/>
                </c:pt>
                <c:pt idx="4624">
                  <c:v/>
                </c:pt>
                <c:pt idx="4625">
                  <c:v/>
                </c:pt>
                <c:pt idx="4626">
                  <c:v/>
                </c:pt>
                <c:pt idx="4627">
                  <c:v/>
                </c:pt>
                <c:pt idx="4628">
                  <c:v/>
                </c:pt>
                <c:pt idx="4629">
                  <c:v/>
                </c:pt>
                <c:pt idx="4630">
                  <c:v/>
                </c:pt>
                <c:pt idx="4631">
                  <c:v/>
                </c:pt>
                <c:pt idx="4632">
                  <c:v/>
                </c:pt>
                <c:pt idx="4633">
                  <c:v/>
                </c:pt>
                <c:pt idx="4634">
                  <c:v/>
                </c:pt>
                <c:pt idx="4635">
                  <c:v/>
                </c:pt>
                <c:pt idx="4636">
                  <c:v/>
                </c:pt>
                <c:pt idx="4637">
                  <c:v/>
                </c:pt>
                <c:pt idx="4638">
                  <c:v/>
                </c:pt>
                <c:pt idx="4639">
                  <c:v/>
                </c:pt>
                <c:pt idx="4640">
                  <c:v/>
                </c:pt>
                <c:pt idx="4641">
                  <c:v/>
                </c:pt>
                <c:pt idx="4642">
                  <c:v/>
                </c:pt>
                <c:pt idx="4643">
                  <c:v/>
                </c:pt>
                <c:pt idx="4644">
                  <c:v/>
                </c:pt>
                <c:pt idx="4645">
                  <c:v/>
                </c:pt>
                <c:pt idx="4646">
                  <c:v/>
                </c:pt>
                <c:pt idx="4647">
                  <c:v/>
                </c:pt>
                <c:pt idx="4648">
                  <c:v/>
                </c:pt>
                <c:pt idx="4649">
                  <c:v/>
                </c:pt>
                <c:pt idx="4650">
                  <c:v/>
                </c:pt>
                <c:pt idx="4651">
                  <c:v/>
                </c:pt>
                <c:pt idx="4652">
                  <c:v/>
                </c:pt>
                <c:pt idx="4653">
                  <c:v/>
                </c:pt>
                <c:pt idx="4654">
                  <c:v/>
                </c:pt>
                <c:pt idx="4655">
                  <c:v/>
                </c:pt>
                <c:pt idx="4656">
                  <c:v/>
                </c:pt>
                <c:pt idx="4657">
                  <c:v/>
                </c:pt>
                <c:pt idx="4658">
                  <c:v/>
                </c:pt>
                <c:pt idx="4659">
                  <c:v/>
                </c:pt>
                <c:pt idx="4660">
                  <c:v/>
                </c:pt>
                <c:pt idx="4661">
                  <c:v/>
                </c:pt>
                <c:pt idx="4662">
                  <c:v/>
                </c:pt>
                <c:pt idx="4663">
                  <c:v/>
                </c:pt>
                <c:pt idx="4664">
                  <c:v/>
                </c:pt>
                <c:pt idx="4665">
                  <c:v/>
                </c:pt>
                <c:pt idx="4666">
                  <c:v/>
                </c:pt>
                <c:pt idx="4667">
                  <c:v/>
                </c:pt>
                <c:pt idx="4668">
                  <c:v/>
                </c:pt>
                <c:pt idx="4669">
                  <c:v/>
                </c:pt>
                <c:pt idx="4670">
                  <c:v/>
                </c:pt>
                <c:pt idx="4671">
                  <c:v/>
                </c:pt>
                <c:pt idx="4672">
                  <c:v/>
                </c:pt>
                <c:pt idx="4673">
                  <c:v/>
                </c:pt>
                <c:pt idx="4674">
                  <c:v/>
                </c:pt>
                <c:pt idx="4675">
                  <c:v/>
                </c:pt>
                <c:pt idx="4676">
                  <c:v/>
                </c:pt>
                <c:pt idx="4677">
                  <c:v/>
                </c:pt>
                <c:pt idx="4678">
                  <c:v/>
                </c:pt>
                <c:pt idx="4679">
                  <c:v/>
                </c:pt>
                <c:pt idx="4680">
                  <c:v/>
                </c:pt>
                <c:pt idx="4681">
                  <c:v/>
                </c:pt>
                <c:pt idx="4682">
                  <c:v/>
                </c:pt>
                <c:pt idx="4683">
                  <c:v/>
                </c:pt>
                <c:pt idx="4684">
                  <c:v/>
                </c:pt>
                <c:pt idx="4685">
                  <c:v/>
                </c:pt>
                <c:pt idx="4686">
                  <c:v/>
                </c:pt>
                <c:pt idx="4687">
                  <c:v/>
                </c:pt>
                <c:pt idx="4688">
                  <c:v/>
                </c:pt>
                <c:pt idx="4689">
                  <c:v/>
                </c:pt>
                <c:pt idx="4690">
                  <c:v/>
                </c:pt>
                <c:pt idx="4691">
                  <c:v/>
                </c:pt>
                <c:pt idx="4692">
                  <c:v/>
                </c:pt>
                <c:pt idx="4693">
                  <c:v/>
                </c:pt>
                <c:pt idx="4694">
                  <c:v/>
                </c:pt>
                <c:pt idx="4695">
                  <c:v/>
                </c:pt>
                <c:pt idx="4696">
                  <c:v/>
                </c:pt>
                <c:pt idx="4697">
                  <c:v/>
                </c:pt>
                <c:pt idx="4698">
                  <c:v/>
                </c:pt>
                <c:pt idx="4699">
                  <c:v/>
                </c:pt>
                <c:pt idx="4700">
                  <c:v/>
                </c:pt>
                <c:pt idx="4701">
                  <c:v/>
                </c:pt>
                <c:pt idx="4702">
                  <c:v/>
                </c:pt>
                <c:pt idx="4703">
                  <c:v/>
                </c:pt>
                <c:pt idx="4704">
                  <c:v/>
                </c:pt>
                <c:pt idx="4705">
                  <c:v/>
                </c:pt>
                <c:pt idx="4706">
                  <c:v/>
                </c:pt>
                <c:pt idx="4707">
                  <c:v/>
                </c:pt>
                <c:pt idx="4708">
                  <c:v/>
                </c:pt>
                <c:pt idx="4709">
                  <c:v/>
                </c:pt>
                <c:pt idx="4710">
                  <c:v/>
                </c:pt>
                <c:pt idx="4711">
                  <c:v/>
                </c:pt>
                <c:pt idx="4712">
                  <c:v/>
                </c:pt>
                <c:pt idx="4713">
                  <c:v/>
                </c:pt>
                <c:pt idx="4714">
                  <c:v/>
                </c:pt>
                <c:pt idx="4715">
                  <c:v/>
                </c:pt>
                <c:pt idx="4716">
                  <c:v/>
                </c:pt>
                <c:pt idx="4717">
                  <c:v/>
                </c:pt>
                <c:pt idx="4718">
                  <c:v/>
                </c:pt>
                <c:pt idx="4719">
                  <c:v/>
                </c:pt>
                <c:pt idx="4720">
                  <c:v/>
                </c:pt>
                <c:pt idx="4721">
                  <c:v/>
                </c:pt>
                <c:pt idx="4722">
                  <c:v/>
                </c:pt>
                <c:pt idx="4723">
                  <c:v/>
                </c:pt>
                <c:pt idx="4724">
                  <c:v/>
                </c:pt>
                <c:pt idx="4725">
                  <c:v/>
                </c:pt>
                <c:pt idx="4726">
                  <c:v/>
                </c:pt>
                <c:pt idx="4727">
                  <c:v/>
                </c:pt>
                <c:pt idx="4728">
                  <c:v/>
                </c:pt>
                <c:pt idx="4729">
                  <c:v/>
                </c:pt>
                <c:pt idx="4730">
                  <c:v/>
                </c:pt>
                <c:pt idx="4731">
                  <c:v/>
                </c:pt>
                <c:pt idx="4732">
                  <c:v/>
                </c:pt>
                <c:pt idx="4733">
                  <c:v/>
                </c:pt>
                <c:pt idx="4734">
                  <c:v/>
                </c:pt>
                <c:pt idx="4735">
                  <c:v/>
                </c:pt>
                <c:pt idx="4736">
                  <c:v/>
                </c:pt>
                <c:pt idx="4737">
                  <c:v/>
                </c:pt>
                <c:pt idx="4738">
                  <c:v/>
                </c:pt>
                <c:pt idx="4739">
                  <c:v/>
                </c:pt>
                <c:pt idx="4740">
                  <c:v/>
                </c:pt>
                <c:pt idx="4741">
                  <c:v/>
                </c:pt>
                <c:pt idx="4742">
                  <c:v/>
                </c:pt>
                <c:pt idx="4743">
                  <c:v/>
                </c:pt>
                <c:pt idx="4744">
                  <c:v/>
                </c:pt>
                <c:pt idx="4745">
                  <c:v/>
                </c:pt>
                <c:pt idx="4746">
                  <c:v/>
                </c:pt>
                <c:pt idx="4747">
                  <c:v/>
                </c:pt>
                <c:pt idx="4748">
                  <c:v/>
                </c:pt>
                <c:pt idx="4749">
                  <c:v/>
                </c:pt>
                <c:pt idx="4750">
                  <c:v/>
                </c:pt>
                <c:pt idx="4751">
                  <c:v/>
                </c:pt>
                <c:pt idx="4752">
                  <c:v/>
                </c:pt>
                <c:pt idx="4753">
                  <c:v/>
                </c:pt>
                <c:pt idx="4754">
                  <c:v/>
                </c:pt>
                <c:pt idx="4755">
                  <c:v/>
                </c:pt>
                <c:pt idx="4756">
                  <c:v/>
                </c:pt>
                <c:pt idx="4757">
                  <c:v/>
                </c:pt>
                <c:pt idx="4758">
                  <c:v/>
                </c:pt>
                <c:pt idx="4759">
                  <c:v/>
                </c:pt>
                <c:pt idx="4760">
                  <c:v/>
                </c:pt>
                <c:pt idx="4761">
                  <c:v/>
                </c:pt>
                <c:pt idx="4762">
                  <c:v/>
                </c:pt>
                <c:pt idx="4763">
                  <c:v/>
                </c:pt>
                <c:pt idx="4764">
                  <c:v/>
                </c:pt>
                <c:pt idx="4765">
                  <c:v/>
                </c:pt>
                <c:pt idx="4766">
                  <c:v/>
                </c:pt>
                <c:pt idx="4767">
                  <c:v/>
                </c:pt>
                <c:pt idx="4768">
                  <c:v/>
                </c:pt>
                <c:pt idx="4769">
                  <c:v/>
                </c:pt>
                <c:pt idx="4770">
                  <c:v/>
                </c:pt>
                <c:pt idx="4771">
                  <c:v/>
                </c:pt>
                <c:pt idx="4772">
                  <c:v/>
                </c:pt>
                <c:pt idx="4773">
                  <c:v/>
                </c:pt>
                <c:pt idx="4774">
                  <c:v/>
                </c:pt>
                <c:pt idx="4775">
                  <c:v/>
                </c:pt>
                <c:pt idx="4776">
                  <c:v/>
                </c:pt>
                <c:pt idx="4777">
                  <c:v/>
                </c:pt>
                <c:pt idx="4778">
                  <c:v/>
                </c:pt>
                <c:pt idx="4779">
                  <c:v/>
                </c:pt>
                <c:pt idx="4780">
                  <c:v/>
                </c:pt>
                <c:pt idx="4781">
                  <c:v/>
                </c:pt>
                <c:pt idx="4782">
                  <c:v/>
                </c:pt>
                <c:pt idx="4783">
                  <c:v/>
                </c:pt>
                <c:pt idx="4784">
                  <c:v/>
                </c:pt>
                <c:pt idx="4785">
                  <c:v/>
                </c:pt>
                <c:pt idx="4786">
                  <c:v/>
                </c:pt>
                <c:pt idx="4787">
                  <c:v/>
                </c:pt>
                <c:pt idx="4788">
                  <c:v/>
                </c:pt>
                <c:pt idx="4789">
                  <c:v/>
                </c:pt>
                <c:pt idx="4790">
                  <c:v/>
                </c:pt>
                <c:pt idx="4791">
                  <c:v/>
                </c:pt>
                <c:pt idx="4792">
                  <c:v/>
                </c:pt>
                <c:pt idx="4793">
                  <c:v/>
                </c:pt>
                <c:pt idx="4794">
                  <c:v/>
                </c:pt>
                <c:pt idx="4795">
                  <c:v/>
                </c:pt>
                <c:pt idx="4796">
                  <c:v/>
                </c:pt>
                <c:pt idx="4797">
                  <c:v/>
                </c:pt>
                <c:pt idx="4798">
                  <c:v/>
                </c:pt>
                <c:pt idx="4799">
                  <c:v/>
                </c:pt>
                <c:pt idx="4800">
                  <c:v/>
                </c:pt>
                <c:pt idx="4801">
                  <c:v/>
                </c:pt>
                <c:pt idx="4802">
                  <c:v/>
                </c:pt>
                <c:pt idx="4803">
                  <c:v/>
                </c:pt>
                <c:pt idx="4804">
                  <c:v/>
                </c:pt>
                <c:pt idx="4805">
                  <c:v/>
                </c:pt>
                <c:pt idx="4806">
                  <c:v/>
                </c:pt>
                <c:pt idx="4807">
                  <c:v/>
                </c:pt>
                <c:pt idx="4808">
                  <c:v/>
                </c:pt>
                <c:pt idx="4809">
                  <c:v/>
                </c:pt>
                <c:pt idx="4810">
                  <c:v/>
                </c:pt>
                <c:pt idx="4811">
                  <c:v/>
                </c:pt>
                <c:pt idx="4812">
                  <c:v/>
                </c:pt>
                <c:pt idx="4813">
                  <c:v/>
                </c:pt>
                <c:pt idx="4814">
                  <c:v/>
                </c:pt>
                <c:pt idx="4815">
                  <c:v/>
                </c:pt>
                <c:pt idx="4816">
                  <c:v/>
                </c:pt>
                <c:pt idx="4817">
                  <c:v/>
                </c:pt>
                <c:pt idx="4818">
                  <c:v/>
                </c:pt>
                <c:pt idx="4819">
                  <c:v/>
                </c:pt>
                <c:pt idx="4820">
                  <c:v/>
                </c:pt>
                <c:pt idx="4821">
                  <c:v/>
                </c:pt>
                <c:pt idx="4822">
                  <c:v/>
                </c:pt>
                <c:pt idx="4823">
                  <c:v/>
                </c:pt>
                <c:pt idx="4824">
                  <c:v/>
                </c:pt>
                <c:pt idx="4825">
                  <c:v/>
                </c:pt>
                <c:pt idx="4826">
                  <c:v/>
                </c:pt>
                <c:pt idx="4827">
                  <c:v/>
                </c:pt>
                <c:pt idx="4828">
                  <c:v/>
                </c:pt>
                <c:pt idx="4829">
                  <c:v/>
                </c:pt>
                <c:pt idx="4830">
                  <c:v/>
                </c:pt>
                <c:pt idx="4831">
                  <c:v/>
                </c:pt>
                <c:pt idx="4832">
                  <c:v/>
                </c:pt>
                <c:pt idx="4833">
                  <c:v/>
                </c:pt>
                <c:pt idx="4834">
                  <c:v/>
                </c:pt>
                <c:pt idx="4835">
                  <c:v/>
                </c:pt>
                <c:pt idx="4836">
                  <c:v/>
                </c:pt>
                <c:pt idx="4837">
                  <c:v/>
                </c:pt>
                <c:pt idx="4838">
                  <c:v/>
                </c:pt>
                <c:pt idx="4839">
                  <c:v/>
                </c:pt>
                <c:pt idx="4840">
                  <c:v/>
                </c:pt>
                <c:pt idx="4841">
                  <c:v/>
                </c:pt>
                <c:pt idx="4842">
                  <c:v/>
                </c:pt>
                <c:pt idx="4843">
                  <c:v/>
                </c:pt>
                <c:pt idx="4844">
                  <c:v/>
                </c:pt>
                <c:pt idx="4845">
                  <c:v/>
                </c:pt>
                <c:pt idx="4846">
                  <c:v/>
                </c:pt>
                <c:pt idx="4847">
                  <c:v/>
                </c:pt>
                <c:pt idx="4848">
                  <c:v/>
                </c:pt>
                <c:pt idx="4849">
                  <c:v/>
                </c:pt>
                <c:pt idx="4850">
                  <c:v/>
                </c:pt>
                <c:pt idx="4851">
                  <c:v/>
                </c:pt>
                <c:pt idx="4852">
                  <c:v/>
                </c:pt>
                <c:pt idx="4853">
                  <c:v/>
                </c:pt>
                <c:pt idx="4854">
                  <c:v/>
                </c:pt>
                <c:pt idx="4855">
                  <c:v/>
                </c:pt>
                <c:pt idx="4856">
                  <c:v/>
                </c:pt>
                <c:pt idx="4857">
                  <c:v/>
                </c:pt>
                <c:pt idx="4858">
                  <c:v/>
                </c:pt>
                <c:pt idx="4859">
                  <c:v/>
                </c:pt>
                <c:pt idx="4860">
                  <c:v/>
                </c:pt>
                <c:pt idx="4861">
                  <c:v/>
                </c:pt>
                <c:pt idx="4862">
                  <c:v/>
                </c:pt>
                <c:pt idx="4863">
                  <c:v/>
                </c:pt>
                <c:pt idx="4864">
                  <c:v/>
                </c:pt>
                <c:pt idx="4865">
                  <c:v/>
                </c:pt>
                <c:pt idx="4866">
                  <c:v/>
                </c:pt>
                <c:pt idx="4867">
                  <c:v/>
                </c:pt>
                <c:pt idx="4868">
                  <c:v/>
                </c:pt>
                <c:pt idx="4869">
                  <c:v/>
                </c:pt>
                <c:pt idx="4870">
                  <c:v/>
                </c:pt>
                <c:pt idx="4871">
                  <c:v/>
                </c:pt>
                <c:pt idx="4872">
                  <c:v/>
                </c:pt>
                <c:pt idx="4873">
                  <c:v/>
                </c:pt>
                <c:pt idx="4874">
                  <c:v/>
                </c:pt>
                <c:pt idx="4875">
                  <c:v/>
                </c:pt>
                <c:pt idx="4876">
                  <c:v/>
                </c:pt>
                <c:pt idx="4877">
                  <c:v/>
                </c:pt>
                <c:pt idx="4878">
                  <c:v/>
                </c:pt>
                <c:pt idx="4879">
                  <c:v/>
                </c:pt>
                <c:pt idx="4880">
                  <c:v/>
                </c:pt>
                <c:pt idx="4881">
                  <c:v/>
                </c:pt>
                <c:pt idx="4882">
                  <c:v/>
                </c:pt>
                <c:pt idx="4883">
                  <c:v/>
                </c:pt>
                <c:pt idx="4884">
                  <c:v/>
                </c:pt>
                <c:pt idx="4885">
                  <c:v/>
                </c:pt>
                <c:pt idx="4886">
                  <c:v/>
                </c:pt>
                <c:pt idx="4887">
                  <c:v/>
                </c:pt>
                <c:pt idx="4888">
                  <c:v/>
                </c:pt>
                <c:pt idx="4889">
                  <c:v/>
                </c:pt>
                <c:pt idx="4890">
                  <c:v/>
                </c:pt>
                <c:pt idx="4891">
                  <c:v/>
                </c:pt>
                <c:pt idx="4892">
                  <c:v/>
                </c:pt>
                <c:pt idx="4893">
                  <c:v/>
                </c:pt>
                <c:pt idx="4894">
                  <c:v/>
                </c:pt>
                <c:pt idx="4895">
                  <c:v/>
                </c:pt>
                <c:pt idx="4896">
                  <c:v/>
                </c:pt>
                <c:pt idx="4897">
                  <c:v/>
                </c:pt>
                <c:pt idx="4898">
                  <c:v/>
                </c:pt>
                <c:pt idx="4899">
                  <c:v/>
                </c:pt>
                <c:pt idx="4900">
                  <c:v/>
                </c:pt>
                <c:pt idx="4901">
                  <c:v/>
                </c:pt>
                <c:pt idx="4902">
                  <c:v/>
                </c:pt>
                <c:pt idx="4903">
                  <c:v/>
                </c:pt>
                <c:pt idx="4904">
                  <c:v/>
                </c:pt>
                <c:pt idx="4905">
                  <c:v/>
                </c:pt>
                <c:pt idx="4906">
                  <c:v/>
                </c:pt>
                <c:pt idx="4907">
                  <c:v/>
                </c:pt>
                <c:pt idx="4908">
                  <c:v/>
                </c:pt>
                <c:pt idx="4909">
                  <c:v/>
                </c:pt>
                <c:pt idx="4910">
                  <c:v/>
                </c:pt>
                <c:pt idx="4911">
                  <c:v/>
                </c:pt>
                <c:pt idx="4912">
                  <c:v/>
                </c:pt>
                <c:pt idx="4913">
                  <c:v/>
                </c:pt>
                <c:pt idx="4914">
                  <c:v/>
                </c:pt>
                <c:pt idx="4915">
                  <c:v/>
                </c:pt>
                <c:pt idx="4916">
                  <c:v/>
                </c:pt>
                <c:pt idx="4917">
                  <c:v/>
                </c:pt>
                <c:pt idx="4918">
                  <c:v/>
                </c:pt>
                <c:pt idx="4919">
                  <c:v/>
                </c:pt>
                <c:pt idx="4920">
                  <c:v/>
                </c:pt>
                <c:pt idx="4921">
                  <c:v/>
                </c:pt>
                <c:pt idx="4922">
                  <c:v/>
                </c:pt>
                <c:pt idx="4923">
                  <c:v/>
                </c:pt>
                <c:pt idx="4924">
                  <c:v/>
                </c:pt>
                <c:pt idx="4925">
                  <c:v/>
                </c:pt>
                <c:pt idx="4926">
                  <c:v/>
                </c:pt>
                <c:pt idx="4927">
                  <c:v/>
                </c:pt>
                <c:pt idx="4928">
                  <c:v/>
                </c:pt>
                <c:pt idx="4929">
                  <c:v/>
                </c:pt>
                <c:pt idx="4930">
                  <c:v/>
                </c:pt>
                <c:pt idx="4931">
                  <c:v/>
                </c:pt>
                <c:pt idx="4932">
                  <c:v/>
                </c:pt>
                <c:pt idx="4933">
                  <c:v/>
                </c:pt>
                <c:pt idx="4934">
                  <c:v/>
                </c:pt>
                <c:pt idx="4935">
                  <c:v/>
                </c:pt>
                <c:pt idx="4936">
                  <c:v/>
                </c:pt>
                <c:pt idx="4937">
                  <c:v/>
                </c:pt>
                <c:pt idx="4938">
                  <c:v/>
                </c:pt>
                <c:pt idx="4939">
                  <c:v/>
                </c:pt>
                <c:pt idx="4940">
                  <c:v/>
                </c:pt>
                <c:pt idx="4941">
                  <c:v/>
                </c:pt>
                <c:pt idx="4942">
                  <c:v/>
                </c:pt>
                <c:pt idx="4943">
                  <c:v/>
                </c:pt>
                <c:pt idx="4944">
                  <c:v/>
                </c:pt>
                <c:pt idx="4945">
                  <c:v/>
                </c:pt>
                <c:pt idx="4946">
                  <c:v/>
                </c:pt>
                <c:pt idx="4947">
                  <c:v/>
                </c:pt>
                <c:pt idx="4948">
                  <c:v/>
                </c:pt>
                <c:pt idx="4949">
                  <c:v/>
                </c:pt>
                <c:pt idx="4950">
                  <c:v/>
                </c:pt>
                <c:pt idx="4951">
                  <c:v/>
                </c:pt>
                <c:pt idx="4952">
                  <c:v/>
                </c:pt>
                <c:pt idx="4953">
                  <c:v/>
                </c:pt>
                <c:pt idx="4954">
                  <c:v/>
                </c:pt>
                <c:pt idx="4955">
                  <c:v/>
                </c:pt>
                <c:pt idx="4956">
                  <c:v/>
                </c:pt>
                <c:pt idx="4957">
                  <c:v/>
                </c:pt>
                <c:pt idx="4958">
                  <c:v/>
                </c:pt>
                <c:pt idx="4959">
                  <c:v/>
                </c:pt>
                <c:pt idx="4960">
                  <c:v/>
                </c:pt>
                <c:pt idx="4961">
                  <c:v/>
                </c:pt>
                <c:pt idx="4962">
                  <c:v/>
                </c:pt>
                <c:pt idx="4963">
                  <c:v/>
                </c:pt>
                <c:pt idx="4964">
                  <c:v/>
                </c:pt>
                <c:pt idx="4965">
                  <c:v/>
                </c:pt>
                <c:pt idx="4966">
                  <c:v/>
                </c:pt>
                <c:pt idx="4967">
                  <c:v/>
                </c:pt>
                <c:pt idx="4968">
                  <c:v/>
                </c:pt>
                <c:pt idx="4969">
                  <c:v/>
                </c:pt>
                <c:pt idx="4970">
                  <c:v/>
                </c:pt>
                <c:pt idx="4971">
                  <c:v/>
                </c:pt>
                <c:pt idx="4972">
                  <c:v/>
                </c:pt>
                <c:pt idx="4973">
                  <c:v/>
                </c:pt>
                <c:pt idx="4974">
                  <c:v/>
                </c:pt>
                <c:pt idx="4975">
                  <c:v/>
                </c:pt>
                <c:pt idx="4976">
                  <c:v/>
                </c:pt>
                <c:pt idx="4977">
                  <c:v/>
                </c:pt>
                <c:pt idx="4978">
                  <c:v/>
                </c:pt>
                <c:pt idx="4979">
                  <c:v/>
                </c:pt>
                <c:pt idx="4980">
                  <c:v/>
                </c:pt>
                <c:pt idx="4981">
                  <c:v/>
                </c:pt>
                <c:pt idx="4982">
                  <c:v/>
                </c:pt>
                <c:pt idx="4983">
                  <c:v/>
                </c:pt>
                <c:pt idx="4984">
                  <c:v/>
                </c:pt>
                <c:pt idx="4985">
                  <c:v/>
                </c:pt>
                <c:pt idx="4986">
                  <c:v/>
                </c:pt>
                <c:pt idx="4987">
                  <c:v/>
                </c:pt>
                <c:pt idx="4988">
                  <c:v/>
                </c:pt>
                <c:pt idx="4989">
                  <c:v/>
                </c:pt>
                <c:pt idx="4990">
                  <c:v/>
                </c:pt>
                <c:pt idx="4991">
                  <c:v/>
                </c:pt>
                <c:pt idx="4992">
                  <c:v/>
                </c:pt>
                <c:pt idx="4993">
                  <c:v/>
                </c:pt>
                <c:pt idx="4994">
                  <c:v/>
                </c:pt>
                <c:pt idx="4995">
                  <c:v/>
                </c:pt>
                <c:pt idx="4996">
                  <c:v/>
                </c:pt>
                <c:pt idx="4997">
                  <c:v/>
                </c:pt>
                <c:pt idx="4998">
                  <c:v/>
                </c:pt>
                <c:pt idx="4999">
                  <c:v/>
                </c:pt>
                <c:pt idx="5000">
                  <c:v/>
                </c:pt>
                <c:pt idx="5001">
                  <c:v/>
                </c:pt>
                <c:pt idx="5002">
                  <c:v/>
                </c:pt>
                <c:pt idx="5003">
                  <c:v/>
                </c:pt>
                <c:pt idx="5004">
                  <c:v/>
                </c:pt>
                <c:pt idx="5005">
                  <c:v/>
                </c:pt>
                <c:pt idx="5006">
                  <c:v/>
                </c:pt>
                <c:pt idx="5007">
                  <c:v/>
                </c:pt>
                <c:pt idx="5008">
                  <c:v/>
                </c:pt>
                <c:pt idx="5009">
                  <c:v/>
                </c:pt>
                <c:pt idx="5010">
                  <c:v/>
                </c:pt>
                <c:pt idx="5011">
                  <c:v/>
                </c:pt>
                <c:pt idx="5012">
                  <c:v/>
                </c:pt>
                <c:pt idx="5013">
                  <c:v/>
                </c:pt>
                <c:pt idx="5014">
                  <c:v/>
                </c:pt>
                <c:pt idx="5015">
                  <c:v/>
                </c:pt>
                <c:pt idx="5016">
                  <c:v/>
                </c:pt>
                <c:pt idx="5017">
                  <c:v/>
                </c:pt>
                <c:pt idx="5018">
                  <c:v/>
                </c:pt>
                <c:pt idx="5019">
                  <c:v/>
                </c:pt>
                <c:pt idx="5020">
                  <c:v/>
                </c:pt>
                <c:pt idx="5021">
                  <c:v/>
                </c:pt>
                <c:pt idx="5022">
                  <c:v/>
                </c:pt>
                <c:pt idx="5023">
                  <c:v/>
                </c:pt>
                <c:pt idx="5024">
                  <c:v/>
                </c:pt>
                <c:pt idx="5025">
                  <c:v/>
                </c:pt>
                <c:pt idx="5026">
                  <c:v/>
                </c:pt>
                <c:pt idx="5027">
                  <c:v/>
                </c:pt>
                <c:pt idx="5028">
                  <c:v/>
                </c:pt>
                <c:pt idx="5029">
                  <c:v/>
                </c:pt>
                <c:pt idx="5030">
                  <c:v/>
                </c:pt>
                <c:pt idx="5031">
                  <c:v/>
                </c:pt>
                <c:pt idx="5032">
                  <c:v/>
                </c:pt>
                <c:pt idx="5033">
                  <c:v/>
                </c:pt>
                <c:pt idx="5034">
                  <c:v/>
                </c:pt>
                <c:pt idx="5035">
                  <c:v/>
                </c:pt>
                <c:pt idx="5036">
                  <c:v/>
                </c:pt>
                <c:pt idx="5037">
                  <c:v/>
                </c:pt>
                <c:pt idx="5038">
                  <c:v/>
                </c:pt>
                <c:pt idx="5039">
                  <c:v/>
                </c:pt>
                <c:pt idx="5040">
                  <c:v/>
                </c:pt>
                <c:pt idx="5041">
                  <c:v/>
                </c:pt>
                <c:pt idx="5042">
                  <c:v/>
                </c:pt>
                <c:pt idx="5043">
                  <c:v/>
                </c:pt>
                <c:pt idx="5044">
                  <c:v/>
                </c:pt>
                <c:pt idx="5045">
                  <c:v/>
                </c:pt>
                <c:pt idx="5046">
                  <c:v/>
                </c:pt>
                <c:pt idx="5047">
                  <c:v/>
                </c:pt>
                <c:pt idx="5048">
                  <c:v/>
                </c:pt>
                <c:pt idx="5049">
                  <c:v/>
                </c:pt>
                <c:pt idx="5050">
                  <c:v/>
                </c:pt>
                <c:pt idx="5051">
                  <c:v/>
                </c:pt>
                <c:pt idx="5052">
                  <c:v/>
                </c:pt>
                <c:pt idx="5053">
                  <c:v/>
                </c:pt>
                <c:pt idx="5054">
                  <c:v/>
                </c:pt>
                <c:pt idx="5055">
                  <c:v/>
                </c:pt>
                <c:pt idx="5056">
                  <c:v/>
                </c:pt>
                <c:pt idx="5057">
                  <c:v/>
                </c:pt>
                <c:pt idx="5058">
                  <c:v/>
                </c:pt>
                <c:pt idx="5059">
                  <c:v/>
                </c:pt>
                <c:pt idx="5060">
                  <c:v/>
                </c:pt>
                <c:pt idx="5061">
                  <c:v/>
                </c:pt>
                <c:pt idx="5062">
                  <c:v/>
                </c:pt>
                <c:pt idx="5063">
                  <c:v/>
                </c:pt>
                <c:pt idx="5064">
                  <c:v/>
                </c:pt>
                <c:pt idx="5065">
                  <c:v/>
                </c:pt>
                <c:pt idx="5066">
                  <c:v/>
                </c:pt>
                <c:pt idx="5067">
                  <c:v/>
                </c:pt>
                <c:pt idx="5068">
                  <c:v/>
                </c:pt>
                <c:pt idx="5069">
                  <c:v/>
                </c:pt>
                <c:pt idx="5070">
                  <c:v/>
                </c:pt>
                <c:pt idx="5071">
                  <c:v/>
                </c:pt>
                <c:pt idx="5072">
                  <c:v/>
                </c:pt>
                <c:pt idx="5073">
                  <c:v/>
                </c:pt>
                <c:pt idx="5074">
                  <c:v/>
                </c:pt>
                <c:pt idx="5075">
                  <c:v/>
                </c:pt>
                <c:pt idx="5076">
                  <c:v/>
                </c:pt>
                <c:pt idx="5077">
                  <c:v/>
                </c:pt>
                <c:pt idx="5078">
                  <c:v/>
                </c:pt>
                <c:pt idx="5079">
                  <c:v/>
                </c:pt>
                <c:pt idx="5080">
                  <c:v/>
                </c:pt>
                <c:pt idx="5081">
                  <c:v/>
                </c:pt>
                <c:pt idx="5082">
                  <c:v/>
                </c:pt>
                <c:pt idx="5083">
                  <c:v/>
                </c:pt>
                <c:pt idx="5084">
                  <c:v/>
                </c:pt>
                <c:pt idx="5085">
                  <c:v/>
                </c:pt>
                <c:pt idx="5086">
                  <c:v/>
                </c:pt>
                <c:pt idx="5087">
                  <c:v/>
                </c:pt>
                <c:pt idx="5088">
                  <c:v/>
                </c:pt>
                <c:pt idx="5089">
                  <c:v/>
                </c:pt>
                <c:pt idx="5090">
                  <c:v/>
                </c:pt>
                <c:pt idx="5091">
                  <c:v/>
                </c:pt>
                <c:pt idx="5092">
                  <c:v/>
                </c:pt>
                <c:pt idx="5093">
                  <c:v/>
                </c:pt>
                <c:pt idx="5094">
                  <c:v/>
                </c:pt>
                <c:pt idx="5095">
                  <c:v/>
                </c:pt>
                <c:pt idx="5096">
                  <c:v/>
                </c:pt>
                <c:pt idx="5097">
                  <c:v/>
                </c:pt>
                <c:pt idx="5098">
                  <c:v/>
                </c:pt>
                <c:pt idx="5099">
                  <c:v/>
                </c:pt>
                <c:pt idx="5100">
                  <c:v/>
                </c:pt>
                <c:pt idx="5101">
                  <c:v/>
                </c:pt>
                <c:pt idx="5102">
                  <c:v/>
                </c:pt>
                <c:pt idx="5103">
                  <c:v/>
                </c:pt>
                <c:pt idx="5104">
                  <c:v/>
                </c:pt>
                <c:pt idx="5105">
                  <c:v/>
                </c:pt>
                <c:pt idx="5106">
                  <c:v/>
                </c:pt>
                <c:pt idx="5107">
                  <c:v/>
                </c:pt>
                <c:pt idx="5108">
                  <c:v/>
                </c:pt>
                <c:pt idx="5109">
                  <c:v/>
                </c:pt>
                <c:pt idx="5110">
                  <c:v/>
                </c:pt>
                <c:pt idx="5111">
                  <c:v/>
                </c:pt>
                <c:pt idx="5112">
                  <c:v/>
                </c:pt>
                <c:pt idx="5113">
                  <c:v/>
                </c:pt>
                <c:pt idx="5114">
                  <c:v/>
                </c:pt>
                <c:pt idx="5115">
                  <c:v/>
                </c:pt>
                <c:pt idx="5116">
                  <c:v/>
                </c:pt>
                <c:pt idx="5117">
                  <c:v/>
                </c:pt>
                <c:pt idx="5118">
                  <c:v/>
                </c:pt>
                <c:pt idx="5119">
                  <c:v/>
                </c:pt>
                <c:pt idx="5120">
                  <c:v/>
                </c:pt>
                <c:pt idx="5121">
                  <c:v/>
                </c:pt>
                <c:pt idx="5122">
                  <c:v/>
                </c:pt>
                <c:pt idx="5123">
                  <c:v/>
                </c:pt>
                <c:pt idx="5124">
                  <c:v/>
                </c:pt>
                <c:pt idx="5125">
                  <c:v/>
                </c:pt>
                <c:pt idx="5126">
                  <c:v/>
                </c:pt>
                <c:pt idx="5127">
                  <c:v/>
                </c:pt>
                <c:pt idx="5128">
                  <c:v/>
                </c:pt>
                <c:pt idx="5129">
                  <c:v/>
                </c:pt>
                <c:pt idx="5130">
                  <c:v/>
                </c:pt>
                <c:pt idx="5131">
                  <c:v/>
                </c:pt>
                <c:pt idx="5132">
                  <c:v/>
                </c:pt>
                <c:pt idx="5133">
                  <c:v/>
                </c:pt>
                <c:pt idx="5134">
                  <c:v/>
                </c:pt>
                <c:pt idx="5135">
                  <c:v/>
                </c:pt>
                <c:pt idx="5136">
                  <c:v/>
                </c:pt>
                <c:pt idx="5137">
                  <c:v/>
                </c:pt>
                <c:pt idx="5138">
                  <c:v/>
                </c:pt>
                <c:pt idx="5139">
                  <c:v/>
                </c:pt>
                <c:pt idx="5140">
                  <c:v/>
                </c:pt>
                <c:pt idx="5141">
                  <c:v/>
                </c:pt>
                <c:pt idx="5142">
                  <c:v/>
                </c:pt>
                <c:pt idx="5143">
                  <c:v/>
                </c:pt>
                <c:pt idx="5144">
                  <c:v/>
                </c:pt>
                <c:pt idx="5145">
                  <c:v/>
                </c:pt>
                <c:pt idx="5146">
                  <c:v/>
                </c:pt>
                <c:pt idx="5147">
                  <c:v/>
                </c:pt>
                <c:pt idx="5148">
                  <c:v/>
                </c:pt>
                <c:pt idx="5149">
                  <c:v/>
                </c:pt>
                <c:pt idx="5150">
                  <c:v/>
                </c:pt>
                <c:pt idx="5151">
                  <c:v/>
                </c:pt>
                <c:pt idx="5152">
                  <c:v/>
                </c:pt>
                <c:pt idx="5153">
                  <c:v/>
                </c:pt>
                <c:pt idx="5154">
                  <c:v/>
                </c:pt>
                <c:pt idx="5155">
                  <c:v/>
                </c:pt>
                <c:pt idx="5156">
                  <c:v/>
                </c:pt>
                <c:pt idx="5157">
                  <c:v/>
                </c:pt>
                <c:pt idx="5158">
                  <c:v/>
                </c:pt>
                <c:pt idx="5159">
                  <c:v/>
                </c:pt>
                <c:pt idx="5160">
                  <c:v/>
                </c:pt>
                <c:pt idx="5161">
                  <c:v/>
                </c:pt>
                <c:pt idx="5162">
                  <c:v/>
                </c:pt>
                <c:pt idx="5163">
                  <c:v/>
                </c:pt>
                <c:pt idx="5164">
                  <c:v/>
                </c:pt>
                <c:pt idx="5165">
                  <c:v/>
                </c:pt>
                <c:pt idx="5166">
                  <c:v/>
                </c:pt>
                <c:pt idx="5167">
                  <c:v/>
                </c:pt>
                <c:pt idx="5168">
                  <c:v/>
                </c:pt>
                <c:pt idx="5169">
                  <c:v/>
                </c:pt>
                <c:pt idx="5170">
                  <c:v/>
                </c:pt>
                <c:pt idx="5171">
                  <c:v/>
                </c:pt>
                <c:pt idx="5172">
                  <c:v/>
                </c:pt>
                <c:pt idx="5173">
                  <c:v/>
                </c:pt>
                <c:pt idx="5174">
                  <c:v/>
                </c:pt>
                <c:pt idx="5175">
                  <c:v/>
                </c:pt>
                <c:pt idx="5176">
                  <c:v/>
                </c:pt>
                <c:pt idx="5177">
                  <c:v/>
                </c:pt>
                <c:pt idx="5178">
                  <c:v/>
                </c:pt>
                <c:pt idx="5179">
                  <c:v/>
                </c:pt>
                <c:pt idx="5180">
                  <c:v/>
                </c:pt>
                <c:pt idx="5181">
                  <c:v/>
                </c:pt>
                <c:pt idx="5182">
                  <c:v/>
                </c:pt>
                <c:pt idx="5183">
                  <c:v/>
                </c:pt>
                <c:pt idx="5184">
                  <c:v/>
                </c:pt>
                <c:pt idx="5185">
                  <c:v/>
                </c:pt>
                <c:pt idx="5186">
                  <c:v/>
                </c:pt>
                <c:pt idx="5187">
                  <c:v/>
                </c:pt>
                <c:pt idx="5188">
                  <c:v/>
                </c:pt>
                <c:pt idx="5189">
                  <c:v/>
                </c:pt>
                <c:pt idx="5190">
                  <c:v/>
                </c:pt>
                <c:pt idx="5191">
                  <c:v/>
                </c:pt>
                <c:pt idx="5192">
                  <c:v/>
                </c:pt>
                <c:pt idx="5193">
                  <c:v/>
                </c:pt>
                <c:pt idx="5194">
                  <c:v/>
                </c:pt>
                <c:pt idx="5195">
                  <c:v/>
                </c:pt>
                <c:pt idx="5196">
                  <c:v/>
                </c:pt>
                <c:pt idx="5197">
                  <c:v/>
                </c:pt>
                <c:pt idx="5198">
                  <c:v/>
                </c:pt>
                <c:pt idx="5199">
                  <c:v/>
                </c:pt>
                <c:pt idx="5200">
                  <c:v/>
                </c:pt>
                <c:pt idx="5201">
                  <c:v/>
                </c:pt>
                <c:pt idx="5202">
                  <c:v/>
                </c:pt>
                <c:pt idx="5203">
                  <c:v/>
                </c:pt>
                <c:pt idx="5204">
                  <c:v/>
                </c:pt>
                <c:pt idx="5205">
                  <c:v/>
                </c:pt>
                <c:pt idx="5206">
                  <c:v/>
                </c:pt>
                <c:pt idx="5207">
                  <c:v/>
                </c:pt>
                <c:pt idx="5208">
                  <c:v/>
                </c:pt>
                <c:pt idx="5209">
                  <c:v/>
                </c:pt>
                <c:pt idx="5210">
                  <c:v/>
                </c:pt>
                <c:pt idx="5211">
                  <c:v/>
                </c:pt>
                <c:pt idx="5212">
                  <c:v/>
                </c:pt>
                <c:pt idx="5213">
                  <c:v/>
                </c:pt>
                <c:pt idx="5214">
                  <c:v/>
                </c:pt>
                <c:pt idx="5215">
                  <c:v/>
                </c:pt>
                <c:pt idx="5216">
                  <c:v/>
                </c:pt>
                <c:pt idx="5217">
                  <c:v/>
                </c:pt>
                <c:pt idx="5218">
                  <c:v/>
                </c:pt>
                <c:pt idx="5219">
                  <c:v/>
                </c:pt>
                <c:pt idx="5220">
                  <c:v/>
                </c:pt>
                <c:pt idx="5221">
                  <c:v/>
                </c:pt>
                <c:pt idx="5222">
                  <c:v/>
                </c:pt>
                <c:pt idx="5223">
                  <c:v/>
                </c:pt>
                <c:pt idx="5224">
                  <c:v/>
                </c:pt>
                <c:pt idx="5225">
                  <c:v/>
                </c:pt>
                <c:pt idx="5226">
                  <c:v/>
                </c:pt>
                <c:pt idx="5227">
                  <c:v/>
                </c:pt>
                <c:pt idx="5228">
                  <c:v/>
                </c:pt>
                <c:pt idx="5229">
                  <c:v/>
                </c:pt>
                <c:pt idx="5230">
                  <c:v/>
                </c:pt>
                <c:pt idx="5231">
                  <c:v/>
                </c:pt>
                <c:pt idx="5232">
                  <c:v/>
                </c:pt>
                <c:pt idx="5233">
                  <c:v/>
                </c:pt>
                <c:pt idx="5234">
                  <c:v/>
                </c:pt>
                <c:pt idx="5235">
                  <c:v/>
                </c:pt>
                <c:pt idx="5236">
                  <c:v/>
                </c:pt>
                <c:pt idx="5237">
                  <c:v/>
                </c:pt>
                <c:pt idx="5238">
                  <c:v/>
                </c:pt>
                <c:pt idx="5239">
                  <c:v/>
                </c:pt>
                <c:pt idx="5240">
                  <c:v/>
                </c:pt>
                <c:pt idx="5241">
                  <c:v/>
                </c:pt>
                <c:pt idx="5242">
                  <c:v/>
                </c:pt>
                <c:pt idx="5243">
                  <c:v/>
                </c:pt>
                <c:pt idx="5244">
                  <c:v/>
                </c:pt>
                <c:pt idx="5245">
                  <c:v/>
                </c:pt>
                <c:pt idx="5246">
                  <c:v/>
                </c:pt>
                <c:pt idx="5247">
                  <c:v/>
                </c:pt>
                <c:pt idx="5248">
                  <c:v/>
                </c:pt>
                <c:pt idx="5249">
                  <c:v/>
                </c:pt>
                <c:pt idx="5250">
                  <c:v/>
                </c:pt>
                <c:pt idx="5251">
                  <c:v/>
                </c:pt>
                <c:pt idx="5252">
                  <c:v/>
                </c:pt>
                <c:pt idx="5253">
                  <c:v/>
                </c:pt>
                <c:pt idx="5254">
                  <c:v/>
                </c:pt>
                <c:pt idx="5255">
                  <c:v/>
                </c:pt>
                <c:pt idx="5256">
                  <c:v/>
                </c:pt>
                <c:pt idx="5257">
                  <c:v/>
                </c:pt>
                <c:pt idx="5258">
                  <c:v/>
                </c:pt>
                <c:pt idx="5259">
                  <c:v/>
                </c:pt>
                <c:pt idx="5260">
                  <c:v/>
                </c:pt>
                <c:pt idx="5261">
                  <c:v/>
                </c:pt>
                <c:pt idx="5262">
                  <c:v/>
                </c:pt>
                <c:pt idx="5263">
                  <c:v/>
                </c:pt>
                <c:pt idx="5264">
                  <c:v/>
                </c:pt>
                <c:pt idx="5265">
                  <c:v/>
                </c:pt>
                <c:pt idx="5266">
                  <c:v/>
                </c:pt>
                <c:pt idx="5267">
                  <c:v/>
                </c:pt>
                <c:pt idx="5268">
                  <c:v/>
                </c:pt>
                <c:pt idx="5269">
                  <c:v/>
                </c:pt>
                <c:pt idx="5270">
                  <c:v/>
                </c:pt>
                <c:pt idx="5271">
                  <c:v/>
                </c:pt>
                <c:pt idx="5272">
                  <c:v/>
                </c:pt>
                <c:pt idx="5273">
                  <c:v/>
                </c:pt>
                <c:pt idx="5274">
                  <c:v/>
                </c:pt>
                <c:pt idx="5275">
                  <c:v/>
                </c:pt>
                <c:pt idx="5276">
                  <c:v/>
                </c:pt>
                <c:pt idx="5277">
                  <c:v/>
                </c:pt>
                <c:pt idx="5278">
                  <c:v/>
                </c:pt>
                <c:pt idx="5279">
                  <c:v/>
                </c:pt>
                <c:pt idx="5280">
                  <c:v/>
                </c:pt>
                <c:pt idx="5281">
                  <c:v/>
                </c:pt>
                <c:pt idx="5282">
                  <c:v/>
                </c:pt>
                <c:pt idx="5283">
                  <c:v/>
                </c:pt>
                <c:pt idx="5284">
                  <c:v/>
                </c:pt>
                <c:pt idx="5285">
                  <c:v/>
                </c:pt>
                <c:pt idx="5286">
                  <c:v/>
                </c:pt>
                <c:pt idx="5287">
                  <c:v/>
                </c:pt>
                <c:pt idx="5288">
                  <c:v/>
                </c:pt>
                <c:pt idx="5289">
                  <c:v/>
                </c:pt>
                <c:pt idx="5290">
                  <c:v/>
                </c:pt>
                <c:pt idx="5291">
                  <c:v/>
                </c:pt>
                <c:pt idx="5292">
                  <c:v/>
                </c:pt>
                <c:pt idx="5293">
                  <c:v/>
                </c:pt>
                <c:pt idx="5294">
                  <c:v/>
                </c:pt>
                <c:pt idx="5295">
                  <c:v/>
                </c:pt>
                <c:pt idx="5296">
                  <c:v/>
                </c:pt>
                <c:pt idx="5297">
                  <c:v/>
                </c:pt>
                <c:pt idx="5298">
                  <c:v/>
                </c:pt>
                <c:pt idx="5299">
                  <c:v/>
                </c:pt>
                <c:pt idx="5300">
                  <c:v/>
                </c:pt>
                <c:pt idx="5301">
                  <c:v/>
                </c:pt>
                <c:pt idx="5302">
                  <c:v/>
                </c:pt>
                <c:pt idx="5303">
                  <c:v/>
                </c:pt>
                <c:pt idx="5304">
                  <c:v/>
                </c:pt>
                <c:pt idx="5305">
                  <c:v/>
                </c:pt>
                <c:pt idx="5306">
                  <c:v/>
                </c:pt>
                <c:pt idx="5307">
                  <c:v/>
                </c:pt>
                <c:pt idx="5308">
                  <c:v/>
                </c:pt>
                <c:pt idx="5309">
                  <c:v/>
                </c:pt>
                <c:pt idx="5310">
                  <c:v/>
                </c:pt>
                <c:pt idx="5311">
                  <c:v/>
                </c:pt>
                <c:pt idx="5312">
                  <c:v/>
                </c:pt>
                <c:pt idx="5313">
                  <c:v/>
                </c:pt>
                <c:pt idx="5314">
                  <c:v/>
                </c:pt>
                <c:pt idx="5315">
                  <c:v/>
                </c:pt>
                <c:pt idx="5316">
                  <c:v/>
                </c:pt>
                <c:pt idx="5317">
                  <c:v/>
                </c:pt>
                <c:pt idx="5318">
                  <c:v/>
                </c:pt>
                <c:pt idx="5319">
                  <c:v/>
                </c:pt>
                <c:pt idx="5320">
                  <c:v/>
                </c:pt>
                <c:pt idx="5321">
                  <c:v/>
                </c:pt>
                <c:pt idx="5322">
                  <c:v/>
                </c:pt>
                <c:pt idx="5323">
                  <c:v/>
                </c:pt>
                <c:pt idx="5324">
                  <c:v/>
                </c:pt>
                <c:pt idx="5325">
                  <c:v/>
                </c:pt>
                <c:pt idx="5326">
                  <c:v/>
                </c:pt>
                <c:pt idx="5327">
                  <c:v/>
                </c:pt>
                <c:pt idx="5328">
                  <c:v/>
                </c:pt>
                <c:pt idx="5329">
                  <c:v/>
                </c:pt>
                <c:pt idx="5330">
                  <c:v/>
                </c:pt>
                <c:pt idx="5331">
                  <c:v/>
                </c:pt>
                <c:pt idx="5332">
                  <c:v/>
                </c:pt>
                <c:pt idx="5333">
                  <c:v/>
                </c:pt>
                <c:pt idx="5334">
                  <c:v/>
                </c:pt>
                <c:pt idx="5335">
                  <c:v/>
                </c:pt>
                <c:pt idx="5336">
                  <c:v/>
                </c:pt>
                <c:pt idx="5337">
                  <c:v/>
                </c:pt>
                <c:pt idx="5338">
                  <c:v/>
                </c:pt>
                <c:pt idx="5339">
                  <c:v/>
                </c:pt>
                <c:pt idx="5340">
                  <c:v/>
                </c:pt>
                <c:pt idx="5341">
                  <c:v/>
                </c:pt>
                <c:pt idx="5342">
                  <c:v/>
                </c:pt>
                <c:pt idx="5343">
                  <c:v/>
                </c:pt>
                <c:pt idx="5344">
                  <c:v/>
                </c:pt>
                <c:pt idx="5345">
                  <c:v/>
                </c:pt>
                <c:pt idx="5346">
                  <c:v/>
                </c:pt>
                <c:pt idx="5347">
                  <c:v/>
                </c:pt>
                <c:pt idx="5348">
                  <c:v/>
                </c:pt>
                <c:pt idx="5349">
                  <c:v/>
                </c:pt>
                <c:pt idx="5350">
                  <c:v/>
                </c:pt>
                <c:pt idx="5351">
                  <c:v/>
                </c:pt>
                <c:pt idx="5352">
                  <c:v/>
                </c:pt>
                <c:pt idx="5353">
                  <c:v/>
                </c:pt>
                <c:pt idx="5354">
                  <c:v/>
                </c:pt>
                <c:pt idx="5355">
                  <c:v/>
                </c:pt>
                <c:pt idx="5356">
                  <c:v/>
                </c:pt>
                <c:pt idx="5357">
                  <c:v/>
                </c:pt>
                <c:pt idx="5358">
                  <c:v/>
                </c:pt>
                <c:pt idx="5359">
                  <c:v/>
                </c:pt>
                <c:pt idx="5360">
                  <c:v/>
                </c:pt>
                <c:pt idx="5361">
                  <c:v/>
                </c:pt>
                <c:pt idx="5362">
                  <c:v/>
                </c:pt>
                <c:pt idx="5363">
                  <c:v/>
                </c:pt>
                <c:pt idx="5364">
                  <c:v/>
                </c:pt>
                <c:pt idx="5365">
                  <c:v/>
                </c:pt>
                <c:pt idx="5366">
                  <c:v/>
                </c:pt>
                <c:pt idx="5367">
                  <c:v/>
                </c:pt>
                <c:pt idx="5368">
                  <c:v/>
                </c:pt>
                <c:pt idx="5369">
                  <c:v/>
                </c:pt>
                <c:pt idx="5370">
                  <c:v/>
                </c:pt>
                <c:pt idx="5371">
                  <c:v/>
                </c:pt>
                <c:pt idx="5372">
                  <c:v/>
                </c:pt>
                <c:pt idx="5373">
                  <c:v/>
                </c:pt>
                <c:pt idx="5374">
                  <c:v/>
                </c:pt>
                <c:pt idx="5375">
                  <c:v/>
                </c:pt>
                <c:pt idx="5376">
                  <c:v/>
                </c:pt>
                <c:pt idx="5377">
                  <c:v/>
                </c:pt>
                <c:pt idx="5378">
                  <c:v/>
                </c:pt>
                <c:pt idx="5379">
                  <c:v/>
                </c:pt>
                <c:pt idx="5380">
                  <c:v/>
                </c:pt>
                <c:pt idx="5381">
                  <c:v/>
                </c:pt>
                <c:pt idx="5382">
                  <c:v/>
                </c:pt>
                <c:pt idx="5383">
                  <c:v/>
                </c:pt>
                <c:pt idx="5384">
                  <c:v/>
                </c:pt>
                <c:pt idx="5385">
                  <c:v/>
                </c:pt>
                <c:pt idx="5386">
                  <c:v/>
                </c:pt>
                <c:pt idx="5387">
                  <c:v/>
                </c:pt>
                <c:pt idx="5388">
                  <c:v/>
                </c:pt>
                <c:pt idx="5389">
                  <c:v/>
                </c:pt>
                <c:pt idx="5390">
                  <c:v/>
                </c:pt>
                <c:pt idx="5391">
                  <c:v/>
                </c:pt>
                <c:pt idx="5392">
                  <c:v/>
                </c:pt>
                <c:pt idx="5393">
                  <c:v/>
                </c:pt>
                <c:pt idx="5394">
                  <c:v/>
                </c:pt>
                <c:pt idx="5395">
                  <c:v/>
                </c:pt>
                <c:pt idx="5396">
                  <c:v/>
                </c:pt>
                <c:pt idx="5397">
                  <c:v/>
                </c:pt>
                <c:pt idx="5398">
                  <c:v/>
                </c:pt>
                <c:pt idx="5399">
                  <c:v/>
                </c:pt>
                <c:pt idx="5400">
                  <c:v/>
                </c:pt>
                <c:pt idx="5401">
                  <c:v/>
                </c:pt>
                <c:pt idx="5402">
                  <c:v/>
                </c:pt>
                <c:pt idx="5403">
                  <c:v/>
                </c:pt>
                <c:pt idx="5404">
                  <c:v/>
                </c:pt>
                <c:pt idx="5405">
                  <c:v/>
                </c:pt>
                <c:pt idx="5406">
                  <c:v/>
                </c:pt>
                <c:pt idx="5407">
                  <c:v/>
                </c:pt>
                <c:pt idx="5408">
                  <c:v/>
                </c:pt>
                <c:pt idx="5409">
                  <c:v/>
                </c:pt>
                <c:pt idx="5410">
                  <c:v/>
                </c:pt>
                <c:pt idx="5411">
                  <c:v/>
                </c:pt>
                <c:pt idx="5412">
                  <c:v/>
                </c:pt>
                <c:pt idx="5413">
                  <c:v/>
                </c:pt>
                <c:pt idx="5414">
                  <c:v/>
                </c:pt>
                <c:pt idx="5415">
                  <c:v/>
                </c:pt>
                <c:pt idx="5416">
                  <c:v/>
                </c:pt>
                <c:pt idx="5417">
                  <c:v/>
                </c:pt>
                <c:pt idx="5418">
                  <c:v/>
                </c:pt>
                <c:pt idx="5419">
                  <c:v/>
                </c:pt>
                <c:pt idx="5420">
                  <c:v/>
                </c:pt>
                <c:pt idx="5421">
                  <c:v/>
                </c:pt>
                <c:pt idx="5422">
                  <c:v/>
                </c:pt>
                <c:pt idx="5423">
                  <c:v/>
                </c:pt>
                <c:pt idx="5424">
                  <c:v/>
                </c:pt>
                <c:pt idx="5425">
                  <c:v/>
                </c:pt>
                <c:pt idx="5426">
                  <c:v/>
                </c:pt>
                <c:pt idx="5427">
                  <c:v/>
                </c:pt>
                <c:pt idx="5428">
                  <c:v/>
                </c:pt>
                <c:pt idx="5429">
                  <c:v/>
                </c:pt>
                <c:pt idx="5430">
                  <c:v/>
                </c:pt>
                <c:pt idx="5431">
                  <c:v/>
                </c:pt>
                <c:pt idx="5432">
                  <c:v/>
                </c:pt>
                <c:pt idx="5433">
                  <c:v/>
                </c:pt>
                <c:pt idx="5434">
                  <c:v/>
                </c:pt>
                <c:pt idx="5435">
                  <c:v/>
                </c:pt>
                <c:pt idx="5436">
                  <c:v/>
                </c:pt>
                <c:pt idx="5437">
                  <c:v/>
                </c:pt>
                <c:pt idx="5438">
                  <c:v/>
                </c:pt>
                <c:pt idx="5439">
                  <c:v/>
                </c:pt>
                <c:pt idx="5440">
                  <c:v/>
                </c:pt>
                <c:pt idx="5441">
                  <c:v/>
                </c:pt>
                <c:pt idx="5442">
                  <c:v/>
                </c:pt>
                <c:pt idx="5443">
                  <c:v/>
                </c:pt>
                <c:pt idx="5444">
                  <c:v/>
                </c:pt>
                <c:pt idx="5445">
                  <c:v/>
                </c:pt>
                <c:pt idx="5446">
                  <c:v/>
                </c:pt>
                <c:pt idx="5447">
                  <c:v/>
                </c:pt>
                <c:pt idx="5448">
                  <c:v/>
                </c:pt>
                <c:pt idx="5449">
                  <c:v/>
                </c:pt>
                <c:pt idx="5450">
                  <c:v/>
                </c:pt>
                <c:pt idx="5451">
                  <c:v/>
                </c:pt>
                <c:pt idx="5452">
                  <c:v/>
                </c:pt>
                <c:pt idx="5453">
                  <c:v/>
                </c:pt>
                <c:pt idx="5454">
                  <c:v/>
                </c:pt>
                <c:pt idx="5455">
                  <c:v/>
                </c:pt>
                <c:pt idx="5456">
                  <c:v/>
                </c:pt>
                <c:pt idx="5457">
                  <c:v/>
                </c:pt>
                <c:pt idx="5458">
                  <c:v/>
                </c:pt>
                <c:pt idx="5459">
                  <c:v/>
                </c:pt>
                <c:pt idx="5460">
                  <c:v/>
                </c:pt>
                <c:pt idx="5461">
                  <c:v/>
                </c:pt>
                <c:pt idx="5462">
                  <c:v/>
                </c:pt>
                <c:pt idx="5463">
                  <c:v/>
                </c:pt>
                <c:pt idx="5464">
                  <c:v/>
                </c:pt>
                <c:pt idx="5465">
                  <c:v/>
                </c:pt>
                <c:pt idx="5466">
                  <c:v/>
                </c:pt>
                <c:pt idx="5467">
                  <c:v/>
                </c:pt>
                <c:pt idx="5468">
                  <c:v/>
                </c:pt>
                <c:pt idx="5469">
                  <c:v/>
                </c:pt>
                <c:pt idx="5470">
                  <c:v/>
                </c:pt>
                <c:pt idx="5471">
                  <c:v/>
                </c:pt>
                <c:pt idx="5472">
                  <c:v/>
                </c:pt>
                <c:pt idx="5473">
                  <c:v/>
                </c:pt>
                <c:pt idx="5474">
                  <c:v/>
                </c:pt>
                <c:pt idx="5475">
                  <c:v/>
                </c:pt>
                <c:pt idx="5476">
                  <c:v/>
                </c:pt>
                <c:pt idx="5477">
                  <c:v/>
                </c:pt>
                <c:pt idx="5478">
                  <c:v/>
                </c:pt>
                <c:pt idx="5479">
                  <c:v/>
                </c:pt>
                <c:pt idx="5480">
                  <c:v/>
                </c:pt>
                <c:pt idx="5481">
                  <c:v/>
                </c:pt>
                <c:pt idx="5482">
                  <c:v/>
                </c:pt>
                <c:pt idx="5483">
                  <c:v/>
                </c:pt>
                <c:pt idx="5484">
                  <c:v/>
                </c:pt>
                <c:pt idx="5485">
                  <c:v/>
                </c:pt>
                <c:pt idx="5486">
                  <c:v/>
                </c:pt>
                <c:pt idx="5487">
                  <c:v/>
                </c:pt>
                <c:pt idx="5488">
                  <c:v/>
                </c:pt>
                <c:pt idx="5489">
                  <c:v/>
                </c:pt>
                <c:pt idx="5490">
                  <c:v/>
                </c:pt>
                <c:pt idx="5491">
                  <c:v/>
                </c:pt>
                <c:pt idx="5492">
                  <c:v/>
                </c:pt>
                <c:pt idx="5493">
                  <c:v/>
                </c:pt>
                <c:pt idx="5494">
                  <c:v/>
                </c:pt>
                <c:pt idx="5495">
                  <c:v/>
                </c:pt>
                <c:pt idx="5496">
                  <c:v/>
                </c:pt>
                <c:pt idx="5497">
                  <c:v/>
                </c:pt>
                <c:pt idx="5498">
                  <c:v/>
                </c:pt>
                <c:pt idx="5499">
                  <c:v/>
                </c:pt>
                <c:pt idx="5500">
                  <c:v/>
                </c:pt>
                <c:pt idx="5501">
                  <c:v/>
                </c:pt>
                <c:pt idx="5502">
                  <c:v/>
                </c:pt>
                <c:pt idx="5503">
                  <c:v/>
                </c:pt>
                <c:pt idx="5504">
                  <c:v/>
                </c:pt>
                <c:pt idx="5505">
                  <c:v/>
                </c:pt>
                <c:pt idx="5506">
                  <c:v/>
                </c:pt>
                <c:pt idx="5507">
                  <c:v/>
                </c:pt>
                <c:pt idx="5508">
                  <c:v/>
                </c:pt>
                <c:pt idx="5509">
                  <c:v/>
                </c:pt>
                <c:pt idx="5510">
                  <c:v/>
                </c:pt>
                <c:pt idx="5511">
                  <c:v/>
                </c:pt>
                <c:pt idx="5512">
                  <c:v/>
                </c:pt>
                <c:pt idx="5513">
                  <c:v/>
                </c:pt>
                <c:pt idx="5514">
                  <c:v/>
                </c:pt>
                <c:pt idx="5515">
                  <c:v/>
                </c:pt>
                <c:pt idx="5516">
                  <c:v/>
                </c:pt>
                <c:pt idx="5517">
                  <c:v/>
                </c:pt>
                <c:pt idx="5518">
                  <c:v/>
                </c:pt>
                <c:pt idx="5519">
                  <c:v/>
                </c:pt>
                <c:pt idx="5520">
                  <c:v/>
                </c:pt>
                <c:pt idx="5521">
                  <c:v/>
                </c:pt>
                <c:pt idx="5522">
                  <c:v/>
                </c:pt>
                <c:pt idx="5523">
                  <c:v/>
                </c:pt>
                <c:pt idx="5524">
                  <c:v/>
                </c:pt>
                <c:pt idx="5525">
                  <c:v/>
                </c:pt>
                <c:pt idx="5526">
                  <c:v/>
                </c:pt>
                <c:pt idx="5527">
                  <c:v/>
                </c:pt>
                <c:pt idx="5528">
                  <c:v/>
                </c:pt>
                <c:pt idx="5529">
                  <c:v/>
                </c:pt>
                <c:pt idx="5530">
                  <c:v/>
                </c:pt>
                <c:pt idx="5531">
                  <c:v/>
                </c:pt>
                <c:pt idx="5532">
                  <c:v/>
                </c:pt>
                <c:pt idx="5533">
                  <c:v/>
                </c:pt>
                <c:pt idx="5534">
                  <c:v/>
                </c:pt>
                <c:pt idx="5535">
                  <c:v/>
                </c:pt>
                <c:pt idx="5536">
                  <c:v/>
                </c:pt>
                <c:pt idx="5537">
                  <c:v/>
                </c:pt>
                <c:pt idx="5538">
                  <c:v/>
                </c:pt>
                <c:pt idx="5539">
                  <c:v/>
                </c:pt>
                <c:pt idx="5540">
                  <c:v/>
                </c:pt>
                <c:pt idx="5541">
                  <c:v/>
                </c:pt>
                <c:pt idx="5542">
                  <c:v/>
                </c:pt>
                <c:pt idx="5543">
                  <c:v/>
                </c:pt>
                <c:pt idx="5544">
                  <c:v/>
                </c:pt>
                <c:pt idx="5545">
                  <c:v/>
                </c:pt>
                <c:pt idx="5546">
                  <c:v/>
                </c:pt>
                <c:pt idx="5547">
                  <c:v/>
                </c:pt>
                <c:pt idx="5548">
                  <c:v/>
                </c:pt>
                <c:pt idx="5549">
                  <c:v/>
                </c:pt>
                <c:pt idx="5550">
                  <c:v/>
                </c:pt>
                <c:pt idx="5551">
                  <c:v/>
                </c:pt>
                <c:pt idx="5552">
                  <c:v/>
                </c:pt>
                <c:pt idx="5553">
                  <c:v/>
                </c:pt>
                <c:pt idx="5554">
                  <c:v/>
                </c:pt>
                <c:pt idx="5555">
                  <c:v/>
                </c:pt>
                <c:pt idx="5556">
                  <c:v/>
                </c:pt>
                <c:pt idx="5557">
                  <c:v/>
                </c:pt>
                <c:pt idx="5558">
                  <c:v/>
                </c:pt>
                <c:pt idx="5559">
                  <c:v/>
                </c:pt>
                <c:pt idx="5560">
                  <c:v/>
                </c:pt>
                <c:pt idx="5561">
                  <c:v/>
                </c:pt>
                <c:pt idx="5562">
                  <c:v/>
                </c:pt>
                <c:pt idx="5563">
                  <c:v/>
                </c:pt>
                <c:pt idx="5564">
                  <c:v/>
                </c:pt>
                <c:pt idx="5565">
                  <c:v/>
                </c:pt>
                <c:pt idx="5566">
                  <c:v/>
                </c:pt>
                <c:pt idx="5567">
                  <c:v/>
                </c:pt>
                <c:pt idx="5568">
                  <c:v/>
                </c:pt>
                <c:pt idx="5569">
                  <c:v/>
                </c:pt>
                <c:pt idx="5570">
                  <c:v/>
                </c:pt>
                <c:pt idx="5571">
                  <c:v/>
                </c:pt>
                <c:pt idx="5572">
                  <c:v/>
                </c:pt>
                <c:pt idx="5573">
                  <c:v/>
                </c:pt>
                <c:pt idx="5574">
                  <c:v/>
                </c:pt>
                <c:pt idx="5575">
                  <c:v/>
                </c:pt>
                <c:pt idx="5576">
                  <c:v/>
                </c:pt>
                <c:pt idx="5577">
                  <c:v/>
                </c:pt>
                <c:pt idx="5578">
                  <c:v/>
                </c:pt>
                <c:pt idx="5579">
                  <c:v/>
                </c:pt>
                <c:pt idx="5580">
                  <c:v/>
                </c:pt>
                <c:pt idx="5581">
                  <c:v/>
                </c:pt>
                <c:pt idx="5582">
                  <c:v/>
                </c:pt>
                <c:pt idx="5583">
                  <c:v/>
                </c:pt>
                <c:pt idx="5584">
                  <c:v/>
                </c:pt>
                <c:pt idx="5585">
                  <c:v/>
                </c:pt>
                <c:pt idx="5586">
                  <c:v/>
                </c:pt>
                <c:pt idx="5587">
                  <c:v/>
                </c:pt>
                <c:pt idx="5588">
                  <c:v/>
                </c:pt>
                <c:pt idx="5589">
                  <c:v/>
                </c:pt>
                <c:pt idx="5590">
                  <c:v/>
                </c:pt>
                <c:pt idx="5591">
                  <c:v/>
                </c:pt>
                <c:pt idx="5592">
                  <c:v/>
                </c:pt>
                <c:pt idx="5593">
                  <c:v/>
                </c:pt>
                <c:pt idx="5594">
                  <c:v/>
                </c:pt>
                <c:pt idx="5595">
                  <c:v/>
                </c:pt>
                <c:pt idx="5596">
                  <c:v/>
                </c:pt>
                <c:pt idx="5597">
                  <c:v/>
                </c:pt>
                <c:pt idx="5598">
                  <c:v/>
                </c:pt>
                <c:pt idx="5599">
                  <c:v/>
                </c:pt>
                <c:pt idx="5600">
                  <c:v/>
                </c:pt>
                <c:pt idx="5601">
                  <c:v/>
                </c:pt>
                <c:pt idx="5602">
                  <c:v/>
                </c:pt>
                <c:pt idx="5603">
                  <c:v/>
                </c:pt>
                <c:pt idx="5604">
                  <c:v/>
                </c:pt>
                <c:pt idx="5605">
                  <c:v/>
                </c:pt>
                <c:pt idx="5606">
                  <c:v/>
                </c:pt>
                <c:pt idx="5607">
                  <c:v/>
                </c:pt>
                <c:pt idx="5608">
                  <c:v/>
                </c:pt>
                <c:pt idx="5609">
                  <c:v/>
                </c:pt>
                <c:pt idx="5610">
                  <c:v/>
                </c:pt>
                <c:pt idx="5611">
                  <c:v/>
                </c:pt>
                <c:pt idx="5612">
                  <c:v/>
                </c:pt>
                <c:pt idx="5613">
                  <c:v/>
                </c:pt>
                <c:pt idx="5614">
                  <c:v/>
                </c:pt>
                <c:pt idx="5615">
                  <c:v/>
                </c:pt>
                <c:pt idx="5616">
                  <c:v/>
                </c:pt>
                <c:pt idx="5617">
                  <c:v/>
                </c:pt>
                <c:pt idx="5618">
                  <c:v/>
                </c:pt>
                <c:pt idx="5619">
                  <c:v/>
                </c:pt>
                <c:pt idx="5620">
                  <c:v/>
                </c:pt>
                <c:pt idx="5621">
                  <c:v/>
                </c:pt>
                <c:pt idx="5622">
                  <c:v/>
                </c:pt>
                <c:pt idx="5623">
                  <c:v/>
                </c:pt>
                <c:pt idx="5624">
                  <c:v/>
                </c:pt>
                <c:pt idx="5625">
                  <c:v/>
                </c:pt>
                <c:pt idx="5626">
                  <c:v/>
                </c:pt>
                <c:pt idx="5627">
                  <c:v/>
                </c:pt>
                <c:pt idx="5628">
                  <c:v/>
                </c:pt>
                <c:pt idx="5629">
                  <c:v/>
                </c:pt>
                <c:pt idx="5630">
                  <c:v/>
                </c:pt>
                <c:pt idx="5631">
                  <c:v/>
                </c:pt>
                <c:pt idx="5632">
                  <c:v/>
                </c:pt>
                <c:pt idx="5633">
                  <c:v/>
                </c:pt>
                <c:pt idx="5634">
                  <c:v/>
                </c:pt>
                <c:pt idx="5635">
                  <c:v/>
                </c:pt>
                <c:pt idx="5636">
                  <c:v/>
                </c:pt>
                <c:pt idx="5637">
                  <c:v/>
                </c:pt>
                <c:pt idx="5638">
                  <c:v/>
                </c:pt>
                <c:pt idx="5639">
                  <c:v/>
                </c:pt>
                <c:pt idx="5640">
                  <c:v/>
                </c:pt>
                <c:pt idx="5641">
                  <c:v/>
                </c:pt>
                <c:pt idx="5642">
                  <c:v/>
                </c:pt>
                <c:pt idx="5643">
                  <c:v/>
                </c:pt>
                <c:pt idx="5644">
                  <c:v/>
                </c:pt>
                <c:pt idx="5645">
                  <c:v/>
                </c:pt>
                <c:pt idx="5646">
                  <c:v/>
                </c:pt>
                <c:pt idx="5647">
                  <c:v/>
                </c:pt>
                <c:pt idx="5648">
                  <c:v/>
                </c:pt>
                <c:pt idx="5649">
                  <c:v/>
                </c:pt>
                <c:pt idx="5650">
                  <c:v/>
                </c:pt>
                <c:pt idx="5651">
                  <c:v/>
                </c:pt>
                <c:pt idx="5652">
                  <c:v/>
                </c:pt>
                <c:pt idx="5653">
                  <c:v/>
                </c:pt>
                <c:pt idx="5654">
                  <c:v/>
                </c:pt>
                <c:pt idx="5655">
                  <c:v/>
                </c:pt>
                <c:pt idx="5656">
                  <c:v/>
                </c:pt>
                <c:pt idx="5657">
                  <c:v/>
                </c:pt>
                <c:pt idx="5658">
                  <c:v/>
                </c:pt>
                <c:pt idx="5659">
                  <c:v/>
                </c:pt>
                <c:pt idx="5660">
                  <c:v/>
                </c:pt>
                <c:pt idx="5661">
                  <c:v/>
                </c:pt>
                <c:pt idx="5662">
                  <c:v/>
                </c:pt>
                <c:pt idx="5663">
                  <c:v/>
                </c:pt>
                <c:pt idx="5664">
                  <c:v/>
                </c:pt>
                <c:pt idx="5665">
                  <c:v/>
                </c:pt>
                <c:pt idx="5666">
                  <c:v/>
                </c:pt>
                <c:pt idx="5667">
                  <c:v/>
                </c:pt>
                <c:pt idx="5668">
                  <c:v/>
                </c:pt>
                <c:pt idx="5669">
                  <c:v/>
                </c:pt>
                <c:pt idx="5670">
                  <c:v/>
                </c:pt>
                <c:pt idx="5671">
                  <c:v/>
                </c:pt>
                <c:pt idx="5672">
                  <c:v/>
                </c:pt>
                <c:pt idx="5673">
                  <c:v/>
                </c:pt>
                <c:pt idx="5674">
                  <c:v/>
                </c:pt>
                <c:pt idx="5675">
                  <c:v/>
                </c:pt>
                <c:pt idx="5676">
                  <c:v/>
                </c:pt>
                <c:pt idx="5677">
                  <c:v/>
                </c:pt>
                <c:pt idx="5678">
                  <c:v/>
                </c:pt>
                <c:pt idx="5679">
                  <c:v/>
                </c:pt>
                <c:pt idx="5680">
                  <c:v/>
                </c:pt>
                <c:pt idx="5681">
                  <c:v/>
                </c:pt>
                <c:pt idx="5682">
                  <c:v/>
                </c:pt>
                <c:pt idx="5683">
                  <c:v/>
                </c:pt>
                <c:pt idx="5684">
                  <c:v/>
                </c:pt>
                <c:pt idx="5685">
                  <c:v/>
                </c:pt>
                <c:pt idx="5686">
                  <c:v/>
                </c:pt>
                <c:pt idx="5687">
                  <c:v/>
                </c:pt>
                <c:pt idx="5688">
                  <c:v/>
                </c:pt>
                <c:pt idx="5689">
                  <c:v/>
                </c:pt>
                <c:pt idx="5690">
                  <c:v/>
                </c:pt>
                <c:pt idx="5691">
                  <c:v/>
                </c:pt>
                <c:pt idx="5692">
                  <c:v/>
                </c:pt>
                <c:pt idx="5693">
                  <c:v/>
                </c:pt>
                <c:pt idx="5694">
                  <c:v/>
                </c:pt>
                <c:pt idx="5695">
                  <c:v/>
                </c:pt>
                <c:pt idx="5696">
                  <c:v/>
                </c:pt>
                <c:pt idx="5697">
                  <c:v/>
                </c:pt>
                <c:pt idx="5698">
                  <c:v/>
                </c:pt>
                <c:pt idx="5699">
                  <c:v/>
                </c:pt>
                <c:pt idx="5700">
                  <c:v/>
                </c:pt>
                <c:pt idx="5701">
                  <c:v/>
                </c:pt>
                <c:pt idx="5702">
                  <c:v/>
                </c:pt>
                <c:pt idx="5703">
                  <c:v/>
                </c:pt>
                <c:pt idx="5704">
                  <c:v/>
                </c:pt>
                <c:pt idx="5705">
                  <c:v/>
                </c:pt>
                <c:pt idx="5706">
                  <c:v/>
                </c:pt>
                <c:pt idx="5707">
                  <c:v/>
                </c:pt>
                <c:pt idx="5708">
                  <c:v/>
                </c:pt>
                <c:pt idx="5709">
                  <c:v/>
                </c:pt>
                <c:pt idx="5710">
                  <c:v/>
                </c:pt>
                <c:pt idx="5711">
                  <c:v/>
                </c:pt>
                <c:pt idx="5712">
                  <c:v/>
                </c:pt>
                <c:pt idx="5713">
                  <c:v/>
                </c:pt>
                <c:pt idx="5714">
                  <c:v/>
                </c:pt>
                <c:pt idx="5715">
                  <c:v/>
                </c:pt>
                <c:pt idx="5716">
                  <c:v/>
                </c:pt>
                <c:pt idx="5717">
                  <c:v/>
                </c:pt>
                <c:pt idx="5718">
                  <c:v/>
                </c:pt>
                <c:pt idx="5719">
                  <c:v/>
                </c:pt>
                <c:pt idx="5720">
                  <c:v/>
                </c:pt>
                <c:pt idx="5721">
                  <c:v/>
                </c:pt>
                <c:pt idx="5722">
                  <c:v/>
                </c:pt>
                <c:pt idx="5723">
                  <c:v/>
                </c:pt>
                <c:pt idx="5724">
                  <c:v/>
                </c:pt>
                <c:pt idx="5725">
                  <c:v/>
                </c:pt>
                <c:pt idx="5726">
                  <c:v/>
                </c:pt>
                <c:pt idx="5727">
                  <c:v/>
                </c:pt>
                <c:pt idx="5728">
                  <c:v/>
                </c:pt>
                <c:pt idx="5729">
                  <c:v/>
                </c:pt>
                <c:pt idx="5730">
                  <c:v/>
                </c:pt>
                <c:pt idx="5731">
                  <c:v/>
                </c:pt>
                <c:pt idx="5732">
                  <c:v/>
                </c:pt>
                <c:pt idx="5733">
                  <c:v/>
                </c:pt>
                <c:pt idx="5734">
                  <c:v/>
                </c:pt>
                <c:pt idx="5735">
                  <c:v/>
                </c:pt>
                <c:pt idx="5736">
                  <c:v/>
                </c:pt>
                <c:pt idx="5737">
                  <c:v/>
                </c:pt>
                <c:pt idx="5738">
                  <c:v/>
                </c:pt>
                <c:pt idx="5739">
                  <c:v/>
                </c:pt>
                <c:pt idx="5740">
                  <c:v/>
                </c:pt>
                <c:pt idx="5741">
                  <c:v/>
                </c:pt>
                <c:pt idx="5742">
                  <c:v/>
                </c:pt>
                <c:pt idx="5743">
                  <c:v/>
                </c:pt>
                <c:pt idx="5744">
                  <c:v/>
                </c:pt>
                <c:pt idx="5745">
                  <c:v/>
                </c:pt>
                <c:pt idx="5746">
                  <c:v/>
                </c:pt>
                <c:pt idx="5747">
                  <c:v/>
                </c:pt>
                <c:pt idx="5748">
                  <c:v/>
                </c:pt>
                <c:pt idx="5749">
                  <c:v/>
                </c:pt>
                <c:pt idx="5750">
                  <c:v/>
                </c:pt>
                <c:pt idx="5751">
                  <c:v/>
                </c:pt>
                <c:pt idx="5752">
                  <c:v/>
                </c:pt>
                <c:pt idx="5753">
                  <c:v/>
                </c:pt>
                <c:pt idx="5754">
                  <c:v/>
                </c:pt>
                <c:pt idx="5755">
                  <c:v/>
                </c:pt>
                <c:pt idx="5756">
                  <c:v/>
                </c:pt>
                <c:pt idx="5757">
                  <c:v/>
                </c:pt>
                <c:pt idx="5758">
                  <c:v/>
                </c:pt>
                <c:pt idx="5759">
                  <c:v/>
                </c:pt>
                <c:pt idx="5760">
                  <c:v/>
                </c:pt>
                <c:pt idx="5761">
                  <c:v/>
                </c:pt>
                <c:pt idx="5762">
                  <c:v/>
                </c:pt>
                <c:pt idx="5763">
                  <c:v/>
                </c:pt>
                <c:pt idx="5764">
                  <c:v/>
                </c:pt>
                <c:pt idx="5765">
                  <c:v/>
                </c:pt>
                <c:pt idx="5766">
                  <c:v/>
                </c:pt>
                <c:pt idx="5767">
                  <c:v/>
                </c:pt>
                <c:pt idx="5768">
                  <c:v/>
                </c:pt>
                <c:pt idx="5769">
                  <c:v/>
                </c:pt>
                <c:pt idx="5770">
                  <c:v/>
                </c:pt>
                <c:pt idx="5771">
                  <c:v/>
                </c:pt>
                <c:pt idx="5772">
                  <c:v/>
                </c:pt>
                <c:pt idx="5773">
                  <c:v/>
                </c:pt>
                <c:pt idx="5774">
                  <c:v/>
                </c:pt>
                <c:pt idx="5775">
                  <c:v/>
                </c:pt>
                <c:pt idx="5776">
                  <c:v/>
                </c:pt>
                <c:pt idx="5777">
                  <c:v/>
                </c:pt>
                <c:pt idx="5778">
                  <c:v/>
                </c:pt>
                <c:pt idx="5779">
                  <c:v/>
                </c:pt>
                <c:pt idx="5780">
                  <c:v/>
                </c:pt>
                <c:pt idx="5781">
                  <c:v/>
                </c:pt>
                <c:pt idx="5782">
                  <c:v/>
                </c:pt>
                <c:pt idx="5783">
                  <c:v/>
                </c:pt>
                <c:pt idx="5784">
                  <c:v/>
                </c:pt>
                <c:pt idx="5785">
                  <c:v/>
                </c:pt>
                <c:pt idx="5786">
                  <c:v/>
                </c:pt>
                <c:pt idx="5787">
                  <c:v/>
                </c:pt>
                <c:pt idx="5788">
                  <c:v/>
                </c:pt>
                <c:pt idx="5789">
                  <c:v/>
                </c:pt>
                <c:pt idx="5790">
                  <c:v/>
                </c:pt>
                <c:pt idx="5791">
                  <c:v/>
                </c:pt>
                <c:pt idx="5792">
                  <c:v/>
                </c:pt>
                <c:pt idx="5793">
                  <c:v/>
                </c:pt>
                <c:pt idx="5794">
                  <c:v/>
                </c:pt>
                <c:pt idx="5795">
                  <c:v/>
                </c:pt>
                <c:pt idx="5796">
                  <c:v/>
                </c:pt>
                <c:pt idx="5797">
                  <c:v/>
                </c:pt>
                <c:pt idx="5798">
                  <c:v/>
                </c:pt>
                <c:pt idx="5799">
                  <c:v/>
                </c:pt>
                <c:pt idx="5800">
                  <c:v/>
                </c:pt>
                <c:pt idx="5801">
                  <c:v/>
                </c:pt>
                <c:pt idx="5802">
                  <c:v/>
                </c:pt>
                <c:pt idx="5803">
                  <c:v/>
                </c:pt>
                <c:pt idx="5804">
                  <c:v/>
                </c:pt>
                <c:pt idx="5805">
                  <c:v/>
                </c:pt>
                <c:pt idx="5806">
                  <c:v/>
                </c:pt>
                <c:pt idx="5807">
                  <c:v/>
                </c:pt>
                <c:pt idx="5808">
                  <c:v/>
                </c:pt>
                <c:pt idx="5809">
                  <c:v/>
                </c:pt>
                <c:pt idx="5810">
                  <c:v/>
                </c:pt>
                <c:pt idx="5811">
                  <c:v/>
                </c:pt>
                <c:pt idx="5812">
                  <c:v/>
                </c:pt>
                <c:pt idx="5813">
                  <c:v/>
                </c:pt>
                <c:pt idx="5814">
                  <c:v/>
                </c:pt>
                <c:pt idx="5815">
                  <c:v/>
                </c:pt>
                <c:pt idx="5816">
                  <c:v/>
                </c:pt>
                <c:pt idx="5817">
                  <c:v/>
                </c:pt>
                <c:pt idx="5818">
                  <c:v/>
                </c:pt>
                <c:pt idx="5819">
                  <c:v/>
                </c:pt>
                <c:pt idx="5820">
                  <c:v/>
                </c:pt>
                <c:pt idx="5821">
                  <c:v/>
                </c:pt>
                <c:pt idx="5822">
                  <c:v/>
                </c:pt>
                <c:pt idx="5823">
                  <c:v/>
                </c:pt>
                <c:pt idx="5824">
                  <c:v/>
                </c:pt>
                <c:pt idx="5825">
                  <c:v/>
                </c:pt>
                <c:pt idx="5826">
                  <c:v/>
                </c:pt>
                <c:pt idx="5827">
                  <c:v/>
                </c:pt>
                <c:pt idx="5828">
                  <c:v/>
                </c:pt>
                <c:pt idx="5829">
                  <c:v/>
                </c:pt>
                <c:pt idx="5830">
                  <c:v/>
                </c:pt>
                <c:pt idx="5831">
                  <c:v/>
                </c:pt>
                <c:pt idx="5832">
                  <c:v/>
                </c:pt>
                <c:pt idx="5833">
                  <c:v/>
                </c:pt>
                <c:pt idx="5834">
                  <c:v/>
                </c:pt>
                <c:pt idx="5835">
                  <c:v/>
                </c:pt>
                <c:pt idx="5836">
                  <c:v/>
                </c:pt>
                <c:pt idx="5837">
                  <c:v/>
                </c:pt>
                <c:pt idx="5838">
                  <c:v/>
                </c:pt>
                <c:pt idx="5839">
                  <c:v/>
                </c:pt>
                <c:pt idx="5840">
                  <c:v/>
                </c:pt>
                <c:pt idx="5841">
                  <c:v/>
                </c:pt>
                <c:pt idx="5842">
                  <c:v/>
                </c:pt>
                <c:pt idx="5843">
                  <c:v/>
                </c:pt>
                <c:pt idx="5844">
                  <c:v/>
                </c:pt>
                <c:pt idx="5845">
                  <c:v/>
                </c:pt>
                <c:pt idx="5846">
                  <c:v/>
                </c:pt>
                <c:pt idx="5847">
                  <c:v/>
                </c:pt>
                <c:pt idx="5848">
                  <c:v/>
                </c:pt>
                <c:pt idx="5849">
                  <c:v/>
                </c:pt>
                <c:pt idx="5850">
                  <c:v/>
                </c:pt>
                <c:pt idx="5851">
                  <c:v/>
                </c:pt>
                <c:pt idx="5852">
                  <c:v/>
                </c:pt>
                <c:pt idx="5853">
                  <c:v/>
                </c:pt>
                <c:pt idx="5854">
                  <c:v/>
                </c:pt>
                <c:pt idx="5855">
                  <c:v/>
                </c:pt>
                <c:pt idx="5856">
                  <c:v/>
                </c:pt>
                <c:pt idx="5857">
                  <c:v/>
                </c:pt>
                <c:pt idx="5858">
                  <c:v/>
                </c:pt>
                <c:pt idx="5859">
                  <c:v/>
                </c:pt>
                <c:pt idx="5860">
                  <c:v/>
                </c:pt>
                <c:pt idx="5861">
                  <c:v/>
                </c:pt>
                <c:pt idx="5862">
                  <c:v/>
                </c:pt>
                <c:pt idx="5863">
                  <c:v/>
                </c:pt>
                <c:pt idx="5864">
                  <c:v/>
                </c:pt>
                <c:pt idx="5865">
                  <c:v/>
                </c:pt>
                <c:pt idx="5866">
                  <c:v/>
                </c:pt>
                <c:pt idx="5867">
                  <c:v/>
                </c:pt>
                <c:pt idx="5868">
                  <c:v/>
                </c:pt>
                <c:pt idx="5869">
                  <c:v/>
                </c:pt>
                <c:pt idx="5870">
                  <c:v/>
                </c:pt>
                <c:pt idx="5871">
                  <c:v/>
                </c:pt>
                <c:pt idx="5872">
                  <c:v/>
                </c:pt>
                <c:pt idx="5873">
                  <c:v/>
                </c:pt>
                <c:pt idx="5874">
                  <c:v/>
                </c:pt>
                <c:pt idx="5875">
                  <c:v/>
                </c:pt>
                <c:pt idx="5876">
                  <c:v/>
                </c:pt>
                <c:pt idx="5877">
                  <c:v/>
                </c:pt>
                <c:pt idx="5878">
                  <c:v/>
                </c:pt>
                <c:pt idx="5879">
                  <c:v/>
                </c:pt>
                <c:pt idx="5880">
                  <c:v/>
                </c:pt>
                <c:pt idx="5881">
                  <c:v/>
                </c:pt>
                <c:pt idx="5882">
                  <c:v/>
                </c:pt>
                <c:pt idx="5883">
                  <c:v/>
                </c:pt>
                <c:pt idx="5884">
                  <c:v/>
                </c:pt>
                <c:pt idx="5885">
                  <c:v/>
                </c:pt>
                <c:pt idx="5886">
                  <c:v/>
                </c:pt>
                <c:pt idx="5887">
                  <c:v/>
                </c:pt>
                <c:pt idx="5888">
                  <c:v/>
                </c:pt>
                <c:pt idx="5889">
                  <c:v/>
                </c:pt>
                <c:pt idx="5890">
                  <c:v/>
                </c:pt>
                <c:pt idx="5891">
                  <c:v/>
                </c:pt>
                <c:pt idx="5892">
                  <c:v/>
                </c:pt>
                <c:pt idx="5893">
                  <c:v/>
                </c:pt>
                <c:pt idx="5894">
                  <c:v/>
                </c:pt>
                <c:pt idx="5895">
                  <c:v/>
                </c:pt>
                <c:pt idx="5896">
                  <c:v/>
                </c:pt>
                <c:pt idx="5897">
                  <c:v/>
                </c:pt>
                <c:pt idx="5898">
                  <c:v/>
                </c:pt>
                <c:pt idx="5899">
                  <c:v/>
                </c:pt>
                <c:pt idx="5900">
                  <c:v/>
                </c:pt>
                <c:pt idx="5901">
                  <c:v/>
                </c:pt>
                <c:pt idx="5902">
                  <c:v/>
                </c:pt>
                <c:pt idx="5903">
                  <c:v/>
                </c:pt>
                <c:pt idx="5904">
                  <c:v/>
                </c:pt>
                <c:pt idx="5905">
                  <c:v/>
                </c:pt>
                <c:pt idx="5906">
                  <c:v/>
                </c:pt>
                <c:pt idx="5907">
                  <c:v/>
                </c:pt>
                <c:pt idx="5908">
                  <c:v/>
                </c:pt>
                <c:pt idx="5909">
                  <c:v/>
                </c:pt>
                <c:pt idx="5910">
                  <c:v/>
                </c:pt>
                <c:pt idx="5911">
                  <c:v/>
                </c:pt>
                <c:pt idx="5912">
                  <c:v/>
                </c:pt>
                <c:pt idx="5913">
                  <c:v/>
                </c:pt>
                <c:pt idx="5914">
                  <c:v/>
                </c:pt>
                <c:pt idx="5915">
                  <c:v/>
                </c:pt>
                <c:pt idx="5916">
                  <c:v/>
                </c:pt>
                <c:pt idx="5917">
                  <c:v/>
                </c:pt>
                <c:pt idx="5918">
                  <c:v/>
                </c:pt>
                <c:pt idx="5919">
                  <c:v/>
                </c:pt>
                <c:pt idx="5920">
                  <c:v/>
                </c:pt>
                <c:pt idx="5921">
                  <c:v/>
                </c:pt>
                <c:pt idx="5922">
                  <c:v/>
                </c:pt>
                <c:pt idx="5923">
                  <c:v/>
                </c:pt>
                <c:pt idx="5924">
                  <c:v/>
                </c:pt>
                <c:pt idx="5925">
                  <c:v/>
                </c:pt>
                <c:pt idx="5926">
                  <c:v/>
                </c:pt>
                <c:pt idx="5927">
                  <c:v/>
                </c:pt>
                <c:pt idx="5928">
                  <c:v/>
                </c:pt>
                <c:pt idx="5929">
                  <c:v/>
                </c:pt>
                <c:pt idx="5930">
                  <c:v/>
                </c:pt>
                <c:pt idx="5931">
                  <c:v/>
                </c:pt>
                <c:pt idx="5932">
                  <c:v/>
                </c:pt>
                <c:pt idx="5933">
                  <c:v/>
                </c:pt>
                <c:pt idx="5934">
                  <c:v/>
                </c:pt>
                <c:pt idx="5935">
                  <c:v/>
                </c:pt>
                <c:pt idx="5936">
                  <c:v/>
                </c:pt>
                <c:pt idx="5937">
                  <c:v/>
                </c:pt>
                <c:pt idx="5938">
                  <c:v/>
                </c:pt>
                <c:pt idx="5939">
                  <c:v/>
                </c:pt>
                <c:pt idx="5940">
                  <c:v/>
                </c:pt>
                <c:pt idx="5941">
                  <c:v/>
                </c:pt>
                <c:pt idx="5942">
                  <c:v/>
                </c:pt>
                <c:pt idx="5943">
                  <c:v/>
                </c:pt>
                <c:pt idx="5944">
                  <c:v/>
                </c:pt>
                <c:pt idx="5945">
                  <c:v/>
                </c:pt>
                <c:pt idx="5946">
                  <c:v/>
                </c:pt>
                <c:pt idx="5947">
                  <c:v/>
                </c:pt>
                <c:pt idx="5948">
                  <c:v/>
                </c:pt>
                <c:pt idx="5949">
                  <c:v/>
                </c:pt>
                <c:pt idx="5950">
                  <c:v/>
                </c:pt>
                <c:pt idx="5951">
                  <c:v/>
                </c:pt>
                <c:pt idx="5952">
                  <c:v/>
                </c:pt>
                <c:pt idx="5953">
                  <c:v/>
                </c:pt>
                <c:pt idx="5954">
                  <c:v/>
                </c:pt>
                <c:pt idx="5955">
                  <c:v/>
                </c:pt>
                <c:pt idx="5956">
                  <c:v/>
                </c:pt>
                <c:pt idx="5957">
                  <c:v/>
                </c:pt>
                <c:pt idx="5958">
                  <c:v/>
                </c:pt>
                <c:pt idx="5959">
                  <c:v/>
                </c:pt>
                <c:pt idx="5960">
                  <c:v/>
                </c:pt>
                <c:pt idx="5961">
                  <c:v/>
                </c:pt>
                <c:pt idx="5962">
                  <c:v/>
                </c:pt>
                <c:pt idx="5963">
                  <c:v/>
                </c:pt>
                <c:pt idx="5964">
                  <c:v/>
                </c:pt>
                <c:pt idx="5965">
                  <c:v/>
                </c:pt>
                <c:pt idx="5966">
                  <c:v/>
                </c:pt>
                <c:pt idx="5967">
                  <c:v/>
                </c:pt>
                <c:pt idx="5968">
                  <c:v/>
                </c:pt>
                <c:pt idx="5969">
                  <c:v/>
                </c:pt>
                <c:pt idx="5970">
                  <c:v/>
                </c:pt>
                <c:pt idx="5971">
                  <c:v/>
                </c:pt>
                <c:pt idx="5972">
                  <c:v/>
                </c:pt>
                <c:pt idx="5973">
                  <c:v/>
                </c:pt>
                <c:pt idx="5974">
                  <c:v/>
                </c:pt>
                <c:pt idx="5975">
                  <c:v/>
                </c:pt>
                <c:pt idx="5976">
                  <c:v/>
                </c:pt>
                <c:pt idx="5977">
                  <c:v/>
                </c:pt>
                <c:pt idx="5978">
                  <c:v/>
                </c:pt>
                <c:pt idx="5979">
                  <c:v/>
                </c:pt>
                <c:pt idx="5980">
                  <c:v/>
                </c:pt>
                <c:pt idx="5981">
                  <c:v/>
                </c:pt>
                <c:pt idx="5982">
                  <c:v/>
                </c:pt>
                <c:pt idx="5983">
                  <c:v/>
                </c:pt>
                <c:pt idx="5984">
                  <c:v/>
                </c:pt>
                <c:pt idx="5985">
                  <c:v/>
                </c:pt>
                <c:pt idx="5986">
                  <c:v/>
                </c:pt>
                <c:pt idx="5987">
                  <c:v/>
                </c:pt>
                <c:pt idx="5988">
                  <c:v/>
                </c:pt>
                <c:pt idx="5989">
                  <c:v/>
                </c:pt>
                <c:pt idx="5990">
                  <c:v/>
                </c:pt>
                <c:pt idx="5991">
                  <c:v/>
                </c:pt>
                <c:pt idx="5992">
                  <c:v/>
                </c:pt>
                <c:pt idx="5993">
                  <c:v/>
                </c:pt>
                <c:pt idx="5994">
                  <c:v/>
                </c:pt>
                <c:pt idx="5995">
                  <c:v/>
                </c:pt>
                <c:pt idx="5996">
                  <c:v/>
                </c:pt>
                <c:pt idx="5997">
                  <c:v/>
                </c:pt>
                <c:pt idx="5998">
                  <c:v/>
                </c:pt>
                <c:pt idx="5999">
                  <c:v/>
                </c:pt>
                <c:pt idx="6000">
                  <c:v/>
                </c:pt>
                <c:pt idx="6001">
                  <c:v/>
                </c:pt>
                <c:pt idx="6002">
                  <c:v/>
                </c:pt>
                <c:pt idx="6003">
                  <c:v/>
                </c:pt>
                <c:pt idx="6004">
                  <c:v/>
                </c:pt>
                <c:pt idx="6005">
                  <c:v/>
                </c:pt>
                <c:pt idx="6006">
                  <c:v/>
                </c:pt>
                <c:pt idx="6007">
                  <c:v/>
                </c:pt>
                <c:pt idx="6008">
                  <c:v/>
                </c:pt>
                <c:pt idx="6009">
                  <c:v/>
                </c:pt>
                <c:pt idx="6010">
                  <c:v/>
                </c:pt>
                <c:pt idx="6011">
                  <c:v/>
                </c:pt>
                <c:pt idx="6012">
                  <c:v/>
                </c:pt>
                <c:pt idx="6013">
                  <c:v/>
                </c:pt>
                <c:pt idx="6014">
                  <c:v/>
                </c:pt>
                <c:pt idx="6015">
                  <c:v/>
                </c:pt>
                <c:pt idx="6016">
                  <c:v/>
                </c:pt>
                <c:pt idx="6017">
                  <c:v/>
                </c:pt>
                <c:pt idx="6018">
                  <c:v/>
                </c:pt>
                <c:pt idx="6019">
                  <c:v/>
                </c:pt>
                <c:pt idx="6020">
                  <c:v/>
                </c:pt>
                <c:pt idx="6021">
                  <c:v/>
                </c:pt>
                <c:pt idx="6022">
                  <c:v/>
                </c:pt>
                <c:pt idx="6023">
                  <c:v/>
                </c:pt>
                <c:pt idx="6024">
                  <c:v/>
                </c:pt>
                <c:pt idx="6025">
                  <c:v/>
                </c:pt>
                <c:pt idx="6026">
                  <c:v/>
                </c:pt>
                <c:pt idx="6027">
                  <c:v/>
                </c:pt>
                <c:pt idx="6028">
                  <c:v/>
                </c:pt>
                <c:pt idx="6029">
                  <c:v/>
                </c:pt>
                <c:pt idx="6030">
                  <c:v/>
                </c:pt>
                <c:pt idx="6031">
                  <c:v/>
                </c:pt>
                <c:pt idx="6032">
                  <c:v/>
                </c:pt>
                <c:pt idx="6033">
                  <c:v/>
                </c:pt>
                <c:pt idx="6034">
                  <c:v/>
                </c:pt>
                <c:pt idx="6035">
                  <c:v/>
                </c:pt>
                <c:pt idx="6036">
                  <c:v/>
                </c:pt>
                <c:pt idx="6037">
                  <c:v/>
                </c:pt>
                <c:pt idx="6038">
                  <c:v/>
                </c:pt>
                <c:pt idx="6039">
                  <c:v/>
                </c:pt>
                <c:pt idx="6040">
                  <c:v/>
                </c:pt>
                <c:pt idx="6041">
                  <c:v/>
                </c:pt>
                <c:pt idx="6042">
                  <c:v/>
                </c:pt>
                <c:pt idx="6043">
                  <c:v/>
                </c:pt>
                <c:pt idx="6044">
                  <c:v/>
                </c:pt>
                <c:pt idx="6045">
                  <c:v/>
                </c:pt>
                <c:pt idx="6046">
                  <c:v/>
                </c:pt>
                <c:pt idx="6047">
                  <c:v/>
                </c:pt>
                <c:pt idx="6048">
                  <c:v/>
                </c:pt>
                <c:pt idx="6049">
                  <c:v/>
                </c:pt>
                <c:pt idx="6050">
                  <c:v/>
                </c:pt>
                <c:pt idx="6051">
                  <c:v/>
                </c:pt>
                <c:pt idx="6052">
                  <c:v/>
                </c:pt>
                <c:pt idx="6053">
                  <c:v/>
                </c:pt>
                <c:pt idx="6054">
                  <c:v/>
                </c:pt>
                <c:pt idx="6055">
                  <c:v/>
                </c:pt>
                <c:pt idx="6056">
                  <c:v/>
                </c:pt>
                <c:pt idx="6057">
                  <c:v/>
                </c:pt>
                <c:pt idx="6058">
                  <c:v/>
                </c:pt>
                <c:pt idx="6059">
                  <c:v/>
                </c:pt>
                <c:pt idx="6060">
                  <c:v/>
                </c:pt>
                <c:pt idx="6061">
                  <c:v/>
                </c:pt>
                <c:pt idx="6062">
                  <c:v/>
                </c:pt>
                <c:pt idx="6063">
                  <c:v/>
                </c:pt>
                <c:pt idx="6064">
                  <c:v/>
                </c:pt>
                <c:pt idx="6065">
                  <c:v/>
                </c:pt>
                <c:pt idx="6066">
                  <c:v/>
                </c:pt>
                <c:pt idx="6067">
                  <c:v/>
                </c:pt>
                <c:pt idx="6068">
                  <c:v/>
                </c:pt>
                <c:pt idx="6069">
                  <c:v/>
                </c:pt>
                <c:pt idx="6070">
                  <c:v/>
                </c:pt>
                <c:pt idx="6071">
                  <c:v/>
                </c:pt>
                <c:pt idx="6072">
                  <c:v/>
                </c:pt>
                <c:pt idx="6073">
                  <c:v/>
                </c:pt>
                <c:pt idx="6074">
                  <c:v/>
                </c:pt>
                <c:pt idx="6075">
                  <c:v/>
                </c:pt>
                <c:pt idx="6076">
                  <c:v/>
                </c:pt>
                <c:pt idx="6077">
                  <c:v/>
                </c:pt>
                <c:pt idx="6078">
                  <c:v/>
                </c:pt>
                <c:pt idx="6079">
                  <c:v/>
                </c:pt>
                <c:pt idx="6080">
                  <c:v/>
                </c:pt>
                <c:pt idx="6081">
                  <c:v/>
                </c:pt>
                <c:pt idx="6082">
                  <c:v/>
                </c:pt>
                <c:pt idx="6083">
                  <c:v/>
                </c:pt>
                <c:pt idx="6084">
                  <c:v/>
                </c:pt>
                <c:pt idx="6085">
                  <c:v/>
                </c:pt>
                <c:pt idx="6086">
                  <c:v/>
                </c:pt>
                <c:pt idx="6087">
                  <c:v/>
                </c:pt>
                <c:pt idx="6088">
                  <c:v/>
                </c:pt>
                <c:pt idx="6089">
                  <c:v/>
                </c:pt>
                <c:pt idx="6090">
                  <c:v/>
                </c:pt>
                <c:pt idx="6091">
                  <c:v/>
                </c:pt>
                <c:pt idx="6092">
                  <c:v/>
                </c:pt>
                <c:pt idx="6093">
                  <c:v/>
                </c:pt>
                <c:pt idx="6094">
                  <c:v/>
                </c:pt>
                <c:pt idx="6095">
                  <c:v/>
                </c:pt>
                <c:pt idx="6096">
                  <c:v/>
                </c:pt>
                <c:pt idx="6097">
                  <c:v/>
                </c:pt>
                <c:pt idx="6098">
                  <c:v/>
                </c:pt>
                <c:pt idx="6099">
                  <c:v/>
                </c:pt>
                <c:pt idx="6100">
                  <c:v/>
                </c:pt>
                <c:pt idx="6101">
                  <c:v/>
                </c:pt>
                <c:pt idx="6102">
                  <c:v/>
                </c:pt>
                <c:pt idx="6103">
                  <c:v/>
                </c:pt>
                <c:pt idx="6104">
                  <c:v/>
                </c:pt>
                <c:pt idx="6105">
                  <c:v/>
                </c:pt>
                <c:pt idx="6106">
                  <c:v/>
                </c:pt>
                <c:pt idx="6107">
                  <c:v/>
                </c:pt>
                <c:pt idx="6108">
                  <c:v/>
                </c:pt>
                <c:pt idx="6109">
                  <c:v/>
                </c:pt>
                <c:pt idx="6110">
                  <c:v/>
                </c:pt>
                <c:pt idx="6111">
                  <c:v/>
                </c:pt>
                <c:pt idx="6112">
                  <c:v/>
                </c:pt>
                <c:pt idx="6113">
                  <c:v/>
                </c:pt>
                <c:pt idx="6114">
                  <c:v/>
                </c:pt>
                <c:pt idx="6115">
                  <c:v/>
                </c:pt>
                <c:pt idx="6116">
                  <c:v/>
                </c:pt>
                <c:pt idx="6117">
                  <c:v/>
                </c:pt>
                <c:pt idx="6118">
                  <c:v/>
                </c:pt>
                <c:pt idx="6119">
                  <c:v/>
                </c:pt>
                <c:pt idx="6120">
                  <c:v/>
                </c:pt>
                <c:pt idx="6121">
                  <c:v/>
                </c:pt>
                <c:pt idx="6122">
                  <c:v/>
                </c:pt>
                <c:pt idx="6123">
                  <c:v/>
                </c:pt>
                <c:pt idx="6124">
                  <c:v/>
                </c:pt>
                <c:pt idx="6125">
                  <c:v/>
                </c:pt>
                <c:pt idx="6126">
                  <c:v/>
                </c:pt>
                <c:pt idx="6127">
                  <c:v/>
                </c:pt>
                <c:pt idx="6128">
                  <c:v/>
                </c:pt>
                <c:pt idx="6129">
                  <c:v/>
                </c:pt>
                <c:pt idx="6130">
                  <c:v/>
                </c:pt>
                <c:pt idx="6131">
                  <c:v/>
                </c:pt>
                <c:pt idx="6132">
                  <c:v/>
                </c:pt>
                <c:pt idx="6133">
                  <c:v/>
                </c:pt>
                <c:pt idx="6134">
                  <c:v/>
                </c:pt>
                <c:pt idx="6135">
                  <c:v/>
                </c:pt>
                <c:pt idx="6136">
                  <c:v/>
                </c:pt>
                <c:pt idx="6137">
                  <c:v/>
                </c:pt>
                <c:pt idx="6138">
                  <c:v/>
                </c:pt>
                <c:pt idx="6139">
                  <c:v/>
                </c:pt>
                <c:pt idx="6140">
                  <c:v/>
                </c:pt>
                <c:pt idx="6141">
                  <c:v/>
                </c:pt>
                <c:pt idx="6142">
                  <c:v/>
                </c:pt>
                <c:pt idx="6143">
                  <c:v/>
                </c:pt>
                <c:pt idx="6144">
                  <c:v/>
                </c:pt>
                <c:pt idx="6145">
                  <c:v/>
                </c:pt>
                <c:pt idx="6146">
                  <c:v/>
                </c:pt>
                <c:pt idx="6147">
                  <c:v/>
                </c:pt>
                <c:pt idx="6148">
                  <c:v/>
                </c:pt>
                <c:pt idx="6149">
                  <c:v/>
                </c:pt>
                <c:pt idx="6150">
                  <c:v/>
                </c:pt>
                <c:pt idx="6151">
                  <c:v/>
                </c:pt>
                <c:pt idx="6152">
                  <c:v/>
                </c:pt>
                <c:pt idx="6153">
                  <c:v/>
                </c:pt>
                <c:pt idx="6154">
                  <c:v/>
                </c:pt>
                <c:pt idx="6155">
                  <c:v/>
                </c:pt>
                <c:pt idx="6156">
                  <c:v/>
                </c:pt>
                <c:pt idx="6157">
                  <c:v/>
                </c:pt>
                <c:pt idx="6158">
                  <c:v/>
                </c:pt>
                <c:pt idx="6159">
                  <c:v/>
                </c:pt>
                <c:pt idx="6160">
                  <c:v/>
                </c:pt>
                <c:pt idx="6161">
                  <c:v/>
                </c:pt>
                <c:pt idx="6162">
                  <c:v/>
                </c:pt>
                <c:pt idx="6163">
                  <c:v/>
                </c:pt>
                <c:pt idx="6164">
                  <c:v/>
                </c:pt>
                <c:pt idx="6165">
                  <c:v/>
                </c:pt>
                <c:pt idx="6166">
                  <c:v/>
                </c:pt>
                <c:pt idx="6167">
                  <c:v/>
                </c:pt>
                <c:pt idx="6168">
                  <c:v/>
                </c:pt>
                <c:pt idx="6169">
                  <c:v/>
                </c:pt>
                <c:pt idx="6170">
                  <c:v/>
                </c:pt>
                <c:pt idx="6171">
                  <c:v/>
                </c:pt>
                <c:pt idx="6172">
                  <c:v/>
                </c:pt>
                <c:pt idx="6173">
                  <c:v/>
                </c:pt>
                <c:pt idx="6174">
                  <c:v/>
                </c:pt>
                <c:pt idx="6175">
                  <c:v/>
                </c:pt>
                <c:pt idx="6176">
                  <c:v/>
                </c:pt>
                <c:pt idx="6177">
                  <c:v/>
                </c:pt>
                <c:pt idx="6178">
                  <c:v/>
                </c:pt>
                <c:pt idx="6179">
                  <c:v/>
                </c:pt>
                <c:pt idx="6180">
                  <c:v/>
                </c:pt>
                <c:pt idx="6181">
                  <c:v/>
                </c:pt>
                <c:pt idx="6182">
                  <c:v/>
                </c:pt>
                <c:pt idx="6183">
                  <c:v/>
                </c:pt>
                <c:pt idx="6184">
                  <c:v/>
                </c:pt>
                <c:pt idx="6185">
                  <c:v/>
                </c:pt>
                <c:pt idx="6186">
                  <c:v/>
                </c:pt>
                <c:pt idx="6187">
                  <c:v/>
                </c:pt>
                <c:pt idx="6188">
                  <c:v/>
                </c:pt>
                <c:pt idx="6189">
                  <c:v/>
                </c:pt>
                <c:pt idx="6190">
                  <c:v/>
                </c:pt>
                <c:pt idx="6191">
                  <c:v/>
                </c:pt>
                <c:pt idx="6192">
                  <c:v/>
                </c:pt>
                <c:pt idx="6193">
                  <c:v/>
                </c:pt>
                <c:pt idx="6194">
                  <c:v/>
                </c:pt>
                <c:pt idx="6195">
                  <c:v/>
                </c:pt>
                <c:pt idx="6196">
                  <c:v/>
                </c:pt>
                <c:pt idx="6197">
                  <c:v/>
                </c:pt>
                <c:pt idx="6198">
                  <c:v/>
                </c:pt>
                <c:pt idx="6199">
                  <c:v/>
                </c:pt>
                <c:pt idx="6200">
                  <c:v/>
                </c:pt>
                <c:pt idx="6201">
                  <c:v/>
                </c:pt>
                <c:pt idx="6202">
                  <c:v/>
                </c:pt>
                <c:pt idx="6203">
                  <c:v/>
                </c:pt>
                <c:pt idx="6204">
                  <c:v/>
                </c:pt>
                <c:pt idx="6205">
                  <c:v/>
                </c:pt>
                <c:pt idx="6206">
                  <c:v/>
                </c:pt>
                <c:pt idx="6207">
                  <c:v/>
                </c:pt>
                <c:pt idx="6208">
                  <c:v/>
                </c:pt>
                <c:pt idx="6209">
                  <c:v/>
                </c:pt>
                <c:pt idx="6210">
                  <c:v/>
                </c:pt>
                <c:pt idx="6211">
                  <c:v/>
                </c:pt>
                <c:pt idx="6212">
                  <c:v/>
                </c:pt>
                <c:pt idx="6213">
                  <c:v/>
                </c:pt>
                <c:pt idx="6214">
                  <c:v/>
                </c:pt>
                <c:pt idx="6215">
                  <c:v/>
                </c:pt>
                <c:pt idx="6216">
                  <c:v/>
                </c:pt>
                <c:pt idx="6217">
                  <c:v/>
                </c:pt>
                <c:pt idx="6218">
                  <c:v/>
                </c:pt>
                <c:pt idx="6219">
                  <c:v/>
                </c:pt>
                <c:pt idx="6220">
                  <c:v/>
                </c:pt>
                <c:pt idx="6221">
                  <c:v/>
                </c:pt>
                <c:pt idx="6222">
                  <c:v/>
                </c:pt>
                <c:pt idx="6223">
                  <c:v/>
                </c:pt>
                <c:pt idx="6224">
                  <c:v/>
                </c:pt>
                <c:pt idx="6225">
                  <c:v/>
                </c:pt>
                <c:pt idx="6226">
                  <c:v/>
                </c:pt>
                <c:pt idx="6227">
                  <c:v/>
                </c:pt>
                <c:pt idx="6228">
                  <c:v/>
                </c:pt>
                <c:pt idx="6229">
                  <c:v/>
                </c:pt>
                <c:pt idx="6230">
                  <c:v/>
                </c:pt>
                <c:pt idx="6231">
                  <c:v/>
                </c:pt>
                <c:pt idx="6232">
                  <c:v/>
                </c:pt>
                <c:pt idx="6233">
                  <c:v/>
                </c:pt>
                <c:pt idx="6234">
                  <c:v/>
                </c:pt>
                <c:pt idx="6235">
                  <c:v/>
                </c:pt>
                <c:pt idx="6236">
                  <c:v/>
                </c:pt>
                <c:pt idx="6237">
                  <c:v/>
                </c:pt>
                <c:pt idx="6238">
                  <c:v/>
                </c:pt>
                <c:pt idx="6239">
                  <c:v/>
                </c:pt>
                <c:pt idx="6240">
                  <c:v/>
                </c:pt>
                <c:pt idx="6241">
                  <c:v/>
                </c:pt>
                <c:pt idx="6242">
                  <c:v/>
                </c:pt>
                <c:pt idx="6243">
                  <c:v/>
                </c:pt>
                <c:pt idx="6244">
                  <c:v/>
                </c:pt>
                <c:pt idx="6245">
                  <c:v/>
                </c:pt>
                <c:pt idx="6246">
                  <c:v/>
                </c:pt>
                <c:pt idx="6247">
                  <c:v/>
                </c:pt>
                <c:pt idx="6248">
                  <c:v/>
                </c:pt>
                <c:pt idx="6249">
                  <c:v/>
                </c:pt>
                <c:pt idx="6250">
                  <c:v/>
                </c:pt>
                <c:pt idx="6251">
                  <c:v/>
                </c:pt>
                <c:pt idx="6252">
                  <c:v/>
                </c:pt>
                <c:pt idx="6253">
                  <c:v/>
                </c:pt>
                <c:pt idx="6254">
                  <c:v/>
                </c:pt>
                <c:pt idx="6255">
                  <c:v/>
                </c:pt>
                <c:pt idx="6256">
                  <c:v/>
                </c:pt>
                <c:pt idx="6257">
                  <c:v/>
                </c:pt>
                <c:pt idx="6258">
                  <c:v/>
                </c:pt>
                <c:pt idx="6259">
                  <c:v/>
                </c:pt>
                <c:pt idx="6260">
                  <c:v/>
                </c:pt>
                <c:pt idx="6261">
                  <c:v/>
                </c:pt>
                <c:pt idx="6262">
                  <c:v/>
                </c:pt>
                <c:pt idx="6263">
                  <c:v/>
                </c:pt>
                <c:pt idx="6264">
                  <c:v/>
                </c:pt>
                <c:pt idx="6265">
                  <c:v/>
                </c:pt>
                <c:pt idx="6266">
                  <c:v/>
                </c:pt>
                <c:pt idx="6267">
                  <c:v/>
                </c:pt>
                <c:pt idx="6268">
                  <c:v/>
                </c:pt>
                <c:pt idx="6269">
                  <c:v/>
                </c:pt>
                <c:pt idx="6270">
                  <c:v/>
                </c:pt>
                <c:pt idx="6271">
                  <c:v/>
                </c:pt>
                <c:pt idx="6272">
                  <c:v/>
                </c:pt>
                <c:pt idx="6273">
                  <c:v/>
                </c:pt>
                <c:pt idx="6274">
                  <c:v/>
                </c:pt>
                <c:pt idx="6275">
                  <c:v/>
                </c:pt>
                <c:pt idx="6276">
                  <c:v/>
                </c:pt>
                <c:pt idx="6277">
                  <c:v/>
                </c:pt>
                <c:pt idx="6278">
                  <c:v/>
                </c:pt>
                <c:pt idx="6279">
                  <c:v/>
                </c:pt>
                <c:pt idx="6280">
                  <c:v/>
                </c:pt>
                <c:pt idx="6281">
                  <c:v/>
                </c:pt>
                <c:pt idx="6282">
                  <c:v/>
                </c:pt>
                <c:pt idx="6283">
                  <c:v/>
                </c:pt>
                <c:pt idx="6284">
                  <c:v/>
                </c:pt>
                <c:pt idx="6285">
                  <c:v/>
                </c:pt>
                <c:pt idx="6286">
                  <c:v/>
                </c:pt>
                <c:pt idx="6287">
                  <c:v/>
                </c:pt>
                <c:pt idx="6288">
                  <c:v/>
                </c:pt>
                <c:pt idx="6289">
                  <c:v/>
                </c:pt>
                <c:pt idx="6290">
                  <c:v/>
                </c:pt>
                <c:pt idx="6291">
                  <c:v/>
                </c:pt>
                <c:pt idx="6292">
                  <c:v/>
                </c:pt>
                <c:pt idx="6293">
                  <c:v/>
                </c:pt>
                <c:pt idx="6294">
                  <c:v/>
                </c:pt>
                <c:pt idx="6295">
                  <c:v/>
                </c:pt>
                <c:pt idx="6296">
                  <c:v/>
                </c:pt>
                <c:pt idx="6297">
                  <c:v/>
                </c:pt>
                <c:pt idx="6298">
                  <c:v/>
                </c:pt>
                <c:pt idx="6299">
                  <c:v/>
                </c:pt>
                <c:pt idx="6300">
                  <c:v/>
                </c:pt>
                <c:pt idx="6301">
                  <c:v/>
                </c:pt>
                <c:pt idx="6302">
                  <c:v/>
                </c:pt>
                <c:pt idx="6303">
                  <c:v/>
                </c:pt>
                <c:pt idx="6304">
                  <c:v/>
                </c:pt>
                <c:pt idx="6305">
                  <c:v/>
                </c:pt>
                <c:pt idx="6306">
                  <c:v/>
                </c:pt>
                <c:pt idx="6307">
                  <c:v/>
                </c:pt>
                <c:pt idx="6308">
                  <c:v/>
                </c:pt>
                <c:pt idx="6309">
                  <c:v/>
                </c:pt>
                <c:pt idx="6310">
                  <c:v/>
                </c:pt>
                <c:pt idx="6311">
                  <c:v/>
                </c:pt>
                <c:pt idx="6312">
                  <c:v/>
                </c:pt>
                <c:pt idx="6313">
                  <c:v/>
                </c:pt>
                <c:pt idx="6314">
                  <c:v/>
                </c:pt>
                <c:pt idx="6315">
                  <c:v/>
                </c:pt>
                <c:pt idx="6316">
                  <c:v/>
                </c:pt>
                <c:pt idx="6317">
                  <c:v/>
                </c:pt>
                <c:pt idx="6318">
                  <c:v/>
                </c:pt>
                <c:pt idx="6319">
                  <c:v/>
                </c:pt>
                <c:pt idx="6320">
                  <c:v/>
                </c:pt>
                <c:pt idx="6321">
                  <c:v/>
                </c:pt>
                <c:pt idx="6322">
                  <c:v/>
                </c:pt>
                <c:pt idx="6323">
                  <c:v/>
                </c:pt>
                <c:pt idx="6324">
                  <c:v/>
                </c:pt>
                <c:pt idx="6325">
                  <c:v/>
                </c:pt>
                <c:pt idx="6326">
                  <c:v/>
                </c:pt>
                <c:pt idx="6327">
                  <c:v/>
                </c:pt>
                <c:pt idx="6328">
                  <c:v/>
                </c:pt>
                <c:pt idx="6329">
                  <c:v/>
                </c:pt>
                <c:pt idx="6330">
                  <c:v/>
                </c:pt>
                <c:pt idx="6331">
                  <c:v/>
                </c:pt>
                <c:pt idx="6332">
                  <c:v/>
                </c:pt>
                <c:pt idx="6333">
                  <c:v/>
                </c:pt>
                <c:pt idx="6334">
                  <c:v/>
                </c:pt>
                <c:pt idx="6335">
                  <c:v/>
                </c:pt>
                <c:pt idx="6336">
                  <c:v/>
                </c:pt>
                <c:pt idx="6337">
                  <c:v/>
                </c:pt>
                <c:pt idx="6338">
                  <c:v/>
                </c:pt>
                <c:pt idx="6339">
                  <c:v/>
                </c:pt>
                <c:pt idx="6340">
                  <c:v/>
                </c:pt>
                <c:pt idx="6341">
                  <c:v/>
                </c:pt>
                <c:pt idx="6342">
                  <c:v/>
                </c:pt>
                <c:pt idx="6343">
                  <c:v/>
                </c:pt>
                <c:pt idx="6344">
                  <c:v/>
                </c:pt>
                <c:pt idx="6345">
                  <c:v/>
                </c:pt>
                <c:pt idx="6346">
                  <c:v/>
                </c:pt>
                <c:pt idx="6347">
                  <c:v/>
                </c:pt>
                <c:pt idx="6348">
                  <c:v/>
                </c:pt>
                <c:pt idx="6349">
                  <c:v/>
                </c:pt>
                <c:pt idx="6350">
                  <c:v/>
                </c:pt>
                <c:pt idx="6351">
                  <c:v/>
                </c:pt>
                <c:pt idx="6352">
                  <c:v/>
                </c:pt>
                <c:pt idx="6353">
                  <c:v/>
                </c:pt>
                <c:pt idx="6354">
                  <c:v/>
                </c:pt>
                <c:pt idx="6355">
                  <c:v/>
                </c:pt>
                <c:pt idx="6356">
                  <c:v/>
                </c:pt>
                <c:pt idx="6357">
                  <c:v/>
                </c:pt>
                <c:pt idx="6358">
                  <c:v/>
                </c:pt>
                <c:pt idx="6359">
                  <c:v/>
                </c:pt>
                <c:pt idx="6360">
                  <c:v/>
                </c:pt>
                <c:pt idx="6361">
                  <c:v/>
                </c:pt>
                <c:pt idx="6362">
                  <c:v/>
                </c:pt>
                <c:pt idx="6363">
                  <c:v/>
                </c:pt>
                <c:pt idx="6364">
                  <c:v/>
                </c:pt>
                <c:pt idx="6365">
                  <c:v/>
                </c:pt>
                <c:pt idx="6366">
                  <c:v/>
                </c:pt>
                <c:pt idx="6367">
                  <c:v/>
                </c:pt>
                <c:pt idx="6368">
                  <c:v/>
                </c:pt>
                <c:pt idx="6369">
                  <c:v/>
                </c:pt>
                <c:pt idx="6370">
                  <c:v/>
                </c:pt>
                <c:pt idx="6371">
                  <c:v/>
                </c:pt>
                <c:pt idx="6372">
                  <c:v/>
                </c:pt>
                <c:pt idx="6373">
                  <c:v/>
                </c:pt>
                <c:pt idx="6374">
                  <c:v/>
                </c:pt>
                <c:pt idx="6375">
                  <c:v/>
                </c:pt>
                <c:pt idx="6376">
                  <c:v/>
                </c:pt>
                <c:pt idx="6377">
                  <c:v/>
                </c:pt>
                <c:pt idx="6378">
                  <c:v/>
                </c:pt>
                <c:pt idx="6379">
                  <c:v/>
                </c:pt>
                <c:pt idx="6380">
                  <c:v/>
                </c:pt>
                <c:pt idx="6381">
                  <c:v/>
                </c:pt>
                <c:pt idx="6382">
                  <c:v/>
                </c:pt>
                <c:pt idx="6383">
                  <c:v/>
                </c:pt>
                <c:pt idx="6384">
                  <c:v/>
                </c:pt>
                <c:pt idx="6385">
                  <c:v/>
                </c:pt>
                <c:pt idx="6386">
                  <c:v/>
                </c:pt>
                <c:pt idx="6387">
                  <c:v/>
                </c:pt>
                <c:pt idx="6388">
                  <c:v/>
                </c:pt>
                <c:pt idx="6389">
                  <c:v/>
                </c:pt>
                <c:pt idx="6390">
                  <c:v/>
                </c:pt>
                <c:pt idx="6391">
                  <c:v/>
                </c:pt>
                <c:pt idx="6392">
                  <c:v/>
                </c:pt>
                <c:pt idx="6393">
                  <c:v/>
                </c:pt>
                <c:pt idx="6394">
                  <c:v/>
                </c:pt>
                <c:pt idx="6395">
                  <c:v/>
                </c:pt>
                <c:pt idx="6396">
                  <c:v/>
                </c:pt>
                <c:pt idx="6397">
                  <c:v/>
                </c:pt>
                <c:pt idx="6398">
                  <c:v/>
                </c:pt>
                <c:pt idx="6399">
                  <c:v/>
                </c:pt>
                <c:pt idx="6400">
                  <c:v/>
                </c:pt>
                <c:pt idx="6401">
                  <c:v/>
                </c:pt>
                <c:pt idx="6402">
                  <c:v/>
                </c:pt>
                <c:pt idx="6403">
                  <c:v/>
                </c:pt>
                <c:pt idx="6404">
                  <c:v/>
                </c:pt>
                <c:pt idx="6405">
                  <c:v/>
                </c:pt>
                <c:pt idx="6406">
                  <c:v/>
                </c:pt>
                <c:pt idx="6407">
                  <c:v/>
                </c:pt>
                <c:pt idx="6408">
                  <c:v/>
                </c:pt>
                <c:pt idx="6409">
                  <c:v/>
                </c:pt>
                <c:pt idx="6410">
                  <c:v/>
                </c:pt>
                <c:pt idx="6411">
                  <c:v/>
                </c:pt>
                <c:pt idx="6412">
                  <c:v/>
                </c:pt>
                <c:pt idx="6413">
                  <c:v/>
                </c:pt>
                <c:pt idx="6414">
                  <c:v/>
                </c:pt>
                <c:pt idx="6415">
                  <c:v/>
                </c:pt>
                <c:pt idx="6416">
                  <c:v/>
                </c:pt>
                <c:pt idx="6417">
                  <c:v/>
                </c:pt>
                <c:pt idx="6418">
                  <c:v/>
                </c:pt>
                <c:pt idx="6419">
                  <c:v/>
                </c:pt>
                <c:pt idx="6420">
                  <c:v/>
                </c:pt>
                <c:pt idx="6421">
                  <c:v/>
                </c:pt>
                <c:pt idx="6422">
                  <c:v/>
                </c:pt>
                <c:pt idx="6423">
                  <c:v/>
                </c:pt>
                <c:pt idx="6424">
                  <c:v/>
                </c:pt>
                <c:pt idx="6425">
                  <c:v/>
                </c:pt>
                <c:pt idx="6426">
                  <c:v/>
                </c:pt>
                <c:pt idx="6427">
                  <c:v/>
                </c:pt>
                <c:pt idx="6428">
                  <c:v/>
                </c:pt>
                <c:pt idx="6429">
                  <c:v/>
                </c:pt>
                <c:pt idx="6430">
                  <c:v/>
                </c:pt>
                <c:pt idx="6431">
                  <c:v/>
                </c:pt>
                <c:pt idx="6432">
                  <c:v/>
                </c:pt>
                <c:pt idx="6433">
                  <c:v/>
                </c:pt>
                <c:pt idx="6434">
                  <c:v/>
                </c:pt>
                <c:pt idx="6435">
                  <c:v/>
                </c:pt>
                <c:pt idx="6436">
                  <c:v/>
                </c:pt>
                <c:pt idx="6437">
                  <c:v/>
                </c:pt>
                <c:pt idx="6438">
                  <c:v/>
                </c:pt>
                <c:pt idx="6439">
                  <c:v/>
                </c:pt>
                <c:pt idx="6440">
                  <c:v/>
                </c:pt>
                <c:pt idx="6441">
                  <c:v/>
                </c:pt>
                <c:pt idx="6442">
                  <c:v/>
                </c:pt>
                <c:pt idx="6443">
                  <c:v/>
                </c:pt>
                <c:pt idx="6444">
                  <c:v/>
                </c:pt>
                <c:pt idx="6445">
                  <c:v/>
                </c:pt>
                <c:pt idx="6446">
                  <c:v/>
                </c:pt>
                <c:pt idx="6447">
                  <c:v/>
                </c:pt>
                <c:pt idx="6448">
                  <c:v/>
                </c:pt>
                <c:pt idx="6449">
                  <c:v/>
                </c:pt>
                <c:pt idx="6450">
                  <c:v/>
                </c:pt>
                <c:pt idx="6451">
                  <c:v/>
                </c:pt>
                <c:pt idx="6452">
                  <c:v/>
                </c:pt>
                <c:pt idx="6453">
                  <c:v/>
                </c:pt>
                <c:pt idx="6454">
                  <c:v/>
                </c:pt>
                <c:pt idx="6455">
                  <c:v/>
                </c:pt>
                <c:pt idx="6456">
                  <c:v/>
                </c:pt>
                <c:pt idx="6457">
                  <c:v/>
                </c:pt>
                <c:pt idx="6458">
                  <c:v/>
                </c:pt>
                <c:pt idx="6459">
                  <c:v/>
                </c:pt>
                <c:pt idx="6460">
                  <c:v/>
                </c:pt>
                <c:pt idx="6461">
                  <c:v/>
                </c:pt>
                <c:pt idx="6462">
                  <c:v/>
                </c:pt>
                <c:pt idx="6463">
                  <c:v/>
                </c:pt>
                <c:pt idx="6464">
                  <c:v/>
                </c:pt>
                <c:pt idx="6465">
                  <c:v/>
                </c:pt>
                <c:pt idx="6466">
                  <c:v/>
                </c:pt>
                <c:pt idx="6467">
                  <c:v/>
                </c:pt>
                <c:pt idx="6468">
                  <c:v/>
                </c:pt>
                <c:pt idx="6469">
                  <c:v/>
                </c:pt>
                <c:pt idx="6470">
                  <c:v/>
                </c:pt>
                <c:pt idx="6471">
                  <c:v/>
                </c:pt>
                <c:pt idx="6472">
                  <c:v/>
                </c:pt>
                <c:pt idx="6473">
                  <c:v/>
                </c:pt>
                <c:pt idx="6474">
                  <c:v/>
                </c:pt>
                <c:pt idx="6475">
                  <c:v/>
                </c:pt>
                <c:pt idx="6476">
                  <c:v/>
                </c:pt>
                <c:pt idx="6477">
                  <c:v/>
                </c:pt>
                <c:pt idx="6478">
                  <c:v/>
                </c:pt>
                <c:pt idx="6479">
                  <c:v/>
                </c:pt>
                <c:pt idx="6480">
                  <c:v/>
                </c:pt>
                <c:pt idx="6481">
                  <c:v/>
                </c:pt>
                <c:pt idx="6482">
                  <c:v/>
                </c:pt>
                <c:pt idx="6483">
                  <c:v/>
                </c:pt>
                <c:pt idx="6484">
                  <c:v/>
                </c:pt>
                <c:pt idx="6485">
                  <c:v/>
                </c:pt>
                <c:pt idx="6486">
                  <c:v/>
                </c:pt>
                <c:pt idx="6487">
                  <c:v/>
                </c:pt>
                <c:pt idx="6488">
                  <c:v/>
                </c:pt>
                <c:pt idx="6489">
                  <c:v/>
                </c:pt>
                <c:pt idx="6490">
                  <c:v/>
                </c:pt>
                <c:pt idx="6491">
                  <c:v/>
                </c:pt>
                <c:pt idx="6492">
                  <c:v/>
                </c:pt>
                <c:pt idx="6493">
                  <c:v/>
                </c:pt>
                <c:pt idx="6494">
                  <c:v/>
                </c:pt>
                <c:pt idx="6495">
                  <c:v/>
                </c:pt>
                <c:pt idx="6496">
                  <c:v/>
                </c:pt>
                <c:pt idx="6497">
                  <c:v/>
                </c:pt>
                <c:pt idx="6498">
                  <c:v/>
                </c:pt>
                <c:pt idx="6499">
                  <c:v/>
                </c:pt>
                <c:pt idx="6500">
                  <c:v/>
                </c:pt>
                <c:pt idx="6501">
                  <c:v/>
                </c:pt>
                <c:pt idx="6502">
                  <c:v/>
                </c:pt>
                <c:pt idx="6503">
                  <c:v/>
                </c:pt>
                <c:pt idx="6504">
                  <c:v/>
                </c:pt>
                <c:pt idx="6505">
                  <c:v/>
                </c:pt>
                <c:pt idx="6506">
                  <c:v/>
                </c:pt>
                <c:pt idx="6507">
                  <c:v/>
                </c:pt>
                <c:pt idx="6508">
                  <c:v/>
                </c:pt>
                <c:pt idx="6509">
                  <c:v/>
                </c:pt>
                <c:pt idx="6510">
                  <c:v/>
                </c:pt>
                <c:pt idx="6511">
                  <c:v/>
                </c:pt>
                <c:pt idx="6512">
                  <c:v/>
                </c:pt>
                <c:pt idx="6513">
                  <c:v/>
                </c:pt>
                <c:pt idx="6514">
                  <c:v/>
                </c:pt>
                <c:pt idx="6515">
                  <c:v/>
                </c:pt>
                <c:pt idx="6516">
                  <c:v/>
                </c:pt>
                <c:pt idx="6517">
                  <c:v/>
                </c:pt>
                <c:pt idx="6518">
                  <c:v/>
                </c:pt>
                <c:pt idx="6519">
                  <c:v/>
                </c:pt>
                <c:pt idx="6520">
                  <c:v/>
                </c:pt>
                <c:pt idx="6521">
                  <c:v/>
                </c:pt>
                <c:pt idx="6522">
                  <c:v/>
                </c:pt>
                <c:pt idx="6523">
                  <c:v/>
                </c:pt>
                <c:pt idx="6524">
                  <c:v/>
                </c:pt>
                <c:pt idx="6525">
                  <c:v/>
                </c:pt>
                <c:pt idx="6526">
                  <c:v/>
                </c:pt>
                <c:pt idx="6527">
                  <c:v/>
                </c:pt>
                <c:pt idx="6528">
                  <c:v/>
                </c:pt>
                <c:pt idx="6529">
                  <c:v/>
                </c:pt>
                <c:pt idx="6530">
                  <c:v/>
                </c:pt>
                <c:pt idx="6531">
                  <c:v/>
                </c:pt>
                <c:pt idx="6532">
                  <c:v/>
                </c:pt>
                <c:pt idx="6533">
                  <c:v/>
                </c:pt>
                <c:pt idx="6534">
                  <c:v/>
                </c:pt>
                <c:pt idx="6535">
                  <c:v/>
                </c:pt>
                <c:pt idx="6536">
                  <c:v/>
                </c:pt>
                <c:pt idx="6537">
                  <c:v/>
                </c:pt>
                <c:pt idx="6538">
                  <c:v/>
                </c:pt>
                <c:pt idx="6539">
                  <c:v/>
                </c:pt>
                <c:pt idx="6540">
                  <c:v/>
                </c:pt>
                <c:pt idx="6541">
                  <c:v/>
                </c:pt>
                <c:pt idx="6542">
                  <c:v/>
                </c:pt>
                <c:pt idx="6543">
                  <c:v/>
                </c:pt>
                <c:pt idx="6544">
                  <c:v/>
                </c:pt>
                <c:pt idx="6545">
                  <c:v/>
                </c:pt>
                <c:pt idx="6546">
                  <c:v/>
                </c:pt>
                <c:pt idx="6547">
                  <c:v/>
                </c:pt>
                <c:pt idx="6548">
                  <c:v/>
                </c:pt>
                <c:pt idx="6549">
                  <c:v/>
                </c:pt>
                <c:pt idx="6550">
                  <c:v/>
                </c:pt>
                <c:pt idx="6551">
                  <c:v/>
                </c:pt>
                <c:pt idx="6552">
                  <c:v/>
                </c:pt>
                <c:pt idx="6553">
                  <c:v/>
                </c:pt>
                <c:pt idx="6554">
                  <c:v/>
                </c:pt>
                <c:pt idx="6555">
                  <c:v/>
                </c:pt>
                <c:pt idx="6556">
                  <c:v/>
                </c:pt>
                <c:pt idx="6557">
                  <c:v/>
                </c:pt>
                <c:pt idx="6558">
                  <c:v/>
                </c:pt>
                <c:pt idx="6559">
                  <c:v/>
                </c:pt>
                <c:pt idx="6560">
                  <c:v/>
                </c:pt>
                <c:pt idx="6561">
                  <c:v/>
                </c:pt>
                <c:pt idx="6562">
                  <c:v/>
                </c:pt>
                <c:pt idx="6563">
                  <c:v/>
                </c:pt>
                <c:pt idx="6564">
                  <c:v/>
                </c:pt>
                <c:pt idx="6565">
                  <c:v/>
                </c:pt>
                <c:pt idx="6566">
                  <c:v/>
                </c:pt>
                <c:pt idx="6567">
                  <c:v/>
                </c:pt>
                <c:pt idx="6568">
                  <c:v/>
                </c:pt>
                <c:pt idx="6569">
                  <c:v/>
                </c:pt>
                <c:pt idx="6570">
                  <c:v/>
                </c:pt>
                <c:pt idx="6571">
                  <c:v/>
                </c:pt>
                <c:pt idx="6572">
                  <c:v/>
                </c:pt>
                <c:pt idx="6573">
                  <c:v/>
                </c:pt>
                <c:pt idx="6574">
                  <c:v/>
                </c:pt>
                <c:pt idx="6575">
                  <c:v/>
                </c:pt>
                <c:pt idx="6576">
                  <c:v/>
                </c:pt>
                <c:pt idx="6577">
                  <c:v/>
                </c:pt>
                <c:pt idx="6578">
                  <c:v/>
                </c:pt>
                <c:pt idx="6579">
                  <c:v/>
                </c:pt>
                <c:pt idx="6580">
                  <c:v/>
                </c:pt>
                <c:pt idx="6581">
                  <c:v/>
                </c:pt>
                <c:pt idx="6582">
                  <c:v/>
                </c:pt>
                <c:pt idx="6583">
                  <c:v/>
                </c:pt>
                <c:pt idx="6584">
                  <c:v/>
                </c:pt>
                <c:pt idx="6585">
                  <c:v/>
                </c:pt>
                <c:pt idx="6586">
                  <c:v/>
                </c:pt>
                <c:pt idx="6587">
                  <c:v/>
                </c:pt>
                <c:pt idx="6588">
                  <c:v/>
                </c:pt>
                <c:pt idx="6589">
                  <c:v/>
                </c:pt>
                <c:pt idx="6590">
                  <c:v/>
                </c:pt>
                <c:pt idx="6591">
                  <c:v/>
                </c:pt>
                <c:pt idx="6592">
                  <c:v/>
                </c:pt>
                <c:pt idx="6593">
                  <c:v/>
                </c:pt>
                <c:pt idx="6594">
                  <c:v/>
                </c:pt>
                <c:pt idx="6595">
                  <c:v/>
                </c:pt>
                <c:pt idx="6596">
                  <c:v/>
                </c:pt>
                <c:pt idx="6597">
                  <c:v/>
                </c:pt>
                <c:pt idx="6598">
                  <c:v/>
                </c:pt>
                <c:pt idx="6599">
                  <c:v/>
                </c:pt>
                <c:pt idx="6600">
                  <c:v/>
                </c:pt>
                <c:pt idx="6601">
                  <c:v/>
                </c:pt>
                <c:pt idx="6602">
                  <c:v/>
                </c:pt>
                <c:pt idx="6603">
                  <c:v/>
                </c:pt>
                <c:pt idx="6604">
                  <c:v/>
                </c:pt>
                <c:pt idx="6605">
                  <c:v/>
                </c:pt>
                <c:pt idx="6606">
                  <c:v/>
                </c:pt>
                <c:pt idx="6607">
                  <c:v/>
                </c:pt>
                <c:pt idx="6608">
                  <c:v/>
                </c:pt>
                <c:pt idx="6609">
                  <c:v/>
                </c:pt>
                <c:pt idx="6610">
                  <c:v/>
                </c:pt>
                <c:pt idx="6611">
                  <c:v/>
                </c:pt>
                <c:pt idx="6612">
                  <c:v/>
                </c:pt>
                <c:pt idx="6613">
                  <c:v/>
                </c:pt>
                <c:pt idx="6614">
                  <c:v/>
                </c:pt>
                <c:pt idx="6615">
                  <c:v/>
                </c:pt>
                <c:pt idx="6616">
                  <c:v/>
                </c:pt>
                <c:pt idx="6617">
                  <c:v/>
                </c:pt>
                <c:pt idx="6618">
                  <c:v/>
                </c:pt>
                <c:pt idx="6619">
                  <c:v/>
                </c:pt>
                <c:pt idx="6620">
                  <c:v/>
                </c:pt>
                <c:pt idx="6621">
                  <c:v/>
                </c:pt>
                <c:pt idx="6622">
                  <c:v/>
                </c:pt>
                <c:pt idx="6623">
                  <c:v/>
                </c:pt>
                <c:pt idx="6624">
                  <c:v/>
                </c:pt>
                <c:pt idx="6625">
                  <c:v/>
                </c:pt>
                <c:pt idx="6626">
                  <c:v/>
                </c:pt>
                <c:pt idx="6627">
                  <c:v/>
                </c:pt>
                <c:pt idx="6628">
                  <c:v/>
                </c:pt>
                <c:pt idx="6629">
                  <c:v/>
                </c:pt>
                <c:pt idx="6630">
                  <c:v/>
                </c:pt>
                <c:pt idx="6631">
                  <c:v/>
                </c:pt>
                <c:pt idx="6632">
                  <c:v/>
                </c:pt>
                <c:pt idx="6633">
                  <c:v/>
                </c:pt>
                <c:pt idx="6634">
                  <c:v/>
                </c:pt>
                <c:pt idx="6635">
                  <c:v/>
                </c:pt>
                <c:pt idx="6636">
                  <c:v/>
                </c:pt>
                <c:pt idx="6637">
                  <c:v/>
                </c:pt>
                <c:pt idx="6638">
                  <c:v/>
                </c:pt>
                <c:pt idx="6639">
                  <c:v/>
                </c:pt>
                <c:pt idx="6640">
                  <c:v/>
                </c:pt>
                <c:pt idx="6641">
                  <c:v/>
                </c:pt>
                <c:pt idx="6642">
                  <c:v/>
                </c:pt>
                <c:pt idx="6643">
                  <c:v/>
                </c:pt>
                <c:pt idx="6644">
                  <c:v/>
                </c:pt>
                <c:pt idx="6645">
                  <c:v/>
                </c:pt>
                <c:pt idx="6646">
                  <c:v/>
                </c:pt>
                <c:pt idx="6647">
                  <c:v/>
                </c:pt>
                <c:pt idx="6648">
                  <c:v/>
                </c:pt>
                <c:pt idx="6649">
                  <c:v/>
                </c:pt>
                <c:pt idx="6650">
                  <c:v/>
                </c:pt>
                <c:pt idx="6651">
                  <c:v/>
                </c:pt>
                <c:pt idx="6652">
                  <c:v/>
                </c:pt>
                <c:pt idx="6653">
                  <c:v/>
                </c:pt>
                <c:pt idx="6654">
                  <c:v/>
                </c:pt>
                <c:pt idx="6655">
                  <c:v/>
                </c:pt>
                <c:pt idx="6656">
                  <c:v/>
                </c:pt>
                <c:pt idx="6657">
                  <c:v/>
                </c:pt>
                <c:pt idx="6658">
                  <c:v/>
                </c:pt>
                <c:pt idx="6659">
                  <c:v/>
                </c:pt>
                <c:pt idx="6660">
                  <c:v/>
                </c:pt>
                <c:pt idx="6661">
                  <c:v/>
                </c:pt>
                <c:pt idx="6662">
                  <c:v/>
                </c:pt>
                <c:pt idx="6663">
                  <c:v/>
                </c:pt>
                <c:pt idx="6664">
                  <c:v/>
                </c:pt>
                <c:pt idx="6665">
                  <c:v/>
                </c:pt>
                <c:pt idx="6666">
                  <c:v/>
                </c:pt>
                <c:pt idx="6667">
                  <c:v/>
                </c:pt>
                <c:pt idx="6668">
                  <c:v/>
                </c:pt>
                <c:pt idx="6669">
                  <c:v/>
                </c:pt>
                <c:pt idx="6670">
                  <c:v/>
                </c:pt>
                <c:pt idx="6671">
                  <c:v/>
                </c:pt>
                <c:pt idx="6672">
                  <c:v/>
                </c:pt>
                <c:pt idx="6673">
                  <c:v/>
                </c:pt>
                <c:pt idx="6674">
                  <c:v/>
                </c:pt>
                <c:pt idx="6675">
                  <c:v/>
                </c:pt>
                <c:pt idx="6676">
                  <c:v/>
                </c:pt>
                <c:pt idx="6677">
                  <c:v/>
                </c:pt>
                <c:pt idx="6678">
                  <c:v/>
                </c:pt>
                <c:pt idx="6679">
                  <c:v/>
                </c:pt>
                <c:pt idx="6680">
                  <c:v/>
                </c:pt>
                <c:pt idx="6681">
                  <c:v/>
                </c:pt>
                <c:pt idx="6682">
                  <c:v/>
                </c:pt>
                <c:pt idx="6683">
                  <c:v/>
                </c:pt>
                <c:pt idx="6684">
                  <c:v/>
                </c:pt>
                <c:pt idx="6685">
                  <c:v/>
                </c:pt>
                <c:pt idx="6686">
                  <c:v/>
                </c:pt>
                <c:pt idx="6687">
                  <c:v/>
                </c:pt>
                <c:pt idx="6688">
                  <c:v/>
                </c:pt>
                <c:pt idx="6689">
                  <c:v/>
                </c:pt>
                <c:pt idx="6690">
                  <c:v/>
                </c:pt>
                <c:pt idx="6691">
                  <c:v/>
                </c:pt>
                <c:pt idx="6692">
                  <c:v/>
                </c:pt>
                <c:pt idx="6693">
                  <c:v/>
                </c:pt>
                <c:pt idx="6694">
                  <c:v/>
                </c:pt>
                <c:pt idx="6695">
                  <c:v/>
                </c:pt>
                <c:pt idx="6696">
                  <c:v/>
                </c:pt>
                <c:pt idx="6697">
                  <c:v/>
                </c:pt>
                <c:pt idx="6698">
                  <c:v/>
                </c:pt>
                <c:pt idx="6699">
                  <c:v/>
                </c:pt>
                <c:pt idx="6700">
                  <c:v/>
                </c:pt>
                <c:pt idx="6701">
                  <c:v/>
                </c:pt>
                <c:pt idx="6702">
                  <c:v/>
                </c:pt>
                <c:pt idx="6703">
                  <c:v/>
                </c:pt>
                <c:pt idx="6704">
                  <c:v/>
                </c:pt>
                <c:pt idx="6705">
                  <c:v/>
                </c:pt>
                <c:pt idx="6706">
                  <c:v/>
                </c:pt>
                <c:pt idx="6707">
                  <c:v/>
                </c:pt>
                <c:pt idx="6708">
                  <c:v/>
                </c:pt>
                <c:pt idx="6709">
                  <c:v/>
                </c:pt>
                <c:pt idx="6710">
                  <c:v/>
                </c:pt>
                <c:pt idx="6711">
                  <c:v/>
                </c:pt>
                <c:pt idx="6712">
                  <c:v/>
                </c:pt>
                <c:pt idx="6713">
                  <c:v/>
                </c:pt>
                <c:pt idx="6714">
                  <c:v/>
                </c:pt>
                <c:pt idx="6715">
                  <c:v/>
                </c:pt>
                <c:pt idx="6716">
                  <c:v/>
                </c:pt>
                <c:pt idx="6717">
                  <c:v/>
                </c:pt>
                <c:pt idx="6718">
                  <c:v/>
                </c:pt>
                <c:pt idx="6719">
                  <c:v/>
                </c:pt>
                <c:pt idx="6720">
                  <c:v/>
                </c:pt>
                <c:pt idx="6721">
                  <c:v/>
                </c:pt>
                <c:pt idx="6722">
                  <c:v/>
                </c:pt>
                <c:pt idx="6723">
                  <c:v/>
                </c:pt>
                <c:pt idx="6724">
                  <c:v/>
                </c:pt>
                <c:pt idx="6725">
                  <c:v/>
                </c:pt>
                <c:pt idx="6726">
                  <c:v/>
                </c:pt>
                <c:pt idx="6727">
                  <c:v/>
                </c:pt>
                <c:pt idx="6728">
                  <c:v/>
                </c:pt>
                <c:pt idx="6729">
                  <c:v/>
                </c:pt>
                <c:pt idx="6730">
                  <c:v/>
                </c:pt>
                <c:pt idx="6731">
                  <c:v/>
                </c:pt>
                <c:pt idx="6732">
                  <c:v/>
                </c:pt>
                <c:pt idx="6733">
                  <c:v/>
                </c:pt>
                <c:pt idx="6734">
                  <c:v/>
                </c:pt>
                <c:pt idx="6735">
                  <c:v/>
                </c:pt>
                <c:pt idx="6736">
                  <c:v/>
                </c:pt>
                <c:pt idx="6737">
                  <c:v/>
                </c:pt>
                <c:pt idx="6738">
                  <c:v/>
                </c:pt>
                <c:pt idx="6739">
                  <c:v/>
                </c:pt>
                <c:pt idx="6740">
                  <c:v/>
                </c:pt>
                <c:pt idx="6741">
                  <c:v/>
                </c:pt>
                <c:pt idx="6742">
                  <c:v/>
                </c:pt>
                <c:pt idx="6743">
                  <c:v/>
                </c:pt>
                <c:pt idx="6744">
                  <c:v/>
                </c:pt>
                <c:pt idx="6745">
                  <c:v/>
                </c:pt>
                <c:pt idx="6746">
                  <c:v/>
                </c:pt>
                <c:pt idx="6747">
                  <c:v/>
                </c:pt>
                <c:pt idx="6748">
                  <c:v/>
                </c:pt>
                <c:pt idx="6749">
                  <c:v/>
                </c:pt>
                <c:pt idx="6750">
                  <c:v/>
                </c:pt>
                <c:pt idx="6751">
                  <c:v/>
                </c:pt>
                <c:pt idx="6752">
                  <c:v/>
                </c:pt>
                <c:pt idx="6753">
                  <c:v/>
                </c:pt>
                <c:pt idx="6754">
                  <c:v/>
                </c:pt>
                <c:pt idx="6755">
                  <c:v/>
                </c:pt>
                <c:pt idx="6756">
                  <c:v/>
                </c:pt>
                <c:pt idx="6757">
                  <c:v/>
                </c:pt>
                <c:pt idx="6758">
                  <c:v/>
                </c:pt>
                <c:pt idx="6759">
                  <c:v/>
                </c:pt>
                <c:pt idx="6760">
                  <c:v/>
                </c:pt>
                <c:pt idx="6761">
                  <c:v/>
                </c:pt>
                <c:pt idx="6762">
                  <c:v/>
                </c:pt>
                <c:pt idx="6763">
                  <c:v/>
                </c:pt>
                <c:pt idx="6764">
                  <c:v/>
                </c:pt>
                <c:pt idx="6765">
                  <c:v/>
                </c:pt>
                <c:pt idx="6766">
                  <c:v/>
                </c:pt>
                <c:pt idx="6767">
                  <c:v/>
                </c:pt>
                <c:pt idx="6768">
                  <c:v/>
                </c:pt>
                <c:pt idx="6769">
                  <c:v/>
                </c:pt>
                <c:pt idx="6770">
                  <c:v/>
                </c:pt>
                <c:pt idx="6771">
                  <c:v/>
                </c:pt>
                <c:pt idx="6772">
                  <c:v/>
                </c:pt>
                <c:pt idx="6773">
                  <c:v/>
                </c:pt>
                <c:pt idx="6774">
                  <c:v/>
                </c:pt>
                <c:pt idx="6775">
                  <c:v/>
                </c:pt>
                <c:pt idx="6776">
                  <c:v/>
                </c:pt>
                <c:pt idx="6777">
                  <c:v/>
                </c:pt>
                <c:pt idx="6778">
                  <c:v/>
                </c:pt>
                <c:pt idx="6779">
                  <c:v/>
                </c:pt>
                <c:pt idx="6780">
                  <c:v/>
                </c:pt>
                <c:pt idx="6781">
                  <c:v/>
                </c:pt>
                <c:pt idx="6782">
                  <c:v/>
                </c:pt>
                <c:pt idx="6783">
                  <c:v/>
                </c:pt>
                <c:pt idx="6784">
                  <c:v/>
                </c:pt>
                <c:pt idx="6785">
                  <c:v/>
                </c:pt>
                <c:pt idx="6786">
                  <c:v/>
                </c:pt>
                <c:pt idx="6787">
                  <c:v/>
                </c:pt>
                <c:pt idx="6788">
                  <c:v/>
                </c:pt>
                <c:pt idx="6789">
                  <c:v/>
                </c:pt>
                <c:pt idx="6790">
                  <c:v/>
                </c:pt>
                <c:pt idx="6791">
                  <c:v/>
                </c:pt>
                <c:pt idx="6792">
                  <c:v/>
                </c:pt>
                <c:pt idx="6793">
                  <c:v/>
                </c:pt>
                <c:pt idx="6794">
                  <c:v/>
                </c:pt>
                <c:pt idx="6795">
                  <c:v/>
                </c:pt>
                <c:pt idx="6796">
                  <c:v/>
                </c:pt>
                <c:pt idx="6797">
                  <c:v/>
                </c:pt>
                <c:pt idx="6798">
                  <c:v/>
                </c:pt>
                <c:pt idx="6799">
                  <c:v/>
                </c:pt>
                <c:pt idx="6800">
                  <c:v/>
                </c:pt>
                <c:pt idx="6801">
                  <c:v/>
                </c:pt>
                <c:pt idx="6802">
                  <c:v/>
                </c:pt>
                <c:pt idx="6803">
                  <c:v/>
                </c:pt>
                <c:pt idx="6804">
                  <c:v/>
                </c:pt>
                <c:pt idx="6805">
                  <c:v/>
                </c:pt>
                <c:pt idx="6806">
                  <c:v/>
                </c:pt>
                <c:pt idx="6807">
                  <c:v/>
                </c:pt>
                <c:pt idx="6808">
                  <c:v/>
                </c:pt>
                <c:pt idx="6809">
                  <c:v/>
                </c:pt>
                <c:pt idx="6810">
                  <c:v/>
                </c:pt>
                <c:pt idx="6811">
                  <c:v/>
                </c:pt>
                <c:pt idx="6812">
                  <c:v/>
                </c:pt>
                <c:pt idx="6813">
                  <c:v/>
                </c:pt>
                <c:pt idx="6814">
                  <c:v/>
                </c:pt>
                <c:pt idx="6815">
                  <c:v/>
                </c:pt>
                <c:pt idx="6816">
                  <c:v/>
                </c:pt>
                <c:pt idx="6817">
                  <c:v/>
                </c:pt>
                <c:pt idx="6818">
                  <c:v/>
                </c:pt>
                <c:pt idx="6819">
                  <c:v/>
                </c:pt>
                <c:pt idx="6820">
                  <c:v/>
                </c:pt>
                <c:pt idx="6821">
                  <c:v/>
                </c:pt>
                <c:pt idx="6822">
                  <c:v/>
                </c:pt>
                <c:pt idx="6823">
                  <c:v/>
                </c:pt>
                <c:pt idx="6824">
                  <c:v/>
                </c:pt>
                <c:pt idx="6825">
                  <c:v/>
                </c:pt>
                <c:pt idx="6826">
                  <c:v/>
                </c:pt>
                <c:pt idx="6827">
                  <c:v/>
                </c:pt>
                <c:pt idx="6828">
                  <c:v/>
                </c:pt>
                <c:pt idx="6829">
                  <c:v/>
                </c:pt>
                <c:pt idx="6830">
                  <c:v/>
                </c:pt>
                <c:pt idx="6831">
                  <c:v/>
                </c:pt>
                <c:pt idx="6832">
                  <c:v/>
                </c:pt>
                <c:pt idx="6833">
                  <c:v/>
                </c:pt>
                <c:pt idx="6834">
                  <c:v/>
                </c:pt>
                <c:pt idx="6835">
                  <c:v/>
                </c:pt>
                <c:pt idx="6836">
                  <c:v/>
                </c:pt>
                <c:pt idx="6837">
                  <c:v/>
                </c:pt>
                <c:pt idx="6838">
                  <c:v/>
                </c:pt>
                <c:pt idx="6839">
                  <c:v/>
                </c:pt>
                <c:pt idx="6840">
                  <c:v/>
                </c:pt>
                <c:pt idx="6841">
                  <c:v/>
                </c:pt>
                <c:pt idx="6842">
                  <c:v/>
                </c:pt>
                <c:pt idx="6843">
                  <c:v/>
                </c:pt>
                <c:pt idx="6844">
                  <c:v/>
                </c:pt>
                <c:pt idx="6845">
                  <c:v/>
                </c:pt>
                <c:pt idx="6846">
                  <c:v/>
                </c:pt>
                <c:pt idx="6847">
                  <c:v/>
                </c:pt>
                <c:pt idx="6848">
                  <c:v/>
                </c:pt>
                <c:pt idx="6849">
                  <c:v/>
                </c:pt>
                <c:pt idx="6850">
                  <c:v/>
                </c:pt>
                <c:pt idx="6851">
                  <c:v/>
                </c:pt>
                <c:pt idx="6852">
                  <c:v/>
                </c:pt>
                <c:pt idx="6853">
                  <c:v/>
                </c:pt>
                <c:pt idx="6854">
                  <c:v/>
                </c:pt>
                <c:pt idx="6855">
                  <c:v/>
                </c:pt>
                <c:pt idx="6856">
                  <c:v/>
                </c:pt>
                <c:pt idx="6857">
                  <c:v/>
                </c:pt>
                <c:pt idx="6858">
                  <c:v/>
                </c:pt>
                <c:pt idx="6859">
                  <c:v/>
                </c:pt>
                <c:pt idx="6860">
                  <c:v/>
                </c:pt>
                <c:pt idx="6861">
                  <c:v/>
                </c:pt>
                <c:pt idx="6862">
                  <c:v/>
                </c:pt>
                <c:pt idx="6863">
                  <c:v/>
                </c:pt>
                <c:pt idx="6864">
                  <c:v/>
                </c:pt>
                <c:pt idx="6865">
                  <c:v/>
                </c:pt>
                <c:pt idx="6866">
                  <c:v/>
                </c:pt>
                <c:pt idx="6867">
                  <c:v/>
                </c:pt>
                <c:pt idx="6868">
                  <c:v/>
                </c:pt>
                <c:pt idx="6869">
                  <c:v/>
                </c:pt>
                <c:pt idx="6870">
                  <c:v/>
                </c:pt>
                <c:pt idx="6871">
                  <c:v/>
                </c:pt>
                <c:pt idx="6872">
                  <c:v/>
                </c:pt>
                <c:pt idx="6873">
                  <c:v/>
                </c:pt>
                <c:pt idx="6874">
                  <c:v/>
                </c:pt>
                <c:pt idx="6875">
                  <c:v/>
                </c:pt>
                <c:pt idx="6876">
                  <c:v/>
                </c:pt>
                <c:pt idx="6877">
                  <c:v/>
                </c:pt>
                <c:pt idx="6878">
                  <c:v/>
                </c:pt>
                <c:pt idx="6879">
                  <c:v/>
                </c:pt>
                <c:pt idx="6880">
                  <c:v/>
                </c:pt>
                <c:pt idx="6881">
                  <c:v/>
                </c:pt>
                <c:pt idx="6882">
                  <c:v/>
                </c:pt>
                <c:pt idx="6883">
                  <c:v/>
                </c:pt>
                <c:pt idx="6884">
                  <c:v/>
                </c:pt>
                <c:pt idx="6885">
                  <c:v/>
                </c:pt>
                <c:pt idx="6886">
                  <c:v/>
                </c:pt>
                <c:pt idx="6887">
                  <c:v/>
                </c:pt>
                <c:pt idx="6888">
                  <c:v/>
                </c:pt>
                <c:pt idx="6889">
                  <c:v/>
                </c:pt>
                <c:pt idx="6890">
                  <c:v/>
                </c:pt>
                <c:pt idx="6891">
                  <c:v/>
                </c:pt>
                <c:pt idx="6892">
                  <c:v/>
                </c:pt>
                <c:pt idx="6893">
                  <c:v/>
                </c:pt>
                <c:pt idx="6894">
                  <c:v/>
                </c:pt>
                <c:pt idx="6895">
                  <c:v/>
                </c:pt>
                <c:pt idx="6896">
                  <c:v/>
                </c:pt>
                <c:pt idx="6897">
                  <c:v/>
                </c:pt>
                <c:pt idx="6898">
                  <c:v/>
                </c:pt>
                <c:pt idx="6899">
                  <c:v/>
                </c:pt>
                <c:pt idx="6900">
                  <c:v/>
                </c:pt>
                <c:pt idx="6901">
                  <c:v/>
                </c:pt>
                <c:pt idx="6902">
                  <c:v/>
                </c:pt>
                <c:pt idx="6903">
                  <c:v/>
                </c:pt>
                <c:pt idx="6904">
                  <c:v/>
                </c:pt>
                <c:pt idx="6905">
                  <c:v/>
                </c:pt>
                <c:pt idx="6906">
                  <c:v/>
                </c:pt>
                <c:pt idx="6907">
                  <c:v/>
                </c:pt>
                <c:pt idx="6908">
                  <c:v/>
                </c:pt>
                <c:pt idx="6909">
                  <c:v/>
                </c:pt>
                <c:pt idx="6910">
                  <c:v/>
                </c:pt>
                <c:pt idx="6911">
                  <c:v/>
                </c:pt>
                <c:pt idx="6912">
                  <c:v/>
                </c:pt>
                <c:pt idx="6913">
                  <c:v/>
                </c:pt>
                <c:pt idx="6914">
                  <c:v/>
                </c:pt>
                <c:pt idx="6915">
                  <c:v/>
                </c:pt>
                <c:pt idx="6916">
                  <c:v/>
                </c:pt>
                <c:pt idx="6917">
                  <c:v/>
                </c:pt>
                <c:pt idx="6918">
                  <c:v/>
                </c:pt>
                <c:pt idx="6919">
                  <c:v/>
                </c:pt>
                <c:pt idx="6920">
                  <c:v/>
                </c:pt>
                <c:pt idx="6921">
                  <c:v/>
                </c:pt>
                <c:pt idx="6922">
                  <c:v/>
                </c:pt>
                <c:pt idx="6923">
                  <c:v/>
                </c:pt>
                <c:pt idx="6924">
                  <c:v/>
                </c:pt>
                <c:pt idx="6925">
                  <c:v/>
                </c:pt>
                <c:pt idx="6926">
                  <c:v/>
                </c:pt>
                <c:pt idx="6927">
                  <c:v/>
                </c:pt>
                <c:pt idx="6928">
                  <c:v/>
                </c:pt>
                <c:pt idx="6929">
                  <c:v/>
                </c:pt>
                <c:pt idx="6930">
                  <c:v/>
                </c:pt>
                <c:pt idx="6931">
                  <c:v/>
                </c:pt>
                <c:pt idx="6932">
                  <c:v/>
                </c:pt>
                <c:pt idx="6933">
                  <c:v/>
                </c:pt>
                <c:pt idx="6934">
                  <c:v/>
                </c:pt>
                <c:pt idx="6935">
                  <c:v/>
                </c:pt>
                <c:pt idx="6936">
                  <c:v/>
                </c:pt>
                <c:pt idx="6937">
                  <c:v/>
                </c:pt>
                <c:pt idx="6938">
                  <c:v/>
                </c:pt>
                <c:pt idx="6939">
                  <c:v/>
                </c:pt>
                <c:pt idx="6940">
                  <c:v/>
                </c:pt>
                <c:pt idx="6941">
                  <c:v/>
                </c:pt>
                <c:pt idx="6942">
                  <c:v/>
                </c:pt>
                <c:pt idx="6943">
                  <c:v/>
                </c:pt>
                <c:pt idx="6944">
                  <c:v/>
                </c:pt>
                <c:pt idx="6945">
                  <c:v/>
                </c:pt>
                <c:pt idx="6946">
                  <c:v/>
                </c:pt>
                <c:pt idx="6947">
                  <c:v/>
                </c:pt>
                <c:pt idx="6948">
                  <c:v/>
                </c:pt>
                <c:pt idx="6949">
                  <c:v/>
                </c:pt>
                <c:pt idx="6950">
                  <c:v/>
                </c:pt>
                <c:pt idx="6951">
                  <c:v/>
                </c:pt>
                <c:pt idx="6952">
                  <c:v/>
                </c:pt>
                <c:pt idx="6953">
                  <c:v/>
                </c:pt>
                <c:pt idx="6954">
                  <c:v/>
                </c:pt>
                <c:pt idx="6955">
                  <c:v/>
                </c:pt>
                <c:pt idx="6956">
                  <c:v/>
                </c:pt>
                <c:pt idx="6957">
                  <c:v/>
                </c:pt>
                <c:pt idx="6958">
                  <c:v/>
                </c:pt>
                <c:pt idx="6959">
                  <c:v/>
                </c:pt>
                <c:pt idx="6960">
                  <c:v/>
                </c:pt>
                <c:pt idx="6961">
                  <c:v/>
                </c:pt>
                <c:pt idx="6962">
                  <c:v/>
                </c:pt>
                <c:pt idx="6963">
                  <c:v/>
                </c:pt>
                <c:pt idx="6964">
                  <c:v/>
                </c:pt>
                <c:pt idx="6965">
                  <c:v/>
                </c:pt>
                <c:pt idx="6966">
                  <c:v/>
                </c:pt>
                <c:pt idx="6967">
                  <c:v/>
                </c:pt>
                <c:pt idx="6968">
                  <c:v/>
                </c:pt>
                <c:pt idx="6969">
                  <c:v/>
                </c:pt>
                <c:pt idx="6970">
                  <c:v/>
                </c:pt>
                <c:pt idx="6971">
                  <c:v/>
                </c:pt>
                <c:pt idx="6972">
                  <c:v/>
                </c:pt>
                <c:pt idx="6973">
                  <c:v/>
                </c:pt>
                <c:pt idx="6974">
                  <c:v/>
                </c:pt>
                <c:pt idx="6975">
                  <c:v/>
                </c:pt>
                <c:pt idx="6976">
                  <c:v/>
                </c:pt>
                <c:pt idx="6977">
                  <c:v/>
                </c:pt>
                <c:pt idx="6978">
                  <c:v/>
                </c:pt>
                <c:pt idx="6979">
                  <c:v/>
                </c:pt>
                <c:pt idx="6980">
                  <c:v/>
                </c:pt>
                <c:pt idx="6981">
                  <c:v/>
                </c:pt>
                <c:pt idx="6982">
                  <c:v/>
                </c:pt>
                <c:pt idx="6983">
                  <c:v/>
                </c:pt>
                <c:pt idx="6984">
                  <c:v/>
                </c:pt>
                <c:pt idx="6985">
                  <c:v/>
                </c:pt>
                <c:pt idx="6986">
                  <c:v/>
                </c:pt>
                <c:pt idx="6987">
                  <c:v/>
                </c:pt>
                <c:pt idx="6988">
                  <c:v/>
                </c:pt>
                <c:pt idx="6989">
                  <c:v/>
                </c:pt>
                <c:pt idx="6990">
                  <c:v/>
                </c:pt>
                <c:pt idx="6991">
                  <c:v/>
                </c:pt>
                <c:pt idx="6992">
                  <c:v/>
                </c:pt>
                <c:pt idx="6993">
                  <c:v/>
                </c:pt>
                <c:pt idx="6994">
                  <c:v/>
                </c:pt>
                <c:pt idx="6995">
                  <c:v/>
                </c:pt>
                <c:pt idx="6996">
                  <c:v/>
                </c:pt>
                <c:pt idx="6997">
                  <c:v/>
                </c:pt>
                <c:pt idx="6998">
                  <c:v/>
                </c:pt>
                <c:pt idx="6999">
                  <c:v/>
                </c:pt>
                <c:pt idx="7000">
                  <c:v/>
                </c:pt>
                <c:pt idx="7001">
                  <c:v/>
                </c:pt>
                <c:pt idx="7002">
                  <c:v/>
                </c:pt>
                <c:pt idx="7003">
                  <c:v/>
                </c:pt>
                <c:pt idx="7004">
                  <c:v/>
                </c:pt>
                <c:pt idx="7005">
                  <c:v/>
                </c:pt>
                <c:pt idx="7006">
                  <c:v/>
                </c:pt>
                <c:pt idx="7007">
                  <c:v/>
                </c:pt>
                <c:pt idx="7008">
                  <c:v/>
                </c:pt>
                <c:pt idx="7009">
                  <c:v/>
                </c:pt>
                <c:pt idx="7010">
                  <c:v/>
                </c:pt>
                <c:pt idx="7011">
                  <c:v/>
                </c:pt>
                <c:pt idx="7012">
                  <c:v/>
                </c:pt>
                <c:pt idx="7013">
                  <c:v/>
                </c:pt>
                <c:pt idx="7014">
                  <c:v/>
                </c:pt>
                <c:pt idx="7015">
                  <c:v/>
                </c:pt>
                <c:pt idx="7016">
                  <c:v/>
                </c:pt>
                <c:pt idx="7017">
                  <c:v/>
                </c:pt>
                <c:pt idx="7018">
                  <c:v/>
                </c:pt>
                <c:pt idx="7019">
                  <c:v/>
                </c:pt>
                <c:pt idx="7020">
                  <c:v/>
                </c:pt>
                <c:pt idx="7021">
                  <c:v/>
                </c:pt>
                <c:pt idx="7022">
                  <c:v/>
                </c:pt>
                <c:pt idx="7023">
                  <c:v/>
                </c:pt>
                <c:pt idx="7024">
                  <c:v/>
                </c:pt>
                <c:pt idx="7025">
                  <c:v/>
                </c:pt>
                <c:pt idx="7026">
                  <c:v/>
                </c:pt>
                <c:pt idx="7027">
                  <c:v/>
                </c:pt>
                <c:pt idx="7028">
                  <c:v/>
                </c:pt>
                <c:pt idx="7029">
                  <c:v/>
                </c:pt>
                <c:pt idx="7030">
                  <c:v/>
                </c:pt>
                <c:pt idx="7031">
                  <c:v/>
                </c:pt>
                <c:pt idx="7032">
                  <c:v/>
                </c:pt>
                <c:pt idx="7033">
                  <c:v/>
                </c:pt>
                <c:pt idx="7034">
                  <c:v/>
                </c:pt>
                <c:pt idx="7035">
                  <c:v/>
                </c:pt>
                <c:pt idx="7036">
                  <c:v/>
                </c:pt>
                <c:pt idx="7037">
                  <c:v/>
                </c:pt>
                <c:pt idx="7038">
                  <c:v/>
                </c:pt>
                <c:pt idx="7039">
                  <c:v/>
                </c:pt>
                <c:pt idx="7040">
                  <c:v/>
                </c:pt>
                <c:pt idx="7041">
                  <c:v/>
                </c:pt>
                <c:pt idx="7042">
                  <c:v/>
                </c:pt>
                <c:pt idx="7043">
                  <c:v/>
                </c:pt>
                <c:pt idx="7044">
                  <c:v/>
                </c:pt>
                <c:pt idx="7045">
                  <c:v/>
                </c:pt>
                <c:pt idx="7046">
                  <c:v/>
                </c:pt>
                <c:pt idx="7047">
                  <c:v/>
                </c:pt>
                <c:pt idx="7048">
                  <c:v/>
                </c:pt>
                <c:pt idx="7049">
                  <c:v/>
                </c:pt>
                <c:pt idx="7050">
                  <c:v/>
                </c:pt>
                <c:pt idx="7051">
                  <c:v/>
                </c:pt>
                <c:pt idx="7052">
                  <c:v/>
                </c:pt>
                <c:pt idx="7053">
                  <c:v/>
                </c:pt>
                <c:pt idx="7054">
                  <c:v/>
                </c:pt>
                <c:pt idx="7055">
                  <c:v/>
                </c:pt>
                <c:pt idx="7056">
                  <c:v/>
                </c:pt>
                <c:pt idx="7057">
                  <c:v/>
                </c:pt>
                <c:pt idx="7058">
                  <c:v/>
                </c:pt>
                <c:pt idx="7059">
                  <c:v/>
                </c:pt>
                <c:pt idx="7060">
                  <c:v/>
                </c:pt>
                <c:pt idx="7061">
                  <c:v/>
                </c:pt>
                <c:pt idx="7062">
                  <c:v/>
                </c:pt>
                <c:pt idx="7063">
                  <c:v/>
                </c:pt>
                <c:pt idx="7064">
                  <c:v/>
                </c:pt>
                <c:pt idx="7065">
                  <c:v/>
                </c:pt>
                <c:pt idx="7066">
                  <c:v/>
                </c:pt>
                <c:pt idx="7067">
                  <c:v/>
                </c:pt>
                <c:pt idx="7068">
                  <c:v/>
                </c:pt>
                <c:pt idx="7069">
                  <c:v/>
                </c:pt>
                <c:pt idx="7070">
                  <c:v/>
                </c:pt>
                <c:pt idx="7071">
                  <c:v/>
                </c:pt>
                <c:pt idx="7072">
                  <c:v/>
                </c:pt>
                <c:pt idx="7073">
                  <c:v/>
                </c:pt>
                <c:pt idx="7074">
                  <c:v/>
                </c:pt>
                <c:pt idx="7075">
                  <c:v/>
                </c:pt>
                <c:pt idx="7076">
                  <c:v/>
                </c:pt>
                <c:pt idx="7077">
                  <c:v/>
                </c:pt>
                <c:pt idx="7078">
                  <c:v/>
                </c:pt>
                <c:pt idx="7079">
                  <c:v/>
                </c:pt>
                <c:pt idx="7080">
                  <c:v/>
                </c:pt>
                <c:pt idx="7081">
                  <c:v/>
                </c:pt>
                <c:pt idx="7082">
                  <c:v/>
                </c:pt>
                <c:pt idx="7083">
                  <c:v/>
                </c:pt>
                <c:pt idx="7084">
                  <c:v/>
                </c:pt>
                <c:pt idx="7085">
                  <c:v/>
                </c:pt>
                <c:pt idx="7086">
                  <c:v/>
                </c:pt>
                <c:pt idx="7087">
                  <c:v/>
                </c:pt>
                <c:pt idx="7088">
                  <c:v/>
                </c:pt>
                <c:pt idx="7089">
                  <c:v/>
                </c:pt>
                <c:pt idx="7090">
                  <c:v/>
                </c:pt>
                <c:pt idx="7091">
                  <c:v/>
                </c:pt>
                <c:pt idx="7092">
                  <c:v/>
                </c:pt>
                <c:pt idx="7093">
                  <c:v/>
                </c:pt>
                <c:pt idx="7094">
                  <c:v/>
                </c:pt>
                <c:pt idx="7095">
                  <c:v/>
                </c:pt>
                <c:pt idx="7096">
                  <c:v/>
                </c:pt>
                <c:pt idx="7097">
                  <c:v/>
                </c:pt>
                <c:pt idx="7098">
                  <c:v/>
                </c:pt>
                <c:pt idx="7099">
                  <c:v/>
                </c:pt>
                <c:pt idx="7100">
                  <c:v/>
                </c:pt>
                <c:pt idx="7101">
                  <c:v/>
                </c:pt>
                <c:pt idx="7102">
                  <c:v/>
                </c:pt>
                <c:pt idx="7103">
                  <c:v/>
                </c:pt>
                <c:pt idx="7104">
                  <c:v/>
                </c:pt>
                <c:pt idx="7105">
                  <c:v/>
                </c:pt>
                <c:pt idx="7106">
                  <c:v/>
                </c:pt>
                <c:pt idx="7107">
                  <c:v/>
                </c:pt>
                <c:pt idx="7108">
                  <c:v/>
                </c:pt>
                <c:pt idx="7109">
                  <c:v/>
                </c:pt>
                <c:pt idx="7110">
                  <c:v/>
                </c:pt>
                <c:pt idx="7111">
                  <c:v/>
                </c:pt>
                <c:pt idx="7112">
                  <c:v/>
                </c:pt>
                <c:pt idx="7113">
                  <c:v/>
                </c:pt>
                <c:pt idx="7114">
                  <c:v/>
                </c:pt>
                <c:pt idx="7115">
                  <c:v/>
                </c:pt>
                <c:pt idx="7116">
                  <c:v/>
                </c:pt>
                <c:pt idx="7117">
                  <c:v/>
                </c:pt>
                <c:pt idx="7118">
                  <c:v/>
                </c:pt>
                <c:pt idx="7119">
                  <c:v/>
                </c:pt>
                <c:pt idx="7120">
                  <c:v/>
                </c:pt>
                <c:pt idx="7121">
                  <c:v/>
                </c:pt>
                <c:pt idx="7122">
                  <c:v/>
                </c:pt>
                <c:pt idx="7123">
                  <c:v/>
                </c:pt>
                <c:pt idx="7124">
                  <c:v/>
                </c:pt>
                <c:pt idx="7125">
                  <c:v/>
                </c:pt>
                <c:pt idx="7126">
                  <c:v/>
                </c:pt>
                <c:pt idx="7127">
                  <c:v/>
                </c:pt>
                <c:pt idx="7128">
                  <c:v/>
                </c:pt>
                <c:pt idx="7129">
                  <c:v/>
                </c:pt>
                <c:pt idx="7130">
                  <c:v/>
                </c:pt>
                <c:pt idx="7131">
                  <c:v/>
                </c:pt>
                <c:pt idx="7132">
                  <c:v/>
                </c:pt>
                <c:pt idx="7133">
                  <c:v/>
                </c:pt>
                <c:pt idx="7134">
                  <c:v/>
                </c:pt>
                <c:pt idx="7135">
                  <c:v/>
                </c:pt>
                <c:pt idx="7136">
                  <c:v/>
                </c:pt>
                <c:pt idx="7137">
                  <c:v/>
                </c:pt>
                <c:pt idx="7138">
                  <c:v/>
                </c:pt>
                <c:pt idx="7139">
                  <c:v/>
                </c:pt>
                <c:pt idx="7140">
                  <c:v/>
                </c:pt>
                <c:pt idx="7141">
                  <c:v/>
                </c:pt>
                <c:pt idx="7142">
                  <c:v/>
                </c:pt>
                <c:pt idx="7143">
                  <c:v/>
                </c:pt>
                <c:pt idx="7144">
                  <c:v/>
                </c:pt>
                <c:pt idx="7145">
                  <c:v/>
                </c:pt>
                <c:pt idx="7146">
                  <c:v/>
                </c:pt>
                <c:pt idx="7147">
                  <c:v/>
                </c:pt>
                <c:pt idx="7148">
                  <c:v/>
                </c:pt>
                <c:pt idx="7149">
                  <c:v/>
                </c:pt>
                <c:pt idx="7150">
                  <c:v/>
                </c:pt>
                <c:pt idx="7151">
                  <c:v/>
                </c:pt>
                <c:pt idx="7152">
                  <c:v/>
                </c:pt>
                <c:pt idx="7153">
                  <c:v/>
                </c:pt>
                <c:pt idx="7154">
                  <c:v/>
                </c:pt>
                <c:pt idx="7155">
                  <c:v/>
                </c:pt>
                <c:pt idx="7156">
                  <c:v/>
                </c:pt>
                <c:pt idx="7157">
                  <c:v/>
                </c:pt>
                <c:pt idx="7158">
                  <c:v/>
                </c:pt>
                <c:pt idx="7159">
                  <c:v/>
                </c:pt>
                <c:pt idx="7160">
                  <c:v/>
                </c:pt>
                <c:pt idx="7161">
                  <c:v/>
                </c:pt>
                <c:pt idx="7162">
                  <c:v/>
                </c:pt>
                <c:pt idx="7163">
                  <c:v/>
                </c:pt>
                <c:pt idx="7164">
                  <c:v/>
                </c:pt>
                <c:pt idx="7165">
                  <c:v/>
                </c:pt>
                <c:pt idx="7166">
                  <c:v/>
                </c:pt>
                <c:pt idx="7167">
                  <c:v/>
                </c:pt>
                <c:pt idx="7168">
                  <c:v/>
                </c:pt>
                <c:pt idx="7169">
                  <c:v/>
                </c:pt>
                <c:pt idx="7170">
                  <c:v/>
                </c:pt>
                <c:pt idx="7171">
                  <c:v/>
                </c:pt>
                <c:pt idx="7172">
                  <c:v/>
                </c:pt>
                <c:pt idx="7173">
                  <c:v/>
                </c:pt>
                <c:pt idx="7174">
                  <c:v/>
                </c:pt>
                <c:pt idx="7175">
                  <c:v/>
                </c:pt>
                <c:pt idx="7176">
                  <c:v/>
                </c:pt>
                <c:pt idx="7177">
                  <c:v/>
                </c:pt>
                <c:pt idx="7178">
                  <c:v/>
                </c:pt>
                <c:pt idx="7179">
                  <c:v/>
                </c:pt>
                <c:pt idx="7180">
                  <c:v/>
                </c:pt>
                <c:pt idx="7181">
                  <c:v/>
                </c:pt>
                <c:pt idx="7182">
                  <c:v/>
                </c:pt>
                <c:pt idx="7183">
                  <c:v/>
                </c:pt>
                <c:pt idx="7184">
                  <c:v/>
                </c:pt>
                <c:pt idx="7185">
                  <c:v/>
                </c:pt>
                <c:pt idx="7186">
                  <c:v/>
                </c:pt>
                <c:pt idx="7187">
                  <c:v/>
                </c:pt>
                <c:pt idx="7188">
                  <c:v/>
                </c:pt>
                <c:pt idx="7189">
                  <c:v/>
                </c:pt>
                <c:pt idx="7190">
                  <c:v/>
                </c:pt>
                <c:pt idx="7191">
                  <c:v/>
                </c:pt>
                <c:pt idx="7192">
                  <c:v/>
                </c:pt>
                <c:pt idx="7193">
                  <c:v/>
                </c:pt>
                <c:pt idx="7194">
                  <c:v/>
                </c:pt>
                <c:pt idx="7195">
                  <c:v/>
                </c:pt>
                <c:pt idx="7196">
                  <c:v/>
                </c:pt>
                <c:pt idx="7197">
                  <c:v/>
                </c:pt>
                <c:pt idx="7198">
                  <c:v/>
                </c:pt>
                <c:pt idx="7199">
                  <c:v/>
                </c:pt>
                <c:pt idx="7200">
                  <c:v/>
                </c:pt>
                <c:pt idx="7201">
                  <c:v/>
                </c:pt>
                <c:pt idx="7202">
                  <c:v/>
                </c:pt>
                <c:pt idx="7203">
                  <c:v/>
                </c:pt>
                <c:pt idx="7204">
                  <c:v/>
                </c:pt>
                <c:pt idx="7205">
                  <c:v/>
                </c:pt>
                <c:pt idx="7206">
                  <c:v/>
                </c:pt>
                <c:pt idx="7207">
                  <c:v/>
                </c:pt>
                <c:pt idx="7208">
                  <c:v/>
                </c:pt>
                <c:pt idx="7209">
                  <c:v/>
                </c:pt>
                <c:pt idx="7210">
                  <c:v/>
                </c:pt>
                <c:pt idx="7211">
                  <c:v/>
                </c:pt>
                <c:pt idx="7212">
                  <c:v/>
                </c:pt>
                <c:pt idx="7213">
                  <c:v/>
                </c:pt>
                <c:pt idx="7214">
                  <c:v/>
                </c:pt>
                <c:pt idx="7215">
                  <c:v/>
                </c:pt>
                <c:pt idx="7216">
                  <c:v/>
                </c:pt>
                <c:pt idx="7217">
                  <c:v/>
                </c:pt>
                <c:pt idx="7218">
                  <c:v/>
                </c:pt>
                <c:pt idx="7219">
                  <c:v/>
                </c:pt>
                <c:pt idx="7220">
                  <c:v/>
                </c:pt>
                <c:pt idx="7221">
                  <c:v/>
                </c:pt>
                <c:pt idx="7222">
                  <c:v/>
                </c:pt>
                <c:pt idx="7223">
                  <c:v/>
                </c:pt>
                <c:pt idx="7224">
                  <c:v/>
                </c:pt>
                <c:pt idx="7225">
                  <c:v/>
                </c:pt>
                <c:pt idx="7226">
                  <c:v/>
                </c:pt>
                <c:pt idx="7227">
                  <c:v/>
                </c:pt>
                <c:pt idx="7228">
                  <c:v/>
                </c:pt>
                <c:pt idx="7229">
                  <c:v/>
                </c:pt>
                <c:pt idx="7230">
                  <c:v/>
                </c:pt>
                <c:pt idx="7231">
                  <c:v/>
                </c:pt>
                <c:pt idx="7232">
                  <c:v/>
                </c:pt>
                <c:pt idx="7233">
                  <c:v/>
                </c:pt>
                <c:pt idx="7234">
                  <c:v/>
                </c:pt>
                <c:pt idx="7235">
                  <c:v/>
                </c:pt>
                <c:pt idx="7236">
                  <c:v/>
                </c:pt>
                <c:pt idx="7237">
                  <c:v/>
                </c:pt>
                <c:pt idx="7238">
                  <c:v/>
                </c:pt>
                <c:pt idx="7239">
                  <c:v/>
                </c:pt>
                <c:pt idx="7240">
                  <c:v/>
                </c:pt>
                <c:pt idx="7241">
                  <c:v/>
                </c:pt>
                <c:pt idx="7242">
                  <c:v/>
                </c:pt>
                <c:pt idx="7243">
                  <c:v/>
                </c:pt>
                <c:pt idx="7244">
                  <c:v/>
                </c:pt>
                <c:pt idx="7245">
                  <c:v/>
                </c:pt>
                <c:pt idx="7246">
                  <c:v/>
                </c:pt>
                <c:pt idx="7247">
                  <c:v/>
                </c:pt>
                <c:pt idx="7248">
                  <c:v/>
                </c:pt>
                <c:pt idx="7249">
                  <c:v/>
                </c:pt>
                <c:pt idx="7250">
                  <c:v/>
                </c:pt>
                <c:pt idx="7251">
                  <c:v/>
                </c:pt>
                <c:pt idx="7252">
                  <c:v/>
                </c:pt>
                <c:pt idx="7253">
                  <c:v/>
                </c:pt>
                <c:pt idx="7254">
                  <c:v/>
                </c:pt>
                <c:pt idx="7255">
                  <c:v/>
                </c:pt>
                <c:pt idx="7256">
                  <c:v/>
                </c:pt>
                <c:pt idx="7257">
                  <c:v/>
                </c:pt>
                <c:pt idx="7258">
                  <c:v/>
                </c:pt>
                <c:pt idx="7259">
                  <c:v/>
                </c:pt>
                <c:pt idx="7260">
                  <c:v/>
                </c:pt>
                <c:pt idx="7261">
                  <c:v/>
                </c:pt>
                <c:pt idx="7262">
                  <c:v/>
                </c:pt>
                <c:pt idx="7263">
                  <c:v/>
                </c:pt>
                <c:pt idx="7264">
                  <c:v/>
                </c:pt>
                <c:pt idx="7265">
                  <c:v/>
                </c:pt>
                <c:pt idx="7266">
                  <c:v/>
                </c:pt>
                <c:pt idx="7267">
                  <c:v/>
                </c:pt>
                <c:pt idx="7268">
                  <c:v/>
                </c:pt>
                <c:pt idx="7269">
                  <c:v/>
                </c:pt>
                <c:pt idx="7270">
                  <c:v/>
                </c:pt>
                <c:pt idx="7271">
                  <c:v/>
                </c:pt>
                <c:pt idx="7272">
                  <c:v/>
                </c:pt>
                <c:pt idx="7273">
                  <c:v/>
                </c:pt>
                <c:pt idx="7274">
                  <c:v/>
                </c:pt>
                <c:pt idx="7275">
                  <c:v/>
                </c:pt>
                <c:pt idx="7276">
                  <c:v/>
                </c:pt>
                <c:pt idx="7277">
                  <c:v/>
                </c:pt>
                <c:pt idx="7278">
                  <c:v/>
                </c:pt>
                <c:pt idx="7279">
                  <c:v/>
                </c:pt>
                <c:pt idx="7280">
                  <c:v/>
                </c:pt>
                <c:pt idx="7281">
                  <c:v/>
                </c:pt>
                <c:pt idx="7282">
                  <c:v/>
                </c:pt>
                <c:pt idx="7283">
                  <c:v/>
                </c:pt>
                <c:pt idx="7284">
                  <c:v/>
                </c:pt>
                <c:pt idx="7285">
                  <c:v/>
                </c:pt>
                <c:pt idx="7286">
                  <c:v/>
                </c:pt>
                <c:pt idx="7287">
                  <c:v/>
                </c:pt>
                <c:pt idx="7288">
                  <c:v/>
                </c:pt>
                <c:pt idx="7289">
                  <c:v/>
                </c:pt>
                <c:pt idx="7290">
                  <c:v/>
                </c:pt>
                <c:pt idx="7291">
                  <c:v/>
                </c:pt>
                <c:pt idx="7292">
                  <c:v/>
                </c:pt>
                <c:pt idx="7293">
                  <c:v/>
                </c:pt>
                <c:pt idx="7294">
                  <c:v/>
                </c:pt>
                <c:pt idx="7295">
                  <c:v/>
                </c:pt>
                <c:pt idx="7296">
                  <c:v/>
                </c:pt>
                <c:pt idx="7297">
                  <c:v/>
                </c:pt>
                <c:pt idx="7298">
                  <c:v/>
                </c:pt>
                <c:pt idx="7299">
                  <c:v/>
                </c:pt>
                <c:pt idx="7300">
                  <c:v/>
                </c:pt>
                <c:pt idx="7301">
                  <c:v/>
                </c:pt>
                <c:pt idx="7302">
                  <c:v/>
                </c:pt>
                <c:pt idx="7303">
                  <c:v/>
                </c:pt>
                <c:pt idx="7304">
                  <c:v/>
                </c:pt>
                <c:pt idx="7305">
                  <c:v/>
                </c:pt>
                <c:pt idx="7306">
                  <c:v/>
                </c:pt>
                <c:pt idx="7307">
                  <c:v/>
                </c:pt>
                <c:pt idx="7308">
                  <c:v/>
                </c:pt>
                <c:pt idx="7309">
                  <c:v/>
                </c:pt>
                <c:pt idx="7310">
                  <c:v/>
                </c:pt>
                <c:pt idx="7311">
                  <c:v/>
                </c:pt>
                <c:pt idx="7312">
                  <c:v/>
                </c:pt>
                <c:pt idx="7313">
                  <c:v/>
                </c:pt>
                <c:pt idx="7314">
                  <c:v/>
                </c:pt>
                <c:pt idx="7315">
                  <c:v/>
                </c:pt>
                <c:pt idx="7316">
                  <c:v/>
                </c:pt>
                <c:pt idx="7317">
                  <c:v/>
                </c:pt>
                <c:pt idx="7318">
                  <c:v/>
                </c:pt>
                <c:pt idx="7319">
                  <c:v/>
                </c:pt>
                <c:pt idx="7320">
                  <c:v/>
                </c:pt>
                <c:pt idx="7321">
                  <c:v/>
                </c:pt>
                <c:pt idx="7322">
                  <c:v/>
                </c:pt>
                <c:pt idx="7323">
                  <c:v/>
                </c:pt>
                <c:pt idx="7324">
                  <c:v/>
                </c:pt>
                <c:pt idx="7325">
                  <c:v/>
                </c:pt>
                <c:pt idx="7326">
                  <c:v/>
                </c:pt>
                <c:pt idx="7327">
                  <c:v/>
                </c:pt>
                <c:pt idx="7328">
                  <c:v/>
                </c:pt>
                <c:pt idx="7329">
                  <c:v/>
                </c:pt>
                <c:pt idx="7330">
                  <c:v/>
                </c:pt>
                <c:pt idx="7331">
                  <c:v/>
                </c:pt>
                <c:pt idx="7332">
                  <c:v/>
                </c:pt>
                <c:pt idx="7333">
                  <c:v/>
                </c:pt>
                <c:pt idx="7334">
                  <c:v/>
                </c:pt>
                <c:pt idx="7335">
                  <c:v/>
                </c:pt>
                <c:pt idx="7336">
                  <c:v/>
                </c:pt>
                <c:pt idx="7337">
                  <c:v/>
                </c:pt>
                <c:pt idx="7338">
                  <c:v/>
                </c:pt>
                <c:pt idx="7339">
                  <c:v/>
                </c:pt>
                <c:pt idx="7340">
                  <c:v/>
                </c:pt>
                <c:pt idx="7341">
                  <c:v/>
                </c:pt>
                <c:pt idx="7342">
                  <c:v/>
                </c:pt>
                <c:pt idx="7343">
                  <c:v/>
                </c:pt>
                <c:pt idx="7344">
                  <c:v/>
                </c:pt>
                <c:pt idx="7345">
                  <c:v/>
                </c:pt>
                <c:pt idx="7346">
                  <c:v/>
                </c:pt>
                <c:pt idx="7347">
                  <c:v/>
                </c:pt>
                <c:pt idx="7348">
                  <c:v/>
                </c:pt>
                <c:pt idx="7349">
                  <c:v/>
                </c:pt>
                <c:pt idx="7350">
                  <c:v/>
                </c:pt>
                <c:pt idx="7351">
                  <c:v/>
                </c:pt>
                <c:pt idx="7352">
                  <c:v/>
                </c:pt>
                <c:pt idx="7353">
                  <c:v/>
                </c:pt>
                <c:pt idx="7354">
                  <c:v/>
                </c:pt>
                <c:pt idx="7355">
                  <c:v/>
                </c:pt>
                <c:pt idx="7356">
                  <c:v/>
                </c:pt>
                <c:pt idx="7357">
                  <c:v/>
                </c:pt>
                <c:pt idx="7358">
                  <c:v/>
                </c:pt>
                <c:pt idx="7359">
                  <c:v/>
                </c:pt>
                <c:pt idx="7360">
                  <c:v/>
                </c:pt>
                <c:pt idx="7361">
                  <c:v/>
                </c:pt>
                <c:pt idx="7362">
                  <c:v/>
                </c:pt>
                <c:pt idx="7363">
                  <c:v/>
                </c:pt>
                <c:pt idx="7364">
                  <c:v/>
                </c:pt>
                <c:pt idx="7365">
                  <c:v/>
                </c:pt>
                <c:pt idx="7366">
                  <c:v/>
                </c:pt>
                <c:pt idx="7367">
                  <c:v/>
                </c:pt>
                <c:pt idx="7368">
                  <c:v/>
                </c:pt>
                <c:pt idx="7369">
                  <c:v/>
                </c:pt>
                <c:pt idx="7370">
                  <c:v/>
                </c:pt>
                <c:pt idx="7371">
                  <c:v/>
                </c:pt>
                <c:pt idx="7372">
                  <c:v/>
                </c:pt>
                <c:pt idx="7373">
                  <c:v/>
                </c:pt>
                <c:pt idx="7374">
                  <c:v/>
                </c:pt>
                <c:pt idx="7375">
                  <c:v/>
                </c:pt>
                <c:pt idx="7376">
                  <c:v/>
                </c:pt>
                <c:pt idx="7377">
                  <c:v/>
                </c:pt>
                <c:pt idx="7378">
                  <c:v/>
                </c:pt>
                <c:pt idx="7379">
                  <c:v/>
                </c:pt>
                <c:pt idx="7380">
                  <c:v/>
                </c:pt>
                <c:pt idx="7381">
                  <c:v/>
                </c:pt>
                <c:pt idx="7382">
                  <c:v/>
                </c:pt>
                <c:pt idx="7383">
                  <c:v/>
                </c:pt>
                <c:pt idx="7384">
                  <c:v/>
                </c:pt>
                <c:pt idx="7385">
                  <c:v/>
                </c:pt>
                <c:pt idx="7386">
                  <c:v/>
                </c:pt>
                <c:pt idx="7387">
                  <c:v/>
                </c:pt>
                <c:pt idx="7388">
                  <c:v/>
                </c:pt>
                <c:pt idx="7389">
                  <c:v/>
                </c:pt>
                <c:pt idx="7390">
                  <c:v/>
                </c:pt>
                <c:pt idx="7391">
                  <c:v/>
                </c:pt>
                <c:pt idx="7392">
                  <c:v/>
                </c:pt>
                <c:pt idx="7393">
                  <c:v/>
                </c:pt>
                <c:pt idx="7394">
                  <c:v/>
                </c:pt>
                <c:pt idx="7395">
                  <c:v/>
                </c:pt>
                <c:pt idx="7396">
                  <c:v/>
                </c:pt>
                <c:pt idx="7397">
                  <c:v/>
                </c:pt>
                <c:pt idx="7398">
                  <c:v/>
                </c:pt>
                <c:pt idx="7399">
                  <c:v/>
                </c:pt>
                <c:pt idx="7400">
                  <c:v/>
                </c:pt>
                <c:pt idx="7401">
                  <c:v/>
                </c:pt>
                <c:pt idx="7402">
                  <c:v/>
                </c:pt>
                <c:pt idx="7403">
                  <c:v/>
                </c:pt>
                <c:pt idx="7404">
                  <c:v/>
                </c:pt>
                <c:pt idx="7405">
                  <c:v/>
                </c:pt>
                <c:pt idx="7406">
                  <c:v/>
                </c:pt>
                <c:pt idx="7407">
                  <c:v/>
                </c:pt>
                <c:pt idx="7408">
                  <c:v/>
                </c:pt>
                <c:pt idx="7409">
                  <c:v/>
                </c:pt>
                <c:pt idx="7410">
                  <c:v/>
                </c:pt>
                <c:pt idx="7411">
                  <c:v/>
                </c:pt>
                <c:pt idx="7412">
                  <c:v/>
                </c:pt>
                <c:pt idx="7413">
                  <c:v/>
                </c:pt>
                <c:pt idx="7414">
                  <c:v/>
                </c:pt>
                <c:pt idx="7415">
                  <c:v/>
                </c:pt>
                <c:pt idx="7416">
                  <c:v/>
                </c:pt>
                <c:pt idx="7417">
                  <c:v/>
                </c:pt>
                <c:pt idx="7418">
                  <c:v/>
                </c:pt>
                <c:pt idx="7419">
                  <c:v/>
                </c:pt>
                <c:pt idx="7420">
                  <c:v/>
                </c:pt>
                <c:pt idx="7421">
                  <c:v/>
                </c:pt>
                <c:pt idx="7422">
                  <c:v/>
                </c:pt>
                <c:pt idx="7423">
                  <c:v/>
                </c:pt>
                <c:pt idx="7424">
                  <c:v/>
                </c:pt>
                <c:pt idx="7425">
                  <c:v/>
                </c:pt>
                <c:pt idx="7426">
                  <c:v/>
                </c:pt>
                <c:pt idx="7427">
                  <c:v/>
                </c:pt>
                <c:pt idx="7428">
                  <c:v/>
                </c:pt>
                <c:pt idx="7429">
                  <c:v/>
                </c:pt>
                <c:pt idx="7430">
                  <c:v/>
                </c:pt>
                <c:pt idx="7431">
                  <c:v/>
                </c:pt>
                <c:pt idx="7432">
                  <c:v/>
                </c:pt>
                <c:pt idx="7433">
                  <c:v/>
                </c:pt>
                <c:pt idx="7434">
                  <c:v/>
                </c:pt>
                <c:pt idx="7435">
                  <c:v/>
                </c:pt>
                <c:pt idx="7436">
                  <c:v/>
                </c:pt>
                <c:pt idx="7437">
                  <c:v/>
                </c:pt>
                <c:pt idx="7438">
                  <c:v/>
                </c:pt>
                <c:pt idx="7439">
                  <c:v/>
                </c:pt>
                <c:pt idx="7440">
                  <c:v/>
                </c:pt>
                <c:pt idx="7441">
                  <c:v/>
                </c:pt>
                <c:pt idx="7442">
                  <c:v/>
                </c:pt>
                <c:pt idx="7443">
                  <c:v/>
                </c:pt>
                <c:pt idx="7444">
                  <c:v/>
                </c:pt>
                <c:pt idx="7445">
                  <c:v/>
                </c:pt>
                <c:pt idx="7446">
                  <c:v/>
                </c:pt>
                <c:pt idx="7447">
                  <c:v/>
                </c:pt>
                <c:pt idx="7448">
                  <c:v/>
                </c:pt>
                <c:pt idx="7449">
                  <c:v/>
                </c:pt>
                <c:pt idx="7450">
                  <c:v/>
                </c:pt>
                <c:pt idx="7451">
                  <c:v/>
                </c:pt>
                <c:pt idx="7452">
                  <c:v/>
                </c:pt>
                <c:pt idx="7453">
                  <c:v/>
                </c:pt>
                <c:pt idx="7454">
                  <c:v/>
                </c:pt>
                <c:pt idx="7455">
                  <c:v/>
                </c:pt>
                <c:pt idx="7456">
                  <c:v/>
                </c:pt>
                <c:pt idx="7457">
                  <c:v/>
                </c:pt>
                <c:pt idx="7458">
                  <c:v/>
                </c:pt>
                <c:pt idx="7459">
                  <c:v/>
                </c:pt>
                <c:pt idx="7460">
                  <c:v/>
                </c:pt>
                <c:pt idx="7461">
                  <c:v/>
                </c:pt>
                <c:pt idx="7462">
                  <c:v/>
                </c:pt>
                <c:pt idx="7463">
                  <c:v/>
                </c:pt>
                <c:pt idx="7464">
                  <c:v/>
                </c:pt>
                <c:pt idx="7465">
                  <c:v/>
                </c:pt>
                <c:pt idx="7466">
                  <c:v/>
                </c:pt>
                <c:pt idx="7467">
                  <c:v/>
                </c:pt>
                <c:pt idx="7468">
                  <c:v/>
                </c:pt>
                <c:pt idx="7469">
                  <c:v/>
                </c:pt>
                <c:pt idx="7470">
                  <c:v/>
                </c:pt>
                <c:pt idx="7471">
                  <c:v/>
                </c:pt>
                <c:pt idx="7472">
                  <c:v/>
                </c:pt>
                <c:pt idx="7473">
                  <c:v/>
                </c:pt>
                <c:pt idx="7474">
                  <c:v/>
                </c:pt>
                <c:pt idx="7475">
                  <c:v/>
                </c:pt>
                <c:pt idx="7476">
                  <c:v/>
                </c:pt>
                <c:pt idx="7477">
                  <c:v/>
                </c:pt>
                <c:pt idx="7478">
                  <c:v/>
                </c:pt>
                <c:pt idx="7479">
                  <c:v/>
                </c:pt>
                <c:pt idx="7480">
                  <c:v/>
                </c:pt>
                <c:pt idx="7481">
                  <c:v/>
                </c:pt>
                <c:pt idx="7482">
                  <c:v/>
                </c:pt>
                <c:pt idx="7483">
                  <c:v/>
                </c:pt>
                <c:pt idx="7484">
                  <c:v/>
                </c:pt>
                <c:pt idx="7485">
                  <c:v/>
                </c:pt>
                <c:pt idx="7486">
                  <c:v/>
                </c:pt>
                <c:pt idx="7487">
                  <c:v/>
                </c:pt>
                <c:pt idx="7488">
                  <c:v/>
                </c:pt>
                <c:pt idx="7489">
                  <c:v/>
                </c:pt>
                <c:pt idx="7490">
                  <c:v/>
                </c:pt>
                <c:pt idx="7491">
                  <c:v/>
                </c:pt>
                <c:pt idx="7492">
                  <c:v/>
                </c:pt>
                <c:pt idx="7493">
                  <c:v/>
                </c:pt>
                <c:pt idx="7494">
                  <c:v/>
                </c:pt>
                <c:pt idx="7495">
                  <c:v/>
                </c:pt>
                <c:pt idx="7496">
                  <c:v/>
                </c:pt>
                <c:pt idx="7497">
                  <c:v/>
                </c:pt>
                <c:pt idx="7498">
                  <c:v/>
                </c:pt>
                <c:pt idx="7499">
                  <c:v/>
                </c:pt>
                <c:pt idx="7500">
                  <c:v/>
                </c:pt>
                <c:pt idx="7501">
                  <c:v/>
                </c:pt>
                <c:pt idx="7502">
                  <c:v/>
                </c:pt>
                <c:pt idx="7503">
                  <c:v/>
                </c:pt>
                <c:pt idx="7504">
                  <c:v/>
                </c:pt>
                <c:pt idx="7505">
                  <c:v/>
                </c:pt>
                <c:pt idx="7506">
                  <c:v/>
                </c:pt>
                <c:pt idx="7507">
                  <c:v/>
                </c:pt>
                <c:pt idx="7508">
                  <c:v/>
                </c:pt>
                <c:pt idx="7509">
                  <c:v/>
                </c:pt>
                <c:pt idx="7510">
                  <c:v/>
                </c:pt>
                <c:pt idx="7511">
                  <c:v/>
                </c:pt>
                <c:pt idx="7512">
                  <c:v/>
                </c:pt>
                <c:pt idx="7513">
                  <c:v/>
                </c:pt>
                <c:pt idx="7514">
                  <c:v/>
                </c:pt>
                <c:pt idx="7515">
                  <c:v/>
                </c:pt>
                <c:pt idx="7516">
                  <c:v/>
                </c:pt>
                <c:pt idx="7517">
                  <c:v/>
                </c:pt>
                <c:pt idx="7518">
                  <c:v/>
                </c:pt>
                <c:pt idx="7519">
                  <c:v/>
                </c:pt>
                <c:pt idx="7520">
                  <c:v/>
                </c:pt>
                <c:pt idx="7521">
                  <c:v/>
                </c:pt>
                <c:pt idx="7522">
                  <c:v/>
                </c:pt>
                <c:pt idx="7523">
                  <c:v/>
                </c:pt>
                <c:pt idx="7524">
                  <c:v/>
                </c:pt>
                <c:pt idx="7525">
                  <c:v/>
                </c:pt>
                <c:pt idx="7526">
                  <c:v/>
                </c:pt>
                <c:pt idx="7527">
                  <c:v/>
                </c:pt>
                <c:pt idx="7528">
                  <c:v/>
                </c:pt>
                <c:pt idx="7529">
                  <c:v/>
                </c:pt>
                <c:pt idx="7530">
                  <c:v/>
                </c:pt>
                <c:pt idx="7531">
                  <c:v/>
                </c:pt>
                <c:pt idx="7532">
                  <c:v/>
                </c:pt>
                <c:pt idx="7533">
                  <c:v/>
                </c:pt>
                <c:pt idx="7534">
                  <c:v/>
                </c:pt>
                <c:pt idx="7535">
                  <c:v/>
                </c:pt>
                <c:pt idx="7536">
                  <c:v/>
                </c:pt>
                <c:pt idx="7537">
                  <c:v/>
                </c:pt>
                <c:pt idx="7538">
                  <c:v/>
                </c:pt>
                <c:pt idx="7539">
                  <c:v/>
                </c:pt>
                <c:pt idx="7540">
                  <c:v/>
                </c:pt>
                <c:pt idx="7541">
                  <c:v/>
                </c:pt>
                <c:pt idx="7542">
                  <c:v/>
                </c:pt>
                <c:pt idx="7543">
                  <c:v/>
                </c:pt>
                <c:pt idx="7544">
                  <c:v/>
                </c:pt>
                <c:pt idx="7545">
                  <c:v/>
                </c:pt>
                <c:pt idx="7546">
                  <c:v/>
                </c:pt>
                <c:pt idx="7547">
                  <c:v/>
                </c:pt>
                <c:pt idx="7548">
                  <c:v/>
                </c:pt>
                <c:pt idx="7549">
                  <c:v/>
                </c:pt>
                <c:pt idx="7550">
                  <c:v/>
                </c:pt>
                <c:pt idx="7551">
                  <c:v/>
                </c:pt>
                <c:pt idx="7552">
                  <c:v/>
                </c:pt>
                <c:pt idx="7553">
                  <c:v/>
                </c:pt>
                <c:pt idx="7554">
                  <c:v/>
                </c:pt>
                <c:pt idx="7555">
                  <c:v/>
                </c:pt>
                <c:pt idx="7556">
                  <c:v/>
                </c:pt>
                <c:pt idx="7557">
                  <c:v/>
                </c:pt>
                <c:pt idx="7558">
                  <c:v/>
                </c:pt>
                <c:pt idx="7559">
                  <c:v/>
                </c:pt>
                <c:pt idx="7560">
                  <c:v/>
                </c:pt>
                <c:pt idx="7561">
                  <c:v/>
                </c:pt>
                <c:pt idx="7562">
                  <c:v/>
                </c:pt>
                <c:pt idx="7563">
                  <c:v/>
                </c:pt>
                <c:pt idx="7564">
                  <c:v/>
                </c:pt>
                <c:pt idx="7565">
                  <c:v/>
                </c:pt>
                <c:pt idx="7566">
                  <c:v/>
                </c:pt>
                <c:pt idx="7567">
                  <c:v/>
                </c:pt>
                <c:pt idx="7568">
                  <c:v/>
                </c:pt>
                <c:pt idx="7569">
                  <c:v/>
                </c:pt>
                <c:pt idx="7570">
                  <c:v/>
                </c:pt>
                <c:pt idx="7571">
                  <c:v/>
                </c:pt>
                <c:pt idx="7572">
                  <c:v/>
                </c:pt>
                <c:pt idx="7573">
                  <c:v/>
                </c:pt>
                <c:pt idx="7574">
                  <c:v/>
                </c:pt>
                <c:pt idx="7575">
                  <c:v/>
                </c:pt>
                <c:pt idx="7576">
                  <c:v/>
                </c:pt>
                <c:pt idx="7577">
                  <c:v/>
                </c:pt>
                <c:pt idx="7578">
                  <c:v/>
                </c:pt>
                <c:pt idx="7579">
                  <c:v/>
                </c:pt>
                <c:pt idx="7580">
                  <c:v/>
                </c:pt>
                <c:pt idx="7581">
                  <c:v/>
                </c:pt>
                <c:pt idx="7582">
                  <c:v/>
                </c:pt>
                <c:pt idx="7583">
                  <c:v/>
                </c:pt>
                <c:pt idx="7584">
                  <c:v/>
                </c:pt>
                <c:pt idx="7585">
                  <c:v/>
                </c:pt>
                <c:pt idx="7586">
                  <c:v/>
                </c:pt>
                <c:pt idx="7587">
                  <c:v/>
                </c:pt>
                <c:pt idx="7588">
                  <c:v/>
                </c:pt>
                <c:pt idx="7589">
                  <c:v/>
                </c:pt>
                <c:pt idx="7590">
                  <c:v/>
                </c:pt>
                <c:pt idx="7591">
                  <c:v/>
                </c:pt>
                <c:pt idx="7592">
                  <c:v/>
                </c:pt>
                <c:pt idx="7593">
                  <c:v/>
                </c:pt>
                <c:pt idx="7594">
                  <c:v/>
                </c:pt>
                <c:pt idx="7595">
                  <c:v/>
                </c:pt>
                <c:pt idx="7596">
                  <c:v/>
                </c:pt>
                <c:pt idx="7597">
                  <c:v/>
                </c:pt>
                <c:pt idx="7598">
                  <c:v/>
                </c:pt>
                <c:pt idx="7599">
                  <c:v/>
                </c:pt>
                <c:pt idx="7600">
                  <c:v/>
                </c:pt>
                <c:pt idx="7601">
                  <c:v/>
                </c:pt>
                <c:pt idx="7602">
                  <c:v/>
                </c:pt>
                <c:pt idx="7603">
                  <c:v/>
                </c:pt>
                <c:pt idx="7604">
                  <c:v/>
                </c:pt>
                <c:pt idx="7605">
                  <c:v/>
                </c:pt>
                <c:pt idx="7606">
                  <c:v/>
                </c:pt>
                <c:pt idx="7607">
                  <c:v/>
                </c:pt>
                <c:pt idx="7608">
                  <c:v/>
                </c:pt>
                <c:pt idx="7609">
                  <c:v/>
                </c:pt>
                <c:pt idx="7610">
                  <c:v/>
                </c:pt>
                <c:pt idx="7611">
                  <c:v/>
                </c:pt>
                <c:pt idx="7612">
                  <c:v/>
                </c:pt>
                <c:pt idx="7613">
                  <c:v/>
                </c:pt>
                <c:pt idx="7614">
                  <c:v/>
                </c:pt>
                <c:pt idx="7615">
                  <c:v/>
                </c:pt>
                <c:pt idx="7616">
                  <c:v/>
                </c:pt>
                <c:pt idx="7617">
                  <c:v/>
                </c:pt>
                <c:pt idx="7618">
                  <c:v/>
                </c:pt>
                <c:pt idx="7619">
                  <c:v/>
                </c:pt>
                <c:pt idx="7620">
                  <c:v/>
                </c:pt>
                <c:pt idx="7621">
                  <c:v/>
                </c:pt>
                <c:pt idx="7622">
                  <c:v/>
                </c:pt>
                <c:pt idx="7623">
                  <c:v/>
                </c:pt>
                <c:pt idx="7624">
                  <c:v/>
                </c:pt>
                <c:pt idx="7625">
                  <c:v/>
                </c:pt>
                <c:pt idx="7626">
                  <c:v/>
                </c:pt>
                <c:pt idx="7627">
                  <c:v/>
                </c:pt>
                <c:pt idx="7628">
                  <c:v/>
                </c:pt>
                <c:pt idx="7629">
                  <c:v/>
                </c:pt>
                <c:pt idx="7630">
                  <c:v/>
                </c:pt>
                <c:pt idx="7631">
                  <c:v/>
                </c:pt>
                <c:pt idx="7632">
                  <c:v/>
                </c:pt>
                <c:pt idx="7633">
                  <c:v/>
                </c:pt>
                <c:pt idx="7634">
                  <c:v/>
                </c:pt>
                <c:pt idx="7635">
                  <c:v/>
                </c:pt>
                <c:pt idx="7636">
                  <c:v/>
                </c:pt>
                <c:pt idx="7637">
                  <c:v/>
                </c:pt>
                <c:pt idx="7638">
                  <c:v/>
                </c:pt>
                <c:pt idx="7639">
                  <c:v/>
                </c:pt>
                <c:pt idx="7640">
                  <c:v/>
                </c:pt>
                <c:pt idx="7641">
                  <c:v/>
                </c:pt>
                <c:pt idx="7642">
                  <c:v/>
                </c:pt>
                <c:pt idx="7643">
                  <c:v/>
                </c:pt>
                <c:pt idx="7644">
                  <c:v/>
                </c:pt>
                <c:pt idx="7645">
                  <c:v/>
                </c:pt>
                <c:pt idx="7646">
                  <c:v/>
                </c:pt>
                <c:pt idx="7647">
                  <c:v/>
                </c:pt>
                <c:pt idx="7648">
                  <c:v/>
                </c:pt>
                <c:pt idx="7649">
                  <c:v/>
                </c:pt>
                <c:pt idx="7650">
                  <c:v/>
                </c:pt>
                <c:pt idx="7651">
                  <c:v/>
                </c:pt>
                <c:pt idx="7652">
                  <c:v/>
                </c:pt>
                <c:pt idx="7653">
                  <c:v/>
                </c:pt>
                <c:pt idx="7654">
                  <c:v/>
                </c:pt>
                <c:pt idx="7655">
                  <c:v/>
                </c:pt>
                <c:pt idx="7656">
                  <c:v/>
                </c:pt>
                <c:pt idx="7657">
                  <c:v/>
                </c:pt>
                <c:pt idx="7658">
                  <c:v/>
                </c:pt>
                <c:pt idx="7659">
                  <c:v/>
                </c:pt>
                <c:pt idx="7660">
                  <c:v/>
                </c:pt>
                <c:pt idx="7661">
                  <c:v/>
                </c:pt>
                <c:pt idx="7662">
                  <c:v/>
                </c:pt>
                <c:pt idx="7663">
                  <c:v/>
                </c:pt>
                <c:pt idx="7664">
                  <c:v/>
                </c:pt>
                <c:pt idx="7665">
                  <c:v/>
                </c:pt>
                <c:pt idx="7666">
                  <c:v/>
                </c:pt>
                <c:pt idx="7667">
                  <c:v/>
                </c:pt>
                <c:pt idx="7668">
                  <c:v/>
                </c:pt>
                <c:pt idx="7669">
                  <c:v/>
                </c:pt>
                <c:pt idx="7670">
                  <c:v/>
                </c:pt>
                <c:pt idx="7671">
                  <c:v/>
                </c:pt>
                <c:pt idx="7672">
                  <c:v/>
                </c:pt>
                <c:pt idx="7673">
                  <c:v/>
                </c:pt>
                <c:pt idx="7674">
                  <c:v/>
                </c:pt>
                <c:pt idx="7675">
                  <c:v/>
                </c:pt>
                <c:pt idx="7676">
                  <c:v/>
                </c:pt>
                <c:pt idx="7677">
                  <c:v/>
                </c:pt>
                <c:pt idx="7678">
                  <c:v/>
                </c:pt>
                <c:pt idx="7679">
                  <c:v/>
                </c:pt>
                <c:pt idx="7680">
                  <c:v/>
                </c:pt>
                <c:pt idx="7681">
                  <c:v/>
                </c:pt>
                <c:pt idx="7682">
                  <c:v/>
                </c:pt>
                <c:pt idx="7683">
                  <c:v/>
                </c:pt>
                <c:pt idx="7684">
                  <c:v/>
                </c:pt>
                <c:pt idx="7685">
                  <c:v/>
                </c:pt>
                <c:pt idx="7686">
                  <c:v/>
                </c:pt>
                <c:pt idx="7687">
                  <c:v/>
                </c:pt>
                <c:pt idx="7688">
                  <c:v/>
                </c:pt>
                <c:pt idx="7689">
                  <c:v/>
                </c:pt>
                <c:pt idx="7690">
                  <c:v/>
                </c:pt>
                <c:pt idx="7691">
                  <c:v/>
                </c:pt>
                <c:pt idx="7692">
                  <c:v/>
                </c:pt>
                <c:pt idx="7693">
                  <c:v/>
                </c:pt>
                <c:pt idx="7694">
                  <c:v/>
                </c:pt>
                <c:pt idx="7695">
                  <c:v/>
                </c:pt>
                <c:pt idx="7696">
                  <c:v/>
                </c:pt>
                <c:pt idx="7697">
                  <c:v/>
                </c:pt>
                <c:pt idx="7698">
                  <c:v/>
                </c:pt>
                <c:pt idx="7699">
                  <c:v/>
                </c:pt>
                <c:pt idx="7700">
                  <c:v/>
                </c:pt>
                <c:pt idx="7701">
                  <c:v/>
                </c:pt>
                <c:pt idx="7702">
                  <c:v/>
                </c:pt>
                <c:pt idx="7703">
                  <c:v/>
                </c:pt>
                <c:pt idx="7704">
                  <c:v/>
                </c:pt>
                <c:pt idx="7705">
                  <c:v/>
                </c:pt>
                <c:pt idx="7706">
                  <c:v/>
                </c:pt>
                <c:pt idx="7707">
                  <c:v/>
                </c:pt>
                <c:pt idx="7708">
                  <c:v/>
                </c:pt>
                <c:pt idx="7709">
                  <c:v/>
                </c:pt>
                <c:pt idx="7710">
                  <c:v/>
                </c:pt>
                <c:pt idx="7711">
                  <c:v/>
                </c:pt>
                <c:pt idx="7712">
                  <c:v/>
                </c:pt>
                <c:pt idx="7713">
                  <c:v/>
                </c:pt>
                <c:pt idx="7714">
                  <c:v/>
                </c:pt>
                <c:pt idx="7715">
                  <c:v/>
                </c:pt>
                <c:pt idx="7716">
                  <c:v/>
                </c:pt>
                <c:pt idx="7717">
                  <c:v/>
                </c:pt>
                <c:pt idx="7718">
                  <c:v/>
                </c:pt>
                <c:pt idx="7719">
                  <c:v/>
                </c:pt>
                <c:pt idx="7720">
                  <c:v/>
                </c:pt>
                <c:pt idx="7721">
                  <c:v/>
                </c:pt>
                <c:pt idx="7722">
                  <c:v/>
                </c:pt>
                <c:pt idx="7723">
                  <c:v/>
                </c:pt>
                <c:pt idx="7724">
                  <c:v/>
                </c:pt>
                <c:pt idx="7725">
                  <c:v/>
                </c:pt>
                <c:pt idx="7726">
                  <c:v/>
                </c:pt>
                <c:pt idx="7727">
                  <c:v/>
                </c:pt>
                <c:pt idx="7728">
                  <c:v/>
                </c:pt>
                <c:pt idx="7729">
                  <c:v/>
                </c:pt>
                <c:pt idx="7730">
                  <c:v/>
                </c:pt>
                <c:pt idx="7731">
                  <c:v/>
                </c:pt>
                <c:pt idx="7732">
                  <c:v/>
                </c:pt>
                <c:pt idx="7733">
                  <c:v/>
                </c:pt>
                <c:pt idx="7734">
                  <c:v/>
                </c:pt>
                <c:pt idx="7735">
                  <c:v/>
                </c:pt>
                <c:pt idx="7736">
                  <c:v/>
                </c:pt>
                <c:pt idx="7737">
                  <c:v/>
                </c:pt>
                <c:pt idx="7738">
                  <c:v/>
                </c:pt>
                <c:pt idx="7739">
                  <c:v/>
                </c:pt>
                <c:pt idx="7740">
                  <c:v/>
                </c:pt>
                <c:pt idx="7741">
                  <c:v/>
                </c:pt>
                <c:pt idx="7742">
                  <c:v/>
                </c:pt>
                <c:pt idx="7743">
                  <c:v/>
                </c:pt>
                <c:pt idx="7744">
                  <c:v/>
                </c:pt>
                <c:pt idx="7745">
                  <c:v/>
                </c:pt>
                <c:pt idx="7746">
                  <c:v/>
                </c:pt>
                <c:pt idx="7747">
                  <c:v/>
                </c:pt>
                <c:pt idx="7748">
                  <c:v/>
                </c:pt>
                <c:pt idx="7749">
                  <c:v/>
                </c:pt>
                <c:pt idx="7750">
                  <c:v/>
                </c:pt>
                <c:pt idx="7751">
                  <c:v/>
                </c:pt>
                <c:pt idx="7752">
                  <c:v/>
                </c:pt>
                <c:pt idx="7753">
                  <c:v/>
                </c:pt>
                <c:pt idx="7754">
                  <c:v/>
                </c:pt>
                <c:pt idx="7755">
                  <c:v/>
                </c:pt>
                <c:pt idx="7756">
                  <c:v/>
                </c:pt>
                <c:pt idx="7757">
                  <c:v/>
                </c:pt>
                <c:pt idx="7758">
                  <c:v/>
                </c:pt>
                <c:pt idx="7759">
                  <c:v/>
                </c:pt>
                <c:pt idx="7760">
                  <c:v/>
                </c:pt>
                <c:pt idx="7761">
                  <c:v/>
                </c:pt>
                <c:pt idx="7762">
                  <c:v/>
                </c:pt>
                <c:pt idx="7763">
                  <c:v/>
                </c:pt>
                <c:pt idx="7764">
                  <c:v/>
                </c:pt>
                <c:pt idx="7765">
                  <c:v/>
                </c:pt>
                <c:pt idx="7766">
                  <c:v/>
                </c:pt>
                <c:pt idx="7767">
                  <c:v/>
                </c:pt>
                <c:pt idx="7768">
                  <c:v/>
                </c:pt>
                <c:pt idx="7769">
                  <c:v/>
                </c:pt>
                <c:pt idx="7770">
                  <c:v/>
                </c:pt>
                <c:pt idx="7771">
                  <c:v/>
                </c:pt>
                <c:pt idx="7772">
                  <c:v/>
                </c:pt>
                <c:pt idx="7773">
                  <c:v/>
                </c:pt>
                <c:pt idx="7774">
                  <c:v/>
                </c:pt>
                <c:pt idx="7775">
                  <c:v/>
                </c:pt>
                <c:pt idx="7776">
                  <c:v/>
                </c:pt>
                <c:pt idx="7777">
                  <c:v/>
                </c:pt>
                <c:pt idx="7778">
                  <c:v/>
                </c:pt>
                <c:pt idx="7779">
                  <c:v/>
                </c:pt>
                <c:pt idx="7780">
                  <c:v/>
                </c:pt>
                <c:pt idx="7781">
                  <c:v/>
                </c:pt>
                <c:pt idx="7782">
                  <c:v/>
                </c:pt>
                <c:pt idx="7783">
                  <c:v/>
                </c:pt>
                <c:pt idx="7784">
                  <c:v/>
                </c:pt>
                <c:pt idx="7785">
                  <c:v/>
                </c:pt>
                <c:pt idx="7786">
                  <c:v/>
                </c:pt>
                <c:pt idx="7787">
                  <c:v/>
                </c:pt>
                <c:pt idx="7788">
                  <c:v/>
                </c:pt>
                <c:pt idx="7789">
                  <c:v/>
                </c:pt>
                <c:pt idx="7790">
                  <c:v/>
                </c:pt>
                <c:pt idx="7791">
                  <c:v/>
                </c:pt>
                <c:pt idx="7792">
                  <c:v/>
                </c:pt>
                <c:pt idx="7793">
                  <c:v/>
                </c:pt>
                <c:pt idx="7794">
                  <c:v/>
                </c:pt>
                <c:pt idx="7795">
                  <c:v/>
                </c:pt>
                <c:pt idx="7796">
                  <c:v/>
                </c:pt>
                <c:pt idx="7797">
                  <c:v/>
                </c:pt>
                <c:pt idx="7798">
                  <c:v/>
                </c:pt>
                <c:pt idx="7799">
                  <c:v/>
                </c:pt>
                <c:pt idx="7800">
                  <c:v/>
                </c:pt>
                <c:pt idx="7801">
                  <c:v/>
                </c:pt>
                <c:pt idx="7802">
                  <c:v/>
                </c:pt>
                <c:pt idx="7803">
                  <c:v/>
                </c:pt>
                <c:pt idx="7804">
                  <c:v/>
                </c:pt>
                <c:pt idx="7805">
                  <c:v/>
                </c:pt>
                <c:pt idx="7806">
                  <c:v/>
                </c:pt>
                <c:pt idx="7807">
                  <c:v/>
                </c:pt>
                <c:pt idx="7808">
                  <c:v/>
                </c:pt>
                <c:pt idx="7809">
                  <c:v/>
                </c:pt>
                <c:pt idx="7810">
                  <c:v/>
                </c:pt>
                <c:pt idx="7811">
                  <c:v/>
                </c:pt>
                <c:pt idx="7812">
                  <c:v/>
                </c:pt>
                <c:pt idx="7813">
                  <c:v/>
                </c:pt>
                <c:pt idx="7814">
                  <c:v/>
                </c:pt>
                <c:pt idx="7815">
                  <c:v/>
                </c:pt>
                <c:pt idx="7816">
                  <c:v/>
                </c:pt>
                <c:pt idx="7817">
                  <c:v/>
                </c:pt>
                <c:pt idx="7818">
                  <c:v/>
                </c:pt>
                <c:pt idx="7819">
                  <c:v/>
                </c:pt>
                <c:pt idx="7820">
                  <c:v/>
                </c:pt>
                <c:pt idx="7821">
                  <c:v/>
                </c:pt>
                <c:pt idx="7822">
                  <c:v/>
                </c:pt>
                <c:pt idx="7823">
                  <c:v/>
                </c:pt>
                <c:pt idx="7824">
                  <c:v/>
                </c:pt>
                <c:pt idx="7825">
                  <c:v/>
                </c:pt>
                <c:pt idx="7826">
                  <c:v/>
                </c:pt>
                <c:pt idx="7827">
                  <c:v/>
                </c:pt>
                <c:pt idx="7828">
                  <c:v/>
                </c:pt>
                <c:pt idx="7829">
                  <c:v/>
                </c:pt>
                <c:pt idx="7830">
                  <c:v/>
                </c:pt>
                <c:pt idx="7831">
                  <c:v/>
                </c:pt>
                <c:pt idx="7832">
                  <c:v/>
                </c:pt>
                <c:pt idx="7833">
                  <c:v/>
                </c:pt>
                <c:pt idx="7834">
                  <c:v/>
                </c:pt>
                <c:pt idx="7835">
                  <c:v/>
                </c:pt>
                <c:pt idx="7836">
                  <c:v/>
                </c:pt>
                <c:pt idx="7837">
                  <c:v/>
                </c:pt>
                <c:pt idx="7838">
                  <c:v/>
                </c:pt>
                <c:pt idx="7839">
                  <c:v/>
                </c:pt>
                <c:pt idx="7840">
                  <c:v/>
                </c:pt>
                <c:pt idx="7841">
                  <c:v/>
                </c:pt>
                <c:pt idx="7842">
                  <c:v/>
                </c:pt>
                <c:pt idx="7843">
                  <c:v/>
                </c:pt>
                <c:pt idx="7844">
                  <c:v/>
                </c:pt>
                <c:pt idx="7845">
                  <c:v/>
                </c:pt>
                <c:pt idx="7846">
                  <c:v/>
                </c:pt>
                <c:pt idx="7847">
                  <c:v/>
                </c:pt>
                <c:pt idx="7848">
                  <c:v/>
                </c:pt>
                <c:pt idx="7849">
                  <c:v/>
                </c:pt>
                <c:pt idx="7850">
                  <c:v/>
                </c:pt>
                <c:pt idx="7851">
                  <c:v/>
                </c:pt>
                <c:pt idx="7852">
                  <c:v/>
                </c:pt>
                <c:pt idx="7853">
                  <c:v/>
                </c:pt>
                <c:pt idx="7854">
                  <c:v/>
                </c:pt>
                <c:pt idx="7855">
                  <c:v/>
                </c:pt>
                <c:pt idx="7856">
                  <c:v/>
                </c:pt>
                <c:pt idx="7857">
                  <c:v/>
                </c:pt>
                <c:pt idx="7858">
                  <c:v/>
                </c:pt>
                <c:pt idx="7859">
                  <c:v/>
                </c:pt>
                <c:pt idx="7860">
                  <c:v/>
                </c:pt>
                <c:pt idx="7861">
                  <c:v/>
                </c:pt>
                <c:pt idx="7862">
                  <c:v/>
                </c:pt>
                <c:pt idx="7863">
                  <c:v/>
                </c:pt>
                <c:pt idx="7864">
                  <c:v/>
                </c:pt>
                <c:pt idx="7865">
                  <c:v/>
                </c:pt>
                <c:pt idx="7866">
                  <c:v/>
                </c:pt>
                <c:pt idx="7867">
                  <c:v/>
                </c:pt>
                <c:pt idx="7868">
                  <c:v/>
                </c:pt>
                <c:pt idx="7869">
                  <c:v/>
                </c:pt>
                <c:pt idx="7870">
                  <c:v/>
                </c:pt>
                <c:pt idx="7871">
                  <c:v/>
                </c:pt>
                <c:pt idx="7872">
                  <c:v/>
                </c:pt>
                <c:pt idx="7873">
                  <c:v/>
                </c:pt>
                <c:pt idx="7874">
                  <c:v/>
                </c:pt>
                <c:pt idx="7875">
                  <c:v/>
                </c:pt>
                <c:pt idx="7876">
                  <c:v/>
                </c:pt>
                <c:pt idx="7877">
                  <c:v/>
                </c:pt>
                <c:pt idx="7878">
                  <c:v/>
                </c:pt>
                <c:pt idx="7879">
                  <c:v/>
                </c:pt>
                <c:pt idx="7880">
                  <c:v/>
                </c:pt>
                <c:pt idx="7881">
                  <c:v/>
                </c:pt>
                <c:pt idx="7882">
                  <c:v/>
                </c:pt>
                <c:pt idx="7883">
                  <c:v/>
                </c:pt>
                <c:pt idx="7884">
                  <c:v/>
                </c:pt>
                <c:pt idx="7885">
                  <c:v/>
                </c:pt>
                <c:pt idx="7886">
                  <c:v/>
                </c:pt>
                <c:pt idx="7887">
                  <c:v/>
                </c:pt>
                <c:pt idx="7888">
                  <c:v/>
                </c:pt>
                <c:pt idx="7889">
                  <c:v/>
                </c:pt>
                <c:pt idx="7890">
                  <c:v/>
                </c:pt>
                <c:pt idx="7891">
                  <c:v/>
                </c:pt>
                <c:pt idx="7892">
                  <c:v/>
                </c:pt>
                <c:pt idx="7893">
                  <c:v/>
                </c:pt>
                <c:pt idx="7894">
                  <c:v/>
                </c:pt>
                <c:pt idx="7895">
                  <c:v/>
                </c:pt>
                <c:pt idx="7896">
                  <c:v/>
                </c:pt>
                <c:pt idx="7897">
                  <c:v/>
                </c:pt>
                <c:pt idx="7898">
                  <c:v/>
                </c:pt>
                <c:pt idx="7899">
                  <c:v/>
                </c:pt>
                <c:pt idx="7900">
                  <c:v/>
                </c:pt>
                <c:pt idx="7901">
                  <c:v/>
                </c:pt>
                <c:pt idx="7902">
                  <c:v/>
                </c:pt>
                <c:pt idx="7903">
                  <c:v/>
                </c:pt>
                <c:pt idx="7904">
                  <c:v/>
                </c:pt>
                <c:pt idx="7905">
                  <c:v/>
                </c:pt>
                <c:pt idx="7906">
                  <c:v/>
                </c:pt>
                <c:pt idx="7907">
                  <c:v/>
                </c:pt>
                <c:pt idx="7908">
                  <c:v/>
                </c:pt>
                <c:pt idx="7909">
                  <c:v/>
                </c:pt>
                <c:pt idx="7910">
                  <c:v/>
                </c:pt>
                <c:pt idx="7911">
                  <c:v/>
                </c:pt>
                <c:pt idx="7912">
                  <c:v/>
                </c:pt>
                <c:pt idx="7913">
                  <c:v/>
                </c:pt>
                <c:pt idx="7914">
                  <c:v/>
                </c:pt>
                <c:pt idx="7915">
                  <c:v/>
                </c:pt>
                <c:pt idx="7916">
                  <c:v/>
                </c:pt>
                <c:pt idx="7917">
                  <c:v/>
                </c:pt>
                <c:pt idx="7918">
                  <c:v/>
                </c:pt>
                <c:pt idx="7919">
                  <c:v/>
                </c:pt>
                <c:pt idx="7920">
                  <c:v/>
                </c:pt>
                <c:pt idx="7921">
                  <c:v/>
                </c:pt>
                <c:pt idx="7922">
                  <c:v/>
                </c:pt>
                <c:pt idx="7923">
                  <c:v/>
                </c:pt>
                <c:pt idx="7924">
                  <c:v/>
                </c:pt>
                <c:pt idx="7925">
                  <c:v/>
                </c:pt>
                <c:pt idx="7926">
                  <c:v/>
                </c:pt>
                <c:pt idx="7927">
                  <c:v/>
                </c:pt>
                <c:pt idx="7928">
                  <c:v/>
                </c:pt>
                <c:pt idx="7929">
                  <c:v/>
                </c:pt>
                <c:pt idx="7930">
                  <c:v/>
                </c:pt>
                <c:pt idx="7931">
                  <c:v/>
                </c:pt>
                <c:pt idx="7932">
                  <c:v/>
                </c:pt>
                <c:pt idx="7933">
                  <c:v/>
                </c:pt>
                <c:pt idx="7934">
                  <c:v/>
                </c:pt>
                <c:pt idx="7935">
                  <c:v/>
                </c:pt>
                <c:pt idx="7936">
                  <c:v/>
                </c:pt>
                <c:pt idx="7937">
                  <c:v/>
                </c:pt>
                <c:pt idx="7938">
                  <c:v/>
                </c:pt>
                <c:pt idx="7939">
                  <c:v/>
                </c:pt>
                <c:pt idx="7940">
                  <c:v/>
                </c:pt>
                <c:pt idx="7941">
                  <c:v/>
                </c:pt>
              </c:strCache>
            </c:strRef>
          </c:cat>
          <c:val>
            <c:numRef>
              <c:f>4</c:f>
              <c:numCache>
                <c:formatCode>General</c:formatCode>
                <c:ptCount val="7942"/>
                <c:pt idx="0">
                  <c:v>1.5681</c:v>
                </c:pt>
                <c:pt idx="1">
                  <c:v>1.6058</c:v>
                </c:pt>
                <c:pt idx="2">
                  <c:v>1.6058</c:v>
                </c:pt>
                <c:pt idx="3">
                  <c:v>1.5357</c:v>
                </c:pt>
                <c:pt idx="4">
                  <c:v>1.5408</c:v>
                </c:pt>
                <c:pt idx="5">
                  <c:v>1.5973</c:v>
                </c:pt>
                <c:pt idx="6">
                  <c:v>1.6741</c:v>
                </c:pt>
                <c:pt idx="7">
                  <c:v>1.6637</c:v>
                </c:pt>
                <c:pt idx="8">
                  <c:v>1.729</c:v>
                </c:pt>
                <c:pt idx="9">
                  <c:v>1.6994</c:v>
                </c:pt>
                <c:pt idx="10">
                  <c:v>1.6925</c:v>
                </c:pt>
                <c:pt idx="11">
                  <c:v>1.6918</c:v>
                </c:pt>
                <c:pt idx="12">
                  <c:v>1.7101</c:v>
                </c:pt>
                <c:pt idx="13">
                  <c:v>1.6902</c:v>
                </c:pt>
                <c:pt idx="14">
                  <c:v>1.6529</c:v>
                </c:pt>
                <c:pt idx="15">
                  <c:v>1.6218</c:v>
                </c:pt>
                <c:pt idx="16">
                  <c:v>1.6176</c:v>
                </c:pt>
                <c:pt idx="17">
                  <c:v>1.5823</c:v>
                </c:pt>
                <c:pt idx="18">
                  <c:v>1.5591</c:v>
                </c:pt>
                <c:pt idx="19">
                  <c:v>1.572</c:v>
                </c:pt>
                <c:pt idx="20">
                  <c:v>1.5557</c:v>
                </c:pt>
                <c:pt idx="21">
                  <c:v>1.5755</c:v>
                </c:pt>
                <c:pt idx="22">
                  <c:v>1.6256</c:v>
                </c:pt>
                <c:pt idx="23">
                  <c:v>1.6874</c:v>
                </c:pt>
                <c:pt idx="24">
                  <c:v>1.704</c:v>
                </c:pt>
                <c:pt idx="25">
                  <c:v>1.739</c:v>
                </c:pt>
                <c:pt idx="26">
                  <c:v>1.7217</c:v>
                </c:pt>
                <c:pt idx="27">
                  <c:v>1.7217</c:v>
                </c:pt>
                <c:pt idx="28">
                  <c:v>1.7217</c:v>
                </c:pt>
                <c:pt idx="29">
                  <c:v>1.7728</c:v>
                </c:pt>
                <c:pt idx="30">
                  <c:v>1.7448</c:v>
                </c:pt>
                <c:pt idx="31">
                  <c:v>1.8014</c:v>
                </c:pt>
                <c:pt idx="32">
                  <c:v>1.7679</c:v>
                </c:pt>
                <c:pt idx="33">
                  <c:v>1.7372</c:v>
                </c:pt>
                <c:pt idx="34">
                  <c:v>1.7452</c:v>
                </c:pt>
                <c:pt idx="35">
                  <c:v>1.7584</c:v>
                </c:pt>
                <c:pt idx="36">
                  <c:v>1.7375</c:v>
                </c:pt>
                <c:pt idx="37">
                  <c:v>1.7666</c:v>
                </c:pt>
                <c:pt idx="38">
                  <c:v>1.7596</c:v>
                </c:pt>
                <c:pt idx="39">
                  <c:v>1.7933</c:v>
                </c:pt>
                <c:pt idx="40">
                  <c:v>1.8529</c:v>
                </c:pt>
                <c:pt idx="41">
                  <c:v>1.8487</c:v>
                </c:pt>
                <c:pt idx="42">
                  <c:v>1.8256</c:v>
                </c:pt>
                <c:pt idx="43">
                  <c:v>1.8284</c:v>
                </c:pt>
                <c:pt idx="44">
                  <c:v>1.8045</c:v>
                </c:pt>
                <c:pt idx="45">
                  <c:v>1.8143</c:v>
                </c:pt>
                <c:pt idx="46">
                  <c:v>1.7764</c:v>
                </c:pt>
                <c:pt idx="47">
                  <c:v>1.828</c:v>
                </c:pt>
                <c:pt idx="48">
                  <c:v>1.8567</c:v>
                </c:pt>
                <c:pt idx="49">
                  <c:v>2.0628</c:v>
                </c:pt>
                <c:pt idx="50">
                  <c:v>2.1518</c:v>
                </c:pt>
                <c:pt idx="51">
                  <c:v>2.1518</c:v>
                </c:pt>
                <c:pt idx="52">
                  <c:v>2.2632</c:v>
                </c:pt>
                <c:pt idx="53">
                  <c:v>2.2207</c:v>
                </c:pt>
                <c:pt idx="54">
                  <c:v>2.2225</c:v>
                </c:pt>
                <c:pt idx="55">
                  <c:v>2.3044</c:v>
                </c:pt>
                <c:pt idx="56">
                  <c:v>2.3548</c:v>
                </c:pt>
                <c:pt idx="57">
                  <c:v>2.3154</c:v>
                </c:pt>
                <c:pt idx="58">
                  <c:v>2.3128</c:v>
                </c:pt>
                <c:pt idx="59">
                  <c:v>2.3525</c:v>
                </c:pt>
                <c:pt idx="60">
                  <c:v>2.3525</c:v>
                </c:pt>
                <c:pt idx="61">
                  <c:v>2.359</c:v>
                </c:pt>
                <c:pt idx="62">
                  <c:v>2.3142</c:v>
                </c:pt>
                <c:pt idx="63">
                  <c:v>2.291</c:v>
                </c:pt>
                <c:pt idx="64">
                  <c:v>2.3873</c:v>
                </c:pt>
                <c:pt idx="65">
                  <c:v>2.4499</c:v>
                </c:pt>
                <c:pt idx="66">
                  <c:v>2.3867</c:v>
                </c:pt>
                <c:pt idx="67">
                  <c:v>2.3986</c:v>
                </c:pt>
                <c:pt idx="68">
                  <c:v>2.3896</c:v>
                </c:pt>
                <c:pt idx="69">
                  <c:v>2.341</c:v>
                </c:pt>
                <c:pt idx="70">
                  <c:v>2.4089</c:v>
                </c:pt>
                <c:pt idx="71">
                  <c:v>2.4665</c:v>
                </c:pt>
                <c:pt idx="72">
                  <c:v>2.4721</c:v>
                </c:pt>
                <c:pt idx="73">
                  <c:v>2.4734</c:v>
                </c:pt>
                <c:pt idx="74">
                  <c:v>2.5746</c:v>
                </c:pt>
                <c:pt idx="75">
                  <c:v>2.6034</c:v>
                </c:pt>
                <c:pt idx="76">
                  <c:v>2.5909</c:v>
                </c:pt>
                <c:pt idx="77">
                  <c:v>2.5421</c:v>
                </c:pt>
                <c:pt idx="78">
                  <c:v>2.5597</c:v>
                </c:pt>
                <c:pt idx="79">
                  <c:v>2.5386</c:v>
                </c:pt>
                <c:pt idx="80">
                  <c:v>2.5526</c:v>
                </c:pt>
                <c:pt idx="81">
                  <c:v>2.5411</c:v>
                </c:pt>
                <c:pt idx="82">
                  <c:v>2.5411</c:v>
                </c:pt>
                <c:pt idx="83">
                  <c:v>2.5616</c:v>
                </c:pt>
                <c:pt idx="84">
                  <c:v>2.51</c:v>
                </c:pt>
                <c:pt idx="85">
                  <c:v>2.4761</c:v>
                </c:pt>
                <c:pt idx="86">
                  <c:v>2.4454</c:v>
                </c:pt>
                <c:pt idx="87">
                  <c:v>2.4454</c:v>
                </c:pt>
                <c:pt idx="88">
                  <c:v>2.4464</c:v>
                </c:pt>
                <c:pt idx="89">
                  <c:v>2.441</c:v>
                </c:pt>
                <c:pt idx="90">
                  <c:v>2.349</c:v>
                </c:pt>
                <c:pt idx="91">
                  <c:v>2.4204</c:v>
                </c:pt>
                <c:pt idx="92">
                  <c:v>2.3676</c:v>
                </c:pt>
                <c:pt idx="93">
                  <c:v>2.3777</c:v>
                </c:pt>
                <c:pt idx="94">
                  <c:v>2.3769</c:v>
                </c:pt>
                <c:pt idx="95">
                  <c:v>2.3598</c:v>
                </c:pt>
                <c:pt idx="96">
                  <c:v>2.3967</c:v>
                </c:pt>
                <c:pt idx="97">
                  <c:v>2.3967</c:v>
                </c:pt>
                <c:pt idx="98">
                  <c:v>2.322</c:v>
                </c:pt>
                <c:pt idx="99">
                  <c:v>2.428</c:v>
                </c:pt>
                <c:pt idx="100">
                  <c:v>2.4733</c:v>
                </c:pt>
                <c:pt idx="101">
                  <c:v>2.4681</c:v>
                </c:pt>
                <c:pt idx="102">
                  <c:v>2.401</c:v>
                </c:pt>
                <c:pt idx="103">
                  <c:v>2.4646</c:v>
                </c:pt>
                <c:pt idx="104">
                  <c:v>2.5147</c:v>
                </c:pt>
                <c:pt idx="105">
                  <c:v>2.5037</c:v>
                </c:pt>
                <c:pt idx="106">
                  <c:v>2.4837</c:v>
                </c:pt>
                <c:pt idx="107">
                  <c:v>2.4884</c:v>
                </c:pt>
                <c:pt idx="108">
                  <c:v>2.458</c:v>
                </c:pt>
                <c:pt idx="109">
                  <c:v>2.472</c:v>
                </c:pt>
                <c:pt idx="110">
                  <c:v>2.4749</c:v>
                </c:pt>
                <c:pt idx="111">
                  <c:v>2.4697</c:v>
                </c:pt>
                <c:pt idx="112">
                  <c:v>2.4125</c:v>
                </c:pt>
                <c:pt idx="113">
                  <c:v>2.3952</c:v>
                </c:pt>
                <c:pt idx="114">
                  <c:v>2.3393</c:v>
                </c:pt>
                <c:pt idx="115">
                  <c:v>2.3938</c:v>
                </c:pt>
                <c:pt idx="116">
                  <c:v>2.409</c:v>
                </c:pt>
                <c:pt idx="117">
                  <c:v>2.4331</c:v>
                </c:pt>
                <c:pt idx="118">
                  <c:v>2.469</c:v>
                </c:pt>
                <c:pt idx="119">
                  <c:v>2.4932</c:v>
                </c:pt>
                <c:pt idx="120">
                  <c:v>2.4484</c:v>
                </c:pt>
                <c:pt idx="121">
                  <c:v>2.4182</c:v>
                </c:pt>
                <c:pt idx="122">
                  <c:v>2.4182</c:v>
                </c:pt>
                <c:pt idx="123">
                  <c:v>2.4308</c:v>
                </c:pt>
                <c:pt idx="124">
                  <c:v>2.4165</c:v>
                </c:pt>
                <c:pt idx="125">
                  <c:v>2.3755</c:v>
                </c:pt>
                <c:pt idx="126">
                  <c:v>2.3144</c:v>
                </c:pt>
                <c:pt idx="127">
                  <c:v>2.365</c:v>
                </c:pt>
                <c:pt idx="128">
                  <c:v>2.3944</c:v>
                </c:pt>
                <c:pt idx="129">
                  <c:v>2.4571</c:v>
                </c:pt>
                <c:pt idx="130">
                  <c:v>2.4761</c:v>
                </c:pt>
                <c:pt idx="131">
                  <c:v>2.4798</c:v>
                </c:pt>
                <c:pt idx="132">
                  <c:v>2.4997</c:v>
                </c:pt>
                <c:pt idx="133">
                  <c:v>2.5179</c:v>
                </c:pt>
                <c:pt idx="134">
                  <c:v>2.5633</c:v>
                </c:pt>
                <c:pt idx="135">
                  <c:v>2.6092</c:v>
                </c:pt>
                <c:pt idx="136">
                  <c:v>2.5766</c:v>
                </c:pt>
                <c:pt idx="137">
                  <c:v>2.626</c:v>
                </c:pt>
                <c:pt idx="138">
                  <c:v>2.6005</c:v>
                </c:pt>
                <c:pt idx="139">
                  <c:v>2.4923</c:v>
                </c:pt>
                <c:pt idx="140">
                  <c:v>2.5404</c:v>
                </c:pt>
                <c:pt idx="141">
                  <c:v>2.5016</c:v>
                </c:pt>
                <c:pt idx="142">
                  <c:v>2.4609</c:v>
                </c:pt>
                <c:pt idx="143">
                  <c:v>2.4177</c:v>
                </c:pt>
                <c:pt idx="144">
                  <c:v>2.4079</c:v>
                </c:pt>
                <c:pt idx="145">
                  <c:v>2.4241</c:v>
                </c:pt>
                <c:pt idx="146">
                  <c:v>2.4107</c:v>
                </c:pt>
                <c:pt idx="147">
                  <c:v>2.3766</c:v>
                </c:pt>
                <c:pt idx="148">
                  <c:v>2.4198</c:v>
                </c:pt>
                <c:pt idx="149">
                  <c:v>2.3785</c:v>
                </c:pt>
                <c:pt idx="150">
                  <c:v>2.4208</c:v>
                </c:pt>
                <c:pt idx="151">
                  <c:v>2.3903</c:v>
                </c:pt>
                <c:pt idx="152">
                  <c:v>2.3239</c:v>
                </c:pt>
                <c:pt idx="153">
                  <c:v>2.3625</c:v>
                </c:pt>
                <c:pt idx="154">
                  <c:v>2.3401</c:v>
                </c:pt>
                <c:pt idx="155">
                  <c:v>2.3401</c:v>
                </c:pt>
                <c:pt idx="156">
                  <c:v>2.3788</c:v>
                </c:pt>
                <c:pt idx="157">
                  <c:v>2.368</c:v>
                </c:pt>
                <c:pt idx="158">
                  <c:v>2.2972</c:v>
                </c:pt>
                <c:pt idx="159">
                  <c:v>2.2411</c:v>
                </c:pt>
                <c:pt idx="160">
                  <c:v>2.2342</c:v>
                </c:pt>
                <c:pt idx="161">
                  <c:v>2.2342</c:v>
                </c:pt>
                <c:pt idx="162">
                  <c:v>2.2502</c:v>
                </c:pt>
                <c:pt idx="163">
                  <c:v>2.1747</c:v>
                </c:pt>
                <c:pt idx="164">
                  <c:v>2.2172</c:v>
                </c:pt>
                <c:pt idx="165">
                  <c:v>2.2341</c:v>
                </c:pt>
                <c:pt idx="166">
                  <c:v>2.251</c:v>
                </c:pt>
                <c:pt idx="167">
                  <c:v>2.2725</c:v>
                </c:pt>
                <c:pt idx="168">
                  <c:v>2.3343</c:v>
                </c:pt>
                <c:pt idx="169">
                  <c:v>2.3038</c:v>
                </c:pt>
                <c:pt idx="170">
                  <c:v>2.2984</c:v>
                </c:pt>
                <c:pt idx="171">
                  <c:v>2.2814</c:v>
                </c:pt>
                <c:pt idx="172">
                  <c:v>2.32</c:v>
                </c:pt>
                <c:pt idx="173">
                  <c:v>2.2832</c:v>
                </c:pt>
                <c:pt idx="174">
                  <c:v>2.3201</c:v>
                </c:pt>
                <c:pt idx="175">
                  <c:v>2.3517</c:v>
                </c:pt>
                <c:pt idx="176">
                  <c:v>2.3517</c:v>
                </c:pt>
                <c:pt idx="177">
                  <c:v>2.3853</c:v>
                </c:pt>
                <c:pt idx="178">
                  <c:v>2.3998</c:v>
                </c:pt>
                <c:pt idx="179">
                  <c:v>2.4162</c:v>
                </c:pt>
                <c:pt idx="180">
                  <c:v>2.3865</c:v>
                </c:pt>
                <c:pt idx="181">
                  <c:v>2.3275</c:v>
                </c:pt>
                <c:pt idx="182">
                  <c:v>2.3442</c:v>
                </c:pt>
                <c:pt idx="183">
                  <c:v>2.3274</c:v>
                </c:pt>
                <c:pt idx="184">
                  <c:v>2.226</c:v>
                </c:pt>
                <c:pt idx="185">
                  <c:v>2.2303</c:v>
                </c:pt>
                <c:pt idx="186">
                  <c:v>2.2389</c:v>
                </c:pt>
                <c:pt idx="187">
                  <c:v>2.2572</c:v>
                </c:pt>
                <c:pt idx="188">
                  <c:v>2.2843</c:v>
                </c:pt>
                <c:pt idx="189">
                  <c:v>2.2458</c:v>
                </c:pt>
                <c:pt idx="190">
                  <c:v>2.2562</c:v>
                </c:pt>
                <c:pt idx="191">
                  <c:v>2.2482</c:v>
                </c:pt>
                <c:pt idx="193">
                  <c:v>2.2089</c:v>
                </c:pt>
                <c:pt idx="194">
                  <c:v>2.2063</c:v>
                </c:pt>
                <c:pt idx="195">
                  <c:v>2.2097</c:v>
                </c:pt>
                <c:pt idx="196">
                  <c:v>2.16</c:v>
                </c:pt>
                <c:pt idx="197">
                  <c:v>2.1843</c:v>
                </c:pt>
                <c:pt idx="198">
                  <c:v>2.1469</c:v>
                </c:pt>
                <c:pt idx="199">
                  <c:v>2.1763</c:v>
                </c:pt>
                <c:pt idx="200">
                  <c:v>2.1893</c:v>
                </c:pt>
                <c:pt idx="201">
                  <c:v>2.2014</c:v>
                </c:pt>
                <c:pt idx="202">
                  <c:v>2.2136</c:v>
                </c:pt>
                <c:pt idx="203">
                  <c:v>2.2129</c:v>
                </c:pt>
                <c:pt idx="204">
                  <c:v>2.1275</c:v>
                </c:pt>
                <c:pt idx="205">
                  <c:v>2.1657</c:v>
                </c:pt>
                <c:pt idx="206">
                  <c:v>2.1533</c:v>
                </c:pt>
                <c:pt idx="207">
                  <c:v>2.1899</c:v>
                </c:pt>
                <c:pt idx="208">
                  <c:v>2.1584</c:v>
                </c:pt>
                <c:pt idx="209">
                  <c:v>2.1636</c:v>
                </c:pt>
                <c:pt idx="210">
                  <c:v>2.1505</c:v>
                </c:pt>
                <c:pt idx="211">
                  <c:v>2.1451</c:v>
                </c:pt>
                <c:pt idx="212">
                  <c:v>2.1398</c:v>
                </c:pt>
                <c:pt idx="213">
                  <c:v>2.2097</c:v>
                </c:pt>
                <c:pt idx="214">
                  <c:v>2.2298</c:v>
                </c:pt>
                <c:pt idx="215">
                  <c:v>2.2685</c:v>
                </c:pt>
                <c:pt idx="216">
                  <c:v>2.3012</c:v>
                </c:pt>
                <c:pt idx="219">
                  <c:v>2.3251</c:v>
                </c:pt>
                <c:pt idx="220">
                  <c:v>2.3688</c:v>
                </c:pt>
                <c:pt idx="221">
                  <c:v>2.3858</c:v>
                </c:pt>
                <c:pt idx="222">
                  <c:v>2.3759</c:v>
                </c:pt>
                <c:pt idx="223">
                  <c:v>2.3643</c:v>
                </c:pt>
                <c:pt idx="224">
                  <c:v>2.3214</c:v>
                </c:pt>
                <c:pt idx="225">
                  <c:v>2.3457</c:v>
                </c:pt>
                <c:pt idx="226">
                  <c:v>2.3349</c:v>
                </c:pt>
                <c:pt idx="227">
                  <c:v>2.3153</c:v>
                </c:pt>
                <c:pt idx="228">
                  <c:v>2.2593</c:v>
                </c:pt>
                <c:pt idx="229">
                  <c:v>2.2717</c:v>
                </c:pt>
                <c:pt idx="230">
                  <c:v>2.2592</c:v>
                </c:pt>
                <c:pt idx="231">
                  <c:v>2.237</c:v>
                </c:pt>
                <c:pt idx="232">
                  <c:v>2.2556</c:v>
                </c:pt>
                <c:pt idx="233">
                  <c:v>2.3384</c:v>
                </c:pt>
                <c:pt idx="234">
                  <c:v>2.2884</c:v>
                </c:pt>
                <c:pt idx="235">
                  <c:v>2.3187</c:v>
                </c:pt>
                <c:pt idx="236">
                  <c:v>2.2927</c:v>
                </c:pt>
                <c:pt idx="237">
                  <c:v>2.2972</c:v>
                </c:pt>
                <c:pt idx="238">
                  <c:v>2.2553</c:v>
                </c:pt>
                <c:pt idx="239">
                  <c:v>2.2686</c:v>
                </c:pt>
                <c:pt idx="240">
                  <c:v>2.2241</c:v>
                </c:pt>
                <c:pt idx="241">
                  <c:v>2.2658</c:v>
                </c:pt>
                <c:pt idx="242">
                  <c:v>2.2551</c:v>
                </c:pt>
                <c:pt idx="243">
                  <c:v>2.264</c:v>
                </c:pt>
                <c:pt idx="244">
                  <c:v>2.2515</c:v>
                </c:pt>
                <c:pt idx="245">
                  <c:v>2.1959</c:v>
                </c:pt>
                <c:pt idx="246">
                  <c:v>2.1923</c:v>
                </c:pt>
                <c:pt idx="247">
                  <c:v>2.222</c:v>
                </c:pt>
                <c:pt idx="248">
                  <c:v>2.2746</c:v>
                </c:pt>
                <c:pt idx="249">
                  <c:v>2.2272</c:v>
                </c:pt>
                <c:pt idx="250">
                  <c:v>2.1888</c:v>
                </c:pt>
                <c:pt idx="251">
                  <c:v>2.1974</c:v>
                </c:pt>
                <c:pt idx="252">
                  <c:v>2.1843</c:v>
                </c:pt>
                <c:pt idx="253">
                  <c:v>2.2149</c:v>
                </c:pt>
                <c:pt idx="254">
                  <c:v>2.1677</c:v>
                </c:pt>
                <c:pt idx="255">
                  <c:v>2.1991</c:v>
                </c:pt>
                <c:pt idx="256">
                  <c:v>2.1694</c:v>
                </c:pt>
                <c:pt idx="257">
                  <c:v>2.1571</c:v>
                </c:pt>
                <c:pt idx="258">
                  <c:v>2.1292</c:v>
                </c:pt>
                <c:pt idx="259">
                  <c:v>2.1336</c:v>
                </c:pt>
                <c:pt idx="260">
                  <c:v>2.1205</c:v>
                </c:pt>
                <c:pt idx="261">
                  <c:v>2.1701</c:v>
                </c:pt>
                <c:pt idx="262">
                  <c:v>2.1701</c:v>
                </c:pt>
                <c:pt idx="263">
                  <c:v>2.0604</c:v>
                </c:pt>
                <c:pt idx="264">
                  <c:v>2.1038</c:v>
                </c:pt>
                <c:pt idx="265">
                  <c:v>2.0422</c:v>
                </c:pt>
                <c:pt idx="266">
                  <c:v>2.0541</c:v>
                </c:pt>
                <c:pt idx="267">
                  <c:v>2.1288</c:v>
                </c:pt>
                <c:pt idx="268">
                  <c:v>2.1664</c:v>
                </c:pt>
                <c:pt idx="269">
                  <c:v>2.1893</c:v>
                </c:pt>
                <c:pt idx="270">
                  <c:v>2.1858</c:v>
                </c:pt>
                <c:pt idx="271">
                  <c:v>2.206</c:v>
                </c:pt>
                <c:pt idx="272">
                  <c:v>2.2306</c:v>
                </c:pt>
                <c:pt idx="273">
                  <c:v>2.2474</c:v>
                </c:pt>
                <c:pt idx="274">
                  <c:v>2.2704</c:v>
                </c:pt>
                <c:pt idx="275">
                  <c:v>2.2784</c:v>
                </c:pt>
                <c:pt idx="276">
                  <c:v>2.2536</c:v>
                </c:pt>
                <c:pt idx="277">
                  <c:v>2.22</c:v>
                </c:pt>
                <c:pt idx="278">
                  <c:v>2.2377</c:v>
                </c:pt>
                <c:pt idx="279">
                  <c:v>2.3114</c:v>
                </c:pt>
                <c:pt idx="280">
                  <c:v>2.3087</c:v>
                </c:pt>
                <c:pt idx="281">
                  <c:v>2.3329</c:v>
                </c:pt>
                <c:pt idx="282">
                  <c:v>2.3427</c:v>
                </c:pt>
                <c:pt idx="283">
                  <c:v>2.3213</c:v>
                </c:pt>
                <c:pt idx="284">
                  <c:v>2.3249</c:v>
                </c:pt>
                <c:pt idx="285">
                  <c:v>2.3455</c:v>
                </c:pt>
                <c:pt idx="286">
                  <c:v>2.3635</c:v>
                </c:pt>
                <c:pt idx="287">
                  <c:v>2.3635</c:v>
                </c:pt>
                <c:pt idx="288">
                  <c:v>2.36</c:v>
                </c:pt>
                <c:pt idx="289">
                  <c:v>2.3492</c:v>
                </c:pt>
                <c:pt idx="290">
                  <c:v>2.3198</c:v>
                </c:pt>
                <c:pt idx="291">
                  <c:v>2.2769</c:v>
                </c:pt>
                <c:pt idx="292">
                  <c:v>2.3046</c:v>
                </c:pt>
                <c:pt idx="293">
                  <c:v>2.3002</c:v>
                </c:pt>
                <c:pt idx="294">
                  <c:v>2.3459</c:v>
                </c:pt>
                <c:pt idx="295">
                  <c:v>2.3208</c:v>
                </c:pt>
                <c:pt idx="296">
                  <c:v>2.3848</c:v>
                </c:pt>
                <c:pt idx="297">
                  <c:v>2.3686</c:v>
                </c:pt>
                <c:pt idx="298">
                  <c:v>2.4165</c:v>
                </c:pt>
                <c:pt idx="299">
                  <c:v>2.4347</c:v>
                </c:pt>
                <c:pt idx="300">
                  <c:v>2.4639</c:v>
                </c:pt>
                <c:pt idx="301">
                  <c:v>2.4122</c:v>
                </c:pt>
                <c:pt idx="302">
                  <c:v>2.3706</c:v>
                </c:pt>
                <c:pt idx="303">
                  <c:v>2.3751</c:v>
                </c:pt>
                <c:pt idx="304">
                  <c:v>2.3733</c:v>
                </c:pt>
                <c:pt idx="305">
                  <c:v>2.3489</c:v>
                </c:pt>
                <c:pt idx="306">
                  <c:v>2.3337</c:v>
                </c:pt>
                <c:pt idx="307">
                  <c:v>2.3156</c:v>
                </c:pt>
                <c:pt idx="308">
                  <c:v>2.3157</c:v>
                </c:pt>
                <c:pt idx="309">
                  <c:v>2.3328</c:v>
                </c:pt>
                <c:pt idx="310">
                  <c:v>2.3256</c:v>
                </c:pt>
                <c:pt idx="311">
                  <c:v>2.402</c:v>
                </c:pt>
                <c:pt idx="312">
                  <c:v>2.4055</c:v>
                </c:pt>
                <c:pt idx="313">
                  <c:v>2.3735</c:v>
                </c:pt>
                <c:pt idx="314">
                  <c:v>2.3257</c:v>
                </c:pt>
                <c:pt idx="315">
                  <c:v>2.3762</c:v>
                </c:pt>
                <c:pt idx="316">
                  <c:v>2.3444</c:v>
                </c:pt>
                <c:pt idx="317">
                  <c:v>2.371</c:v>
                </c:pt>
                <c:pt idx="318">
                  <c:v>2.3568</c:v>
                </c:pt>
                <c:pt idx="319">
                  <c:v>2.3187</c:v>
                </c:pt>
                <c:pt idx="320">
                  <c:v>2.3187</c:v>
                </c:pt>
                <c:pt idx="321">
                  <c:v>2.3436</c:v>
                </c:pt>
                <c:pt idx="322">
                  <c:v>2.3303</c:v>
                </c:pt>
                <c:pt idx="323">
                  <c:v>2.3277</c:v>
                </c:pt>
                <c:pt idx="324">
                  <c:v>2.3882</c:v>
                </c:pt>
                <c:pt idx="325">
                  <c:v>2.4132</c:v>
                </c:pt>
                <c:pt idx="326">
                  <c:v>2.3624</c:v>
                </c:pt>
                <c:pt idx="327">
                  <c:v>2.3723</c:v>
                </c:pt>
                <c:pt idx="328">
                  <c:v>2.358</c:v>
                </c:pt>
                <c:pt idx="329">
                  <c:v>2.3394</c:v>
                </c:pt>
                <c:pt idx="330">
                  <c:v>2.3643</c:v>
                </c:pt>
                <c:pt idx="331">
                  <c:v>2.3762</c:v>
                </c:pt>
                <c:pt idx="332">
                  <c:v>2.3923</c:v>
                </c:pt>
                <c:pt idx="333">
                  <c:v>2.4076</c:v>
                </c:pt>
                <c:pt idx="334">
                  <c:v>2.3433</c:v>
                </c:pt>
                <c:pt idx="335">
                  <c:v>2.3531</c:v>
                </c:pt>
                <c:pt idx="336">
                  <c:v>2.3532</c:v>
                </c:pt>
                <c:pt idx="337">
                  <c:v>2.3926</c:v>
                </c:pt>
                <c:pt idx="338">
                  <c:v>2.4682</c:v>
                </c:pt>
                <c:pt idx="339">
                  <c:v>2.5009</c:v>
                </c:pt>
                <c:pt idx="340">
                  <c:v>2.4846</c:v>
                </c:pt>
                <c:pt idx="341">
                  <c:v>2.4839</c:v>
                </c:pt>
                <c:pt idx="342">
                  <c:v>2.4839</c:v>
                </c:pt>
                <c:pt idx="343">
                  <c:v>2.4776</c:v>
                </c:pt>
                <c:pt idx="344">
                  <c:v>2.4108</c:v>
                </c:pt>
                <c:pt idx="345">
                  <c:v>2.4343</c:v>
                </c:pt>
                <c:pt idx="346">
                  <c:v>2.4101</c:v>
                </c:pt>
                <c:pt idx="347">
                  <c:v>2.4626</c:v>
                </c:pt>
                <c:pt idx="348">
                  <c:v>2.45</c:v>
                </c:pt>
                <c:pt idx="349">
                  <c:v>2.4527</c:v>
                </c:pt>
                <c:pt idx="350">
                  <c:v>2.4774</c:v>
                </c:pt>
                <c:pt idx="351">
                  <c:v>2.4804</c:v>
                </c:pt>
                <c:pt idx="352">
                  <c:v>2.5553</c:v>
                </c:pt>
                <c:pt idx="353">
                  <c:v>2.5563</c:v>
                </c:pt>
                <c:pt idx="354">
                  <c:v>2.538</c:v>
                </c:pt>
                <c:pt idx="355">
                  <c:v>2.5484</c:v>
                </c:pt>
                <c:pt idx="356">
                  <c:v>2.5484</c:v>
                </c:pt>
                <c:pt idx="357">
                  <c:v>2.5384</c:v>
                </c:pt>
                <c:pt idx="358">
                  <c:v>2.5871</c:v>
                </c:pt>
                <c:pt idx="359">
                  <c:v>2.6278</c:v>
                </c:pt>
                <c:pt idx="360">
                  <c:v>2.6587</c:v>
                </c:pt>
                <c:pt idx="361">
                  <c:v>2.6504</c:v>
                </c:pt>
                <c:pt idx="362">
                  <c:v>2.6153</c:v>
                </c:pt>
                <c:pt idx="363">
                  <c:v>2.6478</c:v>
                </c:pt>
                <c:pt idx="364">
                  <c:v>2.6183</c:v>
                </c:pt>
                <c:pt idx="365">
                  <c:v>2.664</c:v>
                </c:pt>
                <c:pt idx="366">
                  <c:v>2.6949</c:v>
                </c:pt>
                <c:pt idx="367">
                  <c:v>2.7221</c:v>
                </c:pt>
                <c:pt idx="368">
                  <c:v>2.7054</c:v>
                </c:pt>
                <c:pt idx="369">
                  <c:v>2.7938</c:v>
                </c:pt>
                <c:pt idx="370">
                  <c:v>2.8415</c:v>
                </c:pt>
                <c:pt idx="371">
                  <c:v>2.7078</c:v>
                </c:pt>
                <c:pt idx="372">
                  <c:v>2.8029</c:v>
                </c:pt>
                <c:pt idx="373">
                  <c:v>2.8372</c:v>
                </c:pt>
                <c:pt idx="374">
                  <c:v>2.8239</c:v>
                </c:pt>
                <c:pt idx="375">
                  <c:v>2.8557</c:v>
                </c:pt>
                <c:pt idx="376">
                  <c:v>2.8602</c:v>
                </c:pt>
                <c:pt idx="377">
                  <c:v>2.8294</c:v>
                </c:pt>
                <c:pt idx="378">
                  <c:v>2.9058</c:v>
                </c:pt>
                <c:pt idx="379">
                  <c:v>2.9095</c:v>
                </c:pt>
                <c:pt idx="380">
                  <c:v>2.8749</c:v>
                </c:pt>
                <c:pt idx="381">
                  <c:v>2.8749</c:v>
                </c:pt>
                <c:pt idx="382">
                  <c:v>2.8877</c:v>
                </c:pt>
                <c:pt idx="383">
                  <c:v>2.95</c:v>
                </c:pt>
                <c:pt idx="384">
                  <c:v>2.9207</c:v>
                </c:pt>
                <c:pt idx="385">
                  <c:v>2.8669</c:v>
                </c:pt>
                <c:pt idx="386">
                  <c:v>2.8642</c:v>
                </c:pt>
                <c:pt idx="387">
                  <c:v>2.8962</c:v>
                </c:pt>
                <c:pt idx="388">
                  <c:v>2.8624</c:v>
                </c:pt>
                <c:pt idx="389">
                  <c:v>2.8114</c:v>
                </c:pt>
                <c:pt idx="390">
                  <c:v>2.8606</c:v>
                </c:pt>
                <c:pt idx="391">
                  <c:v>2.8835</c:v>
                </c:pt>
                <c:pt idx="392">
                  <c:v>2.8863</c:v>
                </c:pt>
                <c:pt idx="393">
                  <c:v>2.8836</c:v>
                </c:pt>
                <c:pt idx="394">
                  <c:v>2.8571</c:v>
                </c:pt>
                <c:pt idx="395">
                  <c:v>2.8965</c:v>
                </c:pt>
                <c:pt idx="396">
                  <c:v>2.8681</c:v>
                </c:pt>
                <c:pt idx="397">
                  <c:v>2.8447</c:v>
                </c:pt>
                <c:pt idx="398">
                  <c:v>2.8182</c:v>
                </c:pt>
                <c:pt idx="399">
                  <c:v>2.8301</c:v>
                </c:pt>
                <c:pt idx="400">
                  <c:v>2.8466</c:v>
                </c:pt>
                <c:pt idx="401">
                  <c:v>2.8576</c:v>
                </c:pt>
                <c:pt idx="402">
                  <c:v>2.8971</c:v>
                </c:pt>
                <c:pt idx="403">
                  <c:v>2.8833</c:v>
                </c:pt>
                <c:pt idx="404">
                  <c:v>2.8247</c:v>
                </c:pt>
                <c:pt idx="405">
                  <c:v>2.8165</c:v>
                </c:pt>
                <c:pt idx="406">
                  <c:v>2.8559</c:v>
                </c:pt>
                <c:pt idx="407">
                  <c:v>2.7773</c:v>
                </c:pt>
                <c:pt idx="408">
                  <c:v>2.7819</c:v>
                </c:pt>
                <c:pt idx="409">
                  <c:v>2.7392</c:v>
                </c:pt>
                <c:pt idx="410">
                  <c:v>2.7392</c:v>
                </c:pt>
                <c:pt idx="411">
                  <c:v>2.7382</c:v>
                </c:pt>
                <c:pt idx="412">
                  <c:v>2.7801</c:v>
                </c:pt>
                <c:pt idx="413">
                  <c:v>2.8075</c:v>
                </c:pt>
                <c:pt idx="414">
                  <c:v>2.8313</c:v>
                </c:pt>
                <c:pt idx="415">
                  <c:v>2.7774</c:v>
                </c:pt>
                <c:pt idx="416">
                  <c:v>2.7865</c:v>
                </c:pt>
                <c:pt idx="417">
                  <c:v>2.8021</c:v>
                </c:pt>
                <c:pt idx="418">
                  <c:v>2.7829</c:v>
                </c:pt>
                <c:pt idx="419">
                  <c:v>2.8381</c:v>
                </c:pt>
                <c:pt idx="420">
                  <c:v>2.8262</c:v>
                </c:pt>
                <c:pt idx="421">
                  <c:v>2.8299</c:v>
                </c:pt>
                <c:pt idx="422">
                  <c:v>2.8309</c:v>
                </c:pt>
                <c:pt idx="423">
                  <c:v>2.8668</c:v>
                </c:pt>
                <c:pt idx="424">
                  <c:v>2.9131</c:v>
                </c:pt>
                <c:pt idx="425">
                  <c:v>2.9616</c:v>
                </c:pt>
                <c:pt idx="426">
                  <c:v>2.9757</c:v>
                </c:pt>
                <c:pt idx="427">
                  <c:v>2.9982</c:v>
                </c:pt>
                <c:pt idx="428">
                  <c:v>3.0282</c:v>
                </c:pt>
                <c:pt idx="429">
                  <c:v>2.9824</c:v>
                </c:pt>
                <c:pt idx="430">
                  <c:v>2.9638</c:v>
                </c:pt>
                <c:pt idx="431">
                  <c:v>2.9526</c:v>
                </c:pt>
                <c:pt idx="432">
                  <c:v>2.9667</c:v>
                </c:pt>
                <c:pt idx="433">
                  <c:v>2.9696</c:v>
                </c:pt>
                <c:pt idx="434">
                  <c:v>2.949</c:v>
                </c:pt>
                <c:pt idx="435">
                  <c:v>2.9454</c:v>
                </c:pt>
                <c:pt idx="436">
                  <c:v>2.9501</c:v>
                </c:pt>
                <c:pt idx="437">
                  <c:v>2.9783</c:v>
                </c:pt>
                <c:pt idx="438">
                  <c:v>3.0056</c:v>
                </c:pt>
                <c:pt idx="439">
                  <c:v>2.9631</c:v>
                </c:pt>
                <c:pt idx="440">
                  <c:v>2.9695</c:v>
                </c:pt>
                <c:pt idx="441">
                  <c:v>3.0024</c:v>
                </c:pt>
                <c:pt idx="442">
                  <c:v>3.076</c:v>
                </c:pt>
                <c:pt idx="443">
                  <c:v>3.0982</c:v>
                </c:pt>
                <c:pt idx="444">
                  <c:v>3.1122</c:v>
                </c:pt>
                <c:pt idx="445">
                  <c:v>3.0596</c:v>
                </c:pt>
                <c:pt idx="446">
                  <c:v>3.0587</c:v>
                </c:pt>
                <c:pt idx="447">
                  <c:v>3.0504</c:v>
                </c:pt>
                <c:pt idx="448">
                  <c:v>2.9916</c:v>
                </c:pt>
                <c:pt idx="449">
                  <c:v>2.9715</c:v>
                </c:pt>
                <c:pt idx="450">
                  <c:v>2.9286</c:v>
                </c:pt>
                <c:pt idx="451">
                  <c:v>2.9286</c:v>
                </c:pt>
                <c:pt idx="452">
                  <c:v>2.7765</c:v>
                </c:pt>
                <c:pt idx="453">
                  <c:v>2.855</c:v>
                </c:pt>
                <c:pt idx="454">
                  <c:v>2.8604</c:v>
                </c:pt>
                <c:pt idx="455">
                  <c:v>2.9031</c:v>
                </c:pt>
                <c:pt idx="456">
                  <c:v>2.9451</c:v>
                </c:pt>
                <c:pt idx="457">
                  <c:v>2.9241</c:v>
                </c:pt>
                <c:pt idx="458">
                  <c:v>2.9717</c:v>
                </c:pt>
                <c:pt idx="459">
                  <c:v>2.9226</c:v>
                </c:pt>
                <c:pt idx="460">
                  <c:v>2.951</c:v>
                </c:pt>
                <c:pt idx="461">
                  <c:v>2.9556</c:v>
                </c:pt>
                <c:pt idx="462">
                  <c:v>2.963</c:v>
                </c:pt>
                <c:pt idx="463">
                  <c:v>2.9667</c:v>
                </c:pt>
                <c:pt idx="464">
                  <c:v>2.9382</c:v>
                </c:pt>
                <c:pt idx="465">
                  <c:v>2.9172</c:v>
                </c:pt>
                <c:pt idx="466">
                  <c:v>2.9154</c:v>
                </c:pt>
                <c:pt idx="467">
                  <c:v>2.8971</c:v>
                </c:pt>
                <c:pt idx="468">
                  <c:v>2.9374</c:v>
                </c:pt>
                <c:pt idx="469">
                  <c:v>2.8925</c:v>
                </c:pt>
                <c:pt idx="470">
                  <c:v>2.8961</c:v>
                </c:pt>
                <c:pt idx="471">
                  <c:v>2.8842</c:v>
                </c:pt>
                <c:pt idx="472">
                  <c:v>2.8842</c:v>
                </c:pt>
                <c:pt idx="473">
                  <c:v>2.8186</c:v>
                </c:pt>
                <c:pt idx="474">
                  <c:v>2.8422</c:v>
                </c:pt>
                <c:pt idx="475">
                  <c:v>2.8614</c:v>
                </c:pt>
                <c:pt idx="476">
                  <c:v>2.8687</c:v>
                </c:pt>
                <c:pt idx="477">
                  <c:v>2.8312</c:v>
                </c:pt>
                <c:pt idx="478">
                  <c:v>2.8312</c:v>
                </c:pt>
                <c:pt idx="479">
                  <c:v>2.8342</c:v>
                </c:pt>
                <c:pt idx="480">
                  <c:v>2.8223</c:v>
                </c:pt>
                <c:pt idx="481">
                  <c:v>2.8607</c:v>
                </c:pt>
                <c:pt idx="482">
                  <c:v>2.857</c:v>
                </c:pt>
                <c:pt idx="483">
                  <c:v>2.8478</c:v>
                </c:pt>
                <c:pt idx="484">
                  <c:v>2.8451</c:v>
                </c:pt>
                <c:pt idx="485">
                  <c:v>2.8295</c:v>
                </c:pt>
                <c:pt idx="486">
                  <c:v>2.8606</c:v>
                </c:pt>
                <c:pt idx="487">
                  <c:v>2.8624</c:v>
                </c:pt>
                <c:pt idx="488">
                  <c:v>2.8716</c:v>
                </c:pt>
                <c:pt idx="489">
                  <c:v>2.8404</c:v>
                </c:pt>
                <c:pt idx="490">
                  <c:v>2.8973</c:v>
                </c:pt>
                <c:pt idx="491">
                  <c:v>2.9593</c:v>
                </c:pt>
                <c:pt idx="492">
                  <c:v>2.9509</c:v>
                </c:pt>
                <c:pt idx="493">
                  <c:v>2.9741</c:v>
                </c:pt>
                <c:pt idx="494">
                  <c:v>2.9807</c:v>
                </c:pt>
                <c:pt idx="495">
                  <c:v>2.9528</c:v>
                </c:pt>
                <c:pt idx="496">
                  <c:v>2.9752</c:v>
                </c:pt>
                <c:pt idx="497">
                  <c:v>2.9612</c:v>
                </c:pt>
                <c:pt idx="498">
                  <c:v>3.0032</c:v>
                </c:pt>
                <c:pt idx="499">
                  <c:v>2.9864</c:v>
                </c:pt>
                <c:pt idx="500">
                  <c:v>2.9446</c:v>
                </c:pt>
                <c:pt idx="501">
                  <c:v>2.9418</c:v>
                </c:pt>
                <c:pt idx="502">
                  <c:v>2.9716</c:v>
                </c:pt>
                <c:pt idx="503">
                  <c:v>2.9623</c:v>
                </c:pt>
                <c:pt idx="504">
                  <c:v>2.9267</c:v>
                </c:pt>
                <c:pt idx="505">
                  <c:v>2.8732</c:v>
                </c:pt>
                <c:pt idx="506">
                  <c:v>2.8804</c:v>
                </c:pt>
                <c:pt idx="507">
                  <c:v>2.9013</c:v>
                </c:pt>
                <c:pt idx="508">
                  <c:v>2.8614</c:v>
                </c:pt>
                <c:pt idx="509">
                  <c:v>2.8678</c:v>
                </c:pt>
                <c:pt idx="510">
                  <c:v>2.8614</c:v>
                </c:pt>
                <c:pt idx="511">
                  <c:v>2.8163</c:v>
                </c:pt>
                <c:pt idx="512">
                  <c:v>2.8307</c:v>
                </c:pt>
                <c:pt idx="513">
                  <c:v>2.8198</c:v>
                </c:pt>
                <c:pt idx="514">
                  <c:v>2.8288</c:v>
                </c:pt>
                <c:pt idx="515">
                  <c:v>2.8179</c:v>
                </c:pt>
                <c:pt idx="516">
                  <c:v>2.8432</c:v>
                </c:pt>
                <c:pt idx="517">
                  <c:v>2.8831</c:v>
                </c:pt>
                <c:pt idx="518">
                  <c:v>2.8858</c:v>
                </c:pt>
                <c:pt idx="519">
                  <c:v>2.8577</c:v>
                </c:pt>
                <c:pt idx="520">
                  <c:v>2.8604</c:v>
                </c:pt>
                <c:pt idx="521">
                  <c:v>2.8604</c:v>
                </c:pt>
                <c:pt idx="522">
                  <c:v>2.8985</c:v>
                </c:pt>
                <c:pt idx="523">
                  <c:v>2.9031</c:v>
                </c:pt>
                <c:pt idx="524">
                  <c:v>2.878</c:v>
                </c:pt>
                <c:pt idx="525">
                  <c:v>2.9391</c:v>
                </c:pt>
                <c:pt idx="526">
                  <c:v>2.9355</c:v>
                </c:pt>
                <c:pt idx="527">
                  <c:v>2.9814</c:v>
                </c:pt>
                <c:pt idx="528">
                  <c:v>2.9649</c:v>
                </c:pt>
                <c:pt idx="529">
                  <c:v>2.9722</c:v>
                </c:pt>
                <c:pt idx="530">
                  <c:v>2.9981</c:v>
                </c:pt>
                <c:pt idx="531">
                  <c:v>2.9916</c:v>
                </c:pt>
                <c:pt idx="532">
                  <c:v>3.0592</c:v>
                </c:pt>
                <c:pt idx="533">
                  <c:v>3.0676</c:v>
                </c:pt>
                <c:pt idx="534">
                  <c:v>3.0677</c:v>
                </c:pt>
                <c:pt idx="535">
                  <c:v>3.0641</c:v>
                </c:pt>
                <c:pt idx="536">
                  <c:v>3.0865</c:v>
                </c:pt>
                <c:pt idx="537">
                  <c:v>3.0977</c:v>
                </c:pt>
                <c:pt idx="538">
                  <c:v>3.0474</c:v>
                </c:pt>
                <c:pt idx="539">
                  <c:v>3.054</c:v>
                </c:pt>
                <c:pt idx="540">
                  <c:v>3.0615</c:v>
                </c:pt>
                <c:pt idx="541">
                  <c:v>3.0849</c:v>
                </c:pt>
                <c:pt idx="542">
                  <c:v>3.0653</c:v>
                </c:pt>
                <c:pt idx="543">
                  <c:v>3.1873</c:v>
                </c:pt>
                <c:pt idx="544">
                  <c:v>3.1858</c:v>
                </c:pt>
                <c:pt idx="545">
                  <c:v>3.2287</c:v>
                </c:pt>
                <c:pt idx="547">
                  <c:v>3.2022</c:v>
                </c:pt>
                <c:pt idx="548">
                  <c:v>3.1664</c:v>
                </c:pt>
                <c:pt idx="549">
                  <c:v>3.1513</c:v>
                </c:pt>
                <c:pt idx="550">
                  <c:v>3.1562</c:v>
                </c:pt>
                <c:pt idx="551">
                  <c:v>3.1591</c:v>
                </c:pt>
                <c:pt idx="552">
                  <c:v>3.1658</c:v>
                </c:pt>
                <c:pt idx="553">
                  <c:v>3.1971</c:v>
                </c:pt>
                <c:pt idx="554">
                  <c:v>3.1811</c:v>
                </c:pt>
                <c:pt idx="555">
                  <c:v>3.1898</c:v>
                </c:pt>
                <c:pt idx="556">
                  <c:v>3.1984</c:v>
                </c:pt>
                <c:pt idx="557">
                  <c:v>3.17</c:v>
                </c:pt>
                <c:pt idx="558">
                  <c:v>3.1022</c:v>
                </c:pt>
                <c:pt idx="559">
                  <c:v>3.1191</c:v>
                </c:pt>
                <c:pt idx="560">
                  <c:v>3.0741</c:v>
                </c:pt>
                <c:pt idx="561">
                  <c:v>3.0873</c:v>
                </c:pt>
                <c:pt idx="562">
                  <c:v>3.127</c:v>
                </c:pt>
                <c:pt idx="563">
                  <c:v>3.1421</c:v>
                </c:pt>
                <c:pt idx="564">
                  <c:v>3.1327</c:v>
                </c:pt>
                <c:pt idx="565">
                  <c:v>3.2136</c:v>
                </c:pt>
                <c:pt idx="566">
                  <c:v>3.2013</c:v>
                </c:pt>
                <c:pt idx="567">
                  <c:v>3.23</c:v>
                </c:pt>
                <c:pt idx="568">
                  <c:v>3.2335</c:v>
                </c:pt>
                <c:pt idx="569">
                  <c:v>3.2382</c:v>
                </c:pt>
                <c:pt idx="570">
                  <c:v>3.1838</c:v>
                </c:pt>
                <c:pt idx="571">
                  <c:v>3.1838</c:v>
                </c:pt>
                <c:pt idx="572">
                  <c:v>3.1424</c:v>
                </c:pt>
                <c:pt idx="573">
                  <c:v>3.1241</c:v>
                </c:pt>
                <c:pt idx="574">
                  <c:v>3.114</c:v>
                </c:pt>
                <c:pt idx="575">
                  <c:v>3.0656</c:v>
                </c:pt>
                <c:pt idx="576">
                  <c:v>3.0665</c:v>
                </c:pt>
                <c:pt idx="577">
                  <c:v>3.0637</c:v>
                </c:pt>
                <c:pt idx="578">
                  <c:v>3.0627</c:v>
                </c:pt>
                <c:pt idx="579">
                  <c:v>3.0627</c:v>
                </c:pt>
                <c:pt idx="580">
                  <c:v>3.0399</c:v>
                </c:pt>
                <c:pt idx="581">
                  <c:v>3.0563</c:v>
                </c:pt>
                <c:pt idx="582">
                  <c:v>3.059</c:v>
                </c:pt>
                <c:pt idx="583">
                  <c:v>3.0571</c:v>
                </c:pt>
                <c:pt idx="584">
                  <c:v>3.0298</c:v>
                </c:pt>
                <c:pt idx="585">
                  <c:v>2.9933</c:v>
                </c:pt>
                <c:pt idx="586">
                  <c:v>2.9733</c:v>
                </c:pt>
                <c:pt idx="587">
                  <c:v>2.9163</c:v>
                </c:pt>
                <c:pt idx="588">
                  <c:v>2.9163</c:v>
                </c:pt>
                <c:pt idx="589">
                  <c:v>2.8905</c:v>
                </c:pt>
                <c:pt idx="590">
                  <c:v>2.8517</c:v>
                </c:pt>
                <c:pt idx="591">
                  <c:v>2.8597</c:v>
                </c:pt>
                <c:pt idx="592">
                  <c:v>2.8776</c:v>
                </c:pt>
                <c:pt idx="593">
                  <c:v>2.9145</c:v>
                </c:pt>
                <c:pt idx="594">
                  <c:v>2.9117</c:v>
                </c:pt>
                <c:pt idx="595">
                  <c:v>2.8935</c:v>
                </c:pt>
                <c:pt idx="596">
                  <c:v>2.8565</c:v>
                </c:pt>
                <c:pt idx="597">
                  <c:v>2.8142</c:v>
                </c:pt>
                <c:pt idx="598">
                  <c:v>2.7712</c:v>
                </c:pt>
                <c:pt idx="599">
                  <c:v>2.8087</c:v>
                </c:pt>
                <c:pt idx="600">
                  <c:v>2.7825</c:v>
                </c:pt>
                <c:pt idx="601">
                  <c:v>2.7413</c:v>
                </c:pt>
                <c:pt idx="602">
                  <c:v>2.8073</c:v>
                </c:pt>
                <c:pt idx="603">
                  <c:v>2.7723</c:v>
                </c:pt>
                <c:pt idx="604">
                  <c:v>2.7176</c:v>
                </c:pt>
                <c:pt idx="605">
                  <c:v>2.6845</c:v>
                </c:pt>
                <c:pt idx="606">
                  <c:v>2.6225</c:v>
                </c:pt>
                <c:pt idx="607">
                  <c:v>2.5566</c:v>
                </c:pt>
                <c:pt idx="608">
                  <c:v>2.67</c:v>
                </c:pt>
                <c:pt idx="609">
                  <c:v>2.6983</c:v>
                </c:pt>
                <c:pt idx="610">
                  <c:v>2.733</c:v>
                </c:pt>
                <c:pt idx="611">
                  <c:v>2.7106</c:v>
                </c:pt>
                <c:pt idx="612">
                  <c:v>2.7453</c:v>
                </c:pt>
                <c:pt idx="613">
                  <c:v>2.7039</c:v>
                </c:pt>
                <c:pt idx="614">
                  <c:v>2.7038</c:v>
                </c:pt>
                <c:pt idx="615">
                  <c:v>2.7189</c:v>
                </c:pt>
                <c:pt idx="616">
                  <c:v>2.7215</c:v>
                </c:pt>
                <c:pt idx="617">
                  <c:v>2.7518</c:v>
                </c:pt>
                <c:pt idx="618">
                  <c:v>2.7856</c:v>
                </c:pt>
                <c:pt idx="620">
                  <c:v>2.7388</c:v>
                </c:pt>
                <c:pt idx="621">
                  <c:v>2.7414</c:v>
                </c:pt>
                <c:pt idx="622">
                  <c:v>2.7144</c:v>
                </c:pt>
                <c:pt idx="623">
                  <c:v>2.7607</c:v>
                </c:pt>
                <c:pt idx="624">
                  <c:v>2.7472</c:v>
                </c:pt>
                <c:pt idx="625">
                  <c:v>2.7121</c:v>
                </c:pt>
                <c:pt idx="626">
                  <c:v>2.6744</c:v>
                </c:pt>
                <c:pt idx="627">
                  <c:v>2.6315</c:v>
                </c:pt>
                <c:pt idx="628">
                  <c:v>2.6855</c:v>
                </c:pt>
                <c:pt idx="629">
                  <c:v>2.7213</c:v>
                </c:pt>
                <c:pt idx="630">
                  <c:v>2.7006</c:v>
                </c:pt>
                <c:pt idx="631">
                  <c:v>2.696</c:v>
                </c:pt>
                <c:pt idx="632">
                  <c:v>2.658</c:v>
                </c:pt>
                <c:pt idx="633">
                  <c:v>2.6303</c:v>
                </c:pt>
                <c:pt idx="634">
                  <c:v>2.6536</c:v>
                </c:pt>
                <c:pt idx="635">
                  <c:v>2.685</c:v>
                </c:pt>
                <c:pt idx="636">
                  <c:v>2.7021</c:v>
                </c:pt>
                <c:pt idx="637">
                  <c:v>2.6554</c:v>
                </c:pt>
                <c:pt idx="638">
                  <c:v>2.6662</c:v>
                </c:pt>
                <c:pt idx="639">
                  <c:v>2.6662</c:v>
                </c:pt>
                <c:pt idx="640">
                  <c:v>2.6384</c:v>
                </c:pt>
                <c:pt idx="641">
                  <c:v>2.6447</c:v>
                </c:pt>
                <c:pt idx="642">
                  <c:v>2.6977</c:v>
                </c:pt>
                <c:pt idx="643">
                  <c:v>2.6527</c:v>
                </c:pt>
                <c:pt idx="644">
                  <c:v>2.6626</c:v>
                </c:pt>
                <c:pt idx="645">
                  <c:v>2.6402</c:v>
                </c:pt>
                <c:pt idx="646">
                  <c:v>2.6834</c:v>
                </c:pt>
                <c:pt idx="647">
                  <c:v>2.7168</c:v>
                </c:pt>
                <c:pt idx="648">
                  <c:v>2.754</c:v>
                </c:pt>
                <c:pt idx="649">
                  <c:v>2.7223</c:v>
                </c:pt>
                <c:pt idx="650">
                  <c:v>2.7187</c:v>
                </c:pt>
                <c:pt idx="651">
                  <c:v>2.6906</c:v>
                </c:pt>
                <c:pt idx="652">
                  <c:v>2.6402</c:v>
                </c:pt>
                <c:pt idx="653">
                  <c:v>2.6348</c:v>
                </c:pt>
                <c:pt idx="654">
                  <c:v>2.642</c:v>
                </c:pt>
                <c:pt idx="655">
                  <c:v>2.6087</c:v>
                </c:pt>
                <c:pt idx="656">
                  <c:v>2.6222</c:v>
                </c:pt>
                <c:pt idx="657">
                  <c:v>2.6267</c:v>
                </c:pt>
                <c:pt idx="658">
                  <c:v>2.5916</c:v>
                </c:pt>
                <c:pt idx="659">
                  <c:v>2.6078</c:v>
                </c:pt>
                <c:pt idx="660">
                  <c:v>2.6159</c:v>
                </c:pt>
                <c:pt idx="661">
                  <c:v>2.5352</c:v>
                </c:pt>
                <c:pt idx="662">
                  <c:v>2.5343</c:v>
                </c:pt>
                <c:pt idx="663">
                  <c:v>2.4399</c:v>
                </c:pt>
                <c:pt idx="664">
                  <c:v>2.3983</c:v>
                </c:pt>
                <c:pt idx="665">
                  <c:v>2.4203</c:v>
                </c:pt>
                <c:pt idx="666">
                  <c:v>2.3753</c:v>
                </c:pt>
                <c:pt idx="667">
                  <c:v>2.3999</c:v>
                </c:pt>
                <c:pt idx="668">
                  <c:v>2.4068</c:v>
                </c:pt>
                <c:pt idx="669">
                  <c:v>2.5009</c:v>
                </c:pt>
                <c:pt idx="670">
                  <c:v>2.4732</c:v>
                </c:pt>
                <c:pt idx="671">
                  <c:v>2.5214</c:v>
                </c:pt>
                <c:pt idx="672">
                  <c:v>2.516</c:v>
                </c:pt>
                <c:pt idx="673">
                  <c:v>2.4936</c:v>
                </c:pt>
                <c:pt idx="674">
                  <c:v>2.5302</c:v>
                </c:pt>
                <c:pt idx="675">
                  <c:v>2.5006</c:v>
                </c:pt>
                <c:pt idx="676">
                  <c:v>2.4685</c:v>
                </c:pt>
                <c:pt idx="677">
                  <c:v>2.4979</c:v>
                </c:pt>
                <c:pt idx="678">
                  <c:v>2.5606</c:v>
                </c:pt>
                <c:pt idx="679">
                  <c:v>2.552</c:v>
                </c:pt>
                <c:pt idx="680">
                  <c:v>2.5935</c:v>
                </c:pt>
                <c:pt idx="681">
                  <c:v>2.5917</c:v>
                </c:pt>
                <c:pt idx="682">
                  <c:v>2.5637</c:v>
                </c:pt>
                <c:pt idx="683">
                  <c:v>2.5637</c:v>
                </c:pt>
                <c:pt idx="684">
                  <c:v>2.5925</c:v>
                </c:pt>
                <c:pt idx="685">
                  <c:v>2.569</c:v>
                </c:pt>
                <c:pt idx="686">
                  <c:v>2.523</c:v>
                </c:pt>
                <c:pt idx="687">
                  <c:v>2.5347</c:v>
                </c:pt>
                <c:pt idx="688">
                  <c:v>2.5004</c:v>
                </c:pt>
                <c:pt idx="689">
                  <c:v>2.5265</c:v>
                </c:pt>
                <c:pt idx="690">
                  <c:v>2.503</c:v>
                </c:pt>
                <c:pt idx="691">
                  <c:v>2.503</c:v>
                </c:pt>
                <c:pt idx="692">
                  <c:v>2.5435</c:v>
                </c:pt>
                <c:pt idx="693">
                  <c:v>2.5236</c:v>
                </c:pt>
                <c:pt idx="694">
                  <c:v>2.4776</c:v>
                </c:pt>
                <c:pt idx="695">
                  <c:v>2.4578</c:v>
                </c:pt>
                <c:pt idx="696">
                  <c:v>2.482</c:v>
                </c:pt>
                <c:pt idx="697">
                  <c:v>2.4546</c:v>
                </c:pt>
                <c:pt idx="698">
                  <c:v>2.4698</c:v>
                </c:pt>
                <c:pt idx="699">
                  <c:v>2.4086</c:v>
                </c:pt>
                <c:pt idx="700">
                  <c:v>2.4148</c:v>
                </c:pt>
                <c:pt idx="701">
                  <c:v>2.3768</c:v>
                </c:pt>
                <c:pt idx="702">
                  <c:v>2.3918</c:v>
                </c:pt>
                <c:pt idx="703">
                  <c:v>2.3953</c:v>
                </c:pt>
                <c:pt idx="704">
                  <c:v>2.421</c:v>
                </c:pt>
                <c:pt idx="705">
                  <c:v>2.4281</c:v>
                </c:pt>
                <c:pt idx="706">
                  <c:v>2.3856</c:v>
                </c:pt>
                <c:pt idx="707">
                  <c:v>2.3247</c:v>
                </c:pt>
                <c:pt idx="708">
                  <c:v>2.3264</c:v>
                </c:pt>
                <c:pt idx="709">
                  <c:v>2.3264</c:v>
                </c:pt>
                <c:pt idx="710">
                  <c:v>2.2649</c:v>
                </c:pt>
                <c:pt idx="711">
                  <c:v>2.2622</c:v>
                </c:pt>
                <c:pt idx="712">
                  <c:v>2.2176</c:v>
                </c:pt>
                <c:pt idx="713">
                  <c:v>2.1298</c:v>
                </c:pt>
                <c:pt idx="714">
                  <c:v>2.0719</c:v>
                </c:pt>
                <c:pt idx="715">
                  <c:v>2.134</c:v>
                </c:pt>
                <c:pt idx="716">
                  <c:v>2.1348</c:v>
                </c:pt>
                <c:pt idx="717">
                  <c:v>2.1185</c:v>
                </c:pt>
                <c:pt idx="718">
                  <c:v>2.0846</c:v>
                </c:pt>
                <c:pt idx="719">
                  <c:v>2.1434</c:v>
                </c:pt>
                <c:pt idx="720">
                  <c:v>2.1407</c:v>
                </c:pt>
                <c:pt idx="721">
                  <c:v>2.1172</c:v>
                </c:pt>
                <c:pt idx="722">
                  <c:v>2.0981</c:v>
                </c:pt>
                <c:pt idx="723">
                  <c:v>2.0797</c:v>
                </c:pt>
                <c:pt idx="724">
                  <c:v>2.0944</c:v>
                </c:pt>
                <c:pt idx="725">
                  <c:v>2.0589</c:v>
                </c:pt>
                <c:pt idx="726">
                  <c:v>2.0261</c:v>
                </c:pt>
                <c:pt idx="727">
                  <c:v>2.0251</c:v>
                </c:pt>
                <c:pt idx="728">
                  <c:v>2.0567</c:v>
                </c:pt>
                <c:pt idx="729">
                  <c:v>2.0213</c:v>
                </c:pt>
                <c:pt idx="730">
                  <c:v>1.9869</c:v>
                </c:pt>
                <c:pt idx="731">
                  <c:v>2.0487</c:v>
                </c:pt>
                <c:pt idx="732">
                  <c:v>2.0133</c:v>
                </c:pt>
                <c:pt idx="733">
                  <c:v>2.0061</c:v>
                </c:pt>
                <c:pt idx="734">
                  <c:v>2.0285</c:v>
                </c:pt>
                <c:pt idx="735">
                  <c:v>1.975</c:v>
                </c:pt>
                <c:pt idx="736">
                  <c:v>1.9501</c:v>
                </c:pt>
                <c:pt idx="737">
                  <c:v>1.9501</c:v>
                </c:pt>
                <c:pt idx="738">
                  <c:v>2.0393</c:v>
                </c:pt>
                <c:pt idx="739">
                  <c:v>2.0496</c:v>
                </c:pt>
                <c:pt idx="740">
                  <c:v>2.0669</c:v>
                </c:pt>
                <c:pt idx="741">
                  <c:v>2.0616</c:v>
                </c:pt>
                <c:pt idx="742">
                  <c:v>2.1381</c:v>
                </c:pt>
                <c:pt idx="743">
                  <c:v>2.1248</c:v>
                </c:pt>
                <c:pt idx="744">
                  <c:v>2.0916</c:v>
                </c:pt>
                <c:pt idx="745">
                  <c:v>2.1029</c:v>
                </c:pt>
                <c:pt idx="746">
                  <c:v>2.048</c:v>
                </c:pt>
                <c:pt idx="747">
                  <c:v>2.0236</c:v>
                </c:pt>
                <c:pt idx="748">
                  <c:v>2.0555</c:v>
                </c:pt>
                <c:pt idx="749">
                  <c:v>2.0493</c:v>
                </c:pt>
                <c:pt idx="750">
                  <c:v>2.0806</c:v>
                </c:pt>
                <c:pt idx="751">
                  <c:v>2.05</c:v>
                </c:pt>
                <c:pt idx="752">
                  <c:v>2.0822</c:v>
                </c:pt>
                <c:pt idx="753">
                  <c:v>2.0688</c:v>
                </c:pt>
                <c:pt idx="754">
                  <c:v>2.0661</c:v>
                </c:pt>
                <c:pt idx="755">
                  <c:v>2.0617</c:v>
                </c:pt>
                <c:pt idx="756">
                  <c:v>2.0146</c:v>
                </c:pt>
                <c:pt idx="757">
                  <c:v>1.8937</c:v>
                </c:pt>
                <c:pt idx="758">
                  <c:v>1.8445</c:v>
                </c:pt>
                <c:pt idx="759">
                  <c:v>1.7111</c:v>
                </c:pt>
                <c:pt idx="760">
                  <c:v>1.7075</c:v>
                </c:pt>
                <c:pt idx="761">
                  <c:v>1.731</c:v>
                </c:pt>
                <c:pt idx="762">
                  <c:v>1.7213</c:v>
                </c:pt>
                <c:pt idx="763">
                  <c:v>1.748</c:v>
                </c:pt>
                <c:pt idx="764">
                  <c:v>1.6488</c:v>
                </c:pt>
                <c:pt idx="765">
                  <c:v>1.7043</c:v>
                </c:pt>
                <c:pt idx="766">
                  <c:v>1.5801</c:v>
                </c:pt>
                <c:pt idx="767">
                  <c:v>1.5278</c:v>
                </c:pt>
                <c:pt idx="768">
                  <c:v>1.558</c:v>
                </c:pt>
                <c:pt idx="769">
                  <c:v>1.6105</c:v>
                </c:pt>
                <c:pt idx="770">
                  <c:v>1.5546</c:v>
                </c:pt>
                <c:pt idx="771">
                  <c:v>1.591</c:v>
                </c:pt>
                <c:pt idx="772">
                  <c:v>1.6165</c:v>
                </c:pt>
                <c:pt idx="773">
                  <c:v>1.5376</c:v>
                </c:pt>
                <c:pt idx="774">
                  <c:v>1.5359</c:v>
                </c:pt>
                <c:pt idx="775">
                  <c:v>1.4719</c:v>
                </c:pt>
                <c:pt idx="776">
                  <c:v>1.4802</c:v>
                </c:pt>
                <c:pt idx="777">
                  <c:v>1.4979</c:v>
                </c:pt>
                <c:pt idx="778">
                  <c:v>1.5045</c:v>
                </c:pt>
                <c:pt idx="780">
                  <c:v>1.4607</c:v>
                </c:pt>
                <c:pt idx="781">
                  <c:v>1.469</c:v>
                </c:pt>
                <c:pt idx="782">
                  <c:v>1.5653</c:v>
                </c:pt>
                <c:pt idx="783">
                  <c:v>1.5645</c:v>
                </c:pt>
                <c:pt idx="784">
                  <c:v>1.6448</c:v>
                </c:pt>
                <c:pt idx="785">
                  <c:v>1.736</c:v>
                </c:pt>
                <c:pt idx="786">
                  <c:v>1.7447</c:v>
                </c:pt>
                <c:pt idx="787">
                  <c:v>1.7734</c:v>
                </c:pt>
                <c:pt idx="788">
                  <c:v>1.9012</c:v>
                </c:pt>
                <c:pt idx="789">
                  <c:v>1.8468</c:v>
                </c:pt>
                <c:pt idx="790">
                  <c:v>1.8032</c:v>
                </c:pt>
                <c:pt idx="791">
                  <c:v>1.7971</c:v>
                </c:pt>
                <c:pt idx="792">
                  <c:v>1.7849</c:v>
                </c:pt>
                <c:pt idx="793">
                  <c:v>1.7233</c:v>
                </c:pt>
                <c:pt idx="794">
                  <c:v>1.7294</c:v>
                </c:pt>
                <c:pt idx="795">
                  <c:v>1.6508</c:v>
                </c:pt>
                <c:pt idx="796">
                  <c:v>1.7356</c:v>
                </c:pt>
                <c:pt idx="797">
                  <c:v>1.6983</c:v>
                </c:pt>
                <c:pt idx="798">
                  <c:v>1.6828</c:v>
                </c:pt>
                <c:pt idx="799">
                  <c:v>1.6672</c:v>
                </c:pt>
                <c:pt idx="800">
                  <c:v>1.6397</c:v>
                </c:pt>
                <c:pt idx="801">
                  <c:v>1.5984</c:v>
                </c:pt>
                <c:pt idx="802">
                  <c:v>1.5359</c:v>
                </c:pt>
                <c:pt idx="803">
                  <c:v>1.5299</c:v>
                </c:pt>
                <c:pt idx="804">
                  <c:v>1.5632</c:v>
                </c:pt>
                <c:pt idx="805">
                  <c:v>1.5324</c:v>
                </c:pt>
                <c:pt idx="806">
                  <c:v>1.5863</c:v>
                </c:pt>
                <c:pt idx="807">
                  <c:v>1.6725</c:v>
                </c:pt>
                <c:pt idx="808">
                  <c:v>1.7318</c:v>
                </c:pt>
                <c:pt idx="809">
                  <c:v>1.7318</c:v>
                </c:pt>
                <c:pt idx="810">
                  <c:v>1.772</c:v>
                </c:pt>
                <c:pt idx="811">
                  <c:v>1.7441</c:v>
                </c:pt>
                <c:pt idx="812">
                  <c:v>1.7537</c:v>
                </c:pt>
                <c:pt idx="813">
                  <c:v>1.7529</c:v>
                </c:pt>
                <c:pt idx="814">
                  <c:v>1.8083</c:v>
                </c:pt>
                <c:pt idx="815">
                  <c:v>1.767</c:v>
                </c:pt>
                <c:pt idx="816">
                  <c:v>1.7688</c:v>
                </c:pt>
                <c:pt idx="817">
                  <c:v>1.7688</c:v>
                </c:pt>
                <c:pt idx="818">
                  <c:v>1.7962</c:v>
                </c:pt>
                <c:pt idx="819">
                  <c:v>1.8439</c:v>
                </c:pt>
                <c:pt idx="820">
                  <c:v>1.8386</c:v>
                </c:pt>
                <c:pt idx="821">
                  <c:v>1.7769</c:v>
                </c:pt>
                <c:pt idx="822">
                  <c:v>1.6894</c:v>
                </c:pt>
                <c:pt idx="823">
                  <c:v>1.7148</c:v>
                </c:pt>
                <c:pt idx="824">
                  <c:v>1.7762</c:v>
                </c:pt>
                <c:pt idx="825">
                  <c:v>1.8594</c:v>
                </c:pt>
                <c:pt idx="826">
                  <c:v>1.832</c:v>
                </c:pt>
                <c:pt idx="827">
                  <c:v>1.9178</c:v>
                </c:pt>
                <c:pt idx="828">
                  <c:v>1.9424</c:v>
                </c:pt>
                <c:pt idx="829">
                  <c:v>1.9424</c:v>
                </c:pt>
                <c:pt idx="830">
                  <c:v>1.9302</c:v>
                </c:pt>
                <c:pt idx="831">
                  <c:v>1.8895</c:v>
                </c:pt>
                <c:pt idx="832">
                  <c:v>1.8229</c:v>
                </c:pt>
                <c:pt idx="833">
                  <c:v>1.8333</c:v>
                </c:pt>
                <c:pt idx="834">
                  <c:v>1.8196</c:v>
                </c:pt>
                <c:pt idx="835">
                  <c:v>1.786</c:v>
                </c:pt>
                <c:pt idx="836">
                  <c:v>1.7491</c:v>
                </c:pt>
                <c:pt idx="837">
                  <c:v>1.7757</c:v>
                </c:pt>
                <c:pt idx="838">
                  <c:v>1.774</c:v>
                </c:pt>
                <c:pt idx="839">
                  <c:v>1.7568</c:v>
                </c:pt>
                <c:pt idx="840">
                  <c:v>1.7448</c:v>
                </c:pt>
                <c:pt idx="841">
                  <c:v>1.7689</c:v>
                </c:pt>
                <c:pt idx="842">
                  <c:v>1.7689</c:v>
                </c:pt>
                <c:pt idx="843">
                  <c:v>1.7818</c:v>
                </c:pt>
                <c:pt idx="844">
                  <c:v>1.8241</c:v>
                </c:pt>
                <c:pt idx="845">
                  <c:v>1.7182</c:v>
                </c:pt>
                <c:pt idx="846">
                  <c:v>1.7766</c:v>
                </c:pt>
                <c:pt idx="847">
                  <c:v>1.812</c:v>
                </c:pt>
                <c:pt idx="848">
                  <c:v>1.8407</c:v>
                </c:pt>
                <c:pt idx="849">
                  <c:v>1.8208</c:v>
                </c:pt>
                <c:pt idx="850">
                  <c:v>1.8416</c:v>
                </c:pt>
                <c:pt idx="851">
                  <c:v>1.8001</c:v>
                </c:pt>
                <c:pt idx="852">
                  <c:v>1.894</c:v>
                </c:pt>
                <c:pt idx="853">
                  <c:v>1.8271</c:v>
                </c:pt>
                <c:pt idx="854">
                  <c:v>1.875</c:v>
                </c:pt>
                <c:pt idx="855">
                  <c:v>1.8837</c:v>
                </c:pt>
                <c:pt idx="856">
                  <c:v>1.9197</c:v>
                </c:pt>
                <c:pt idx="857">
                  <c:v>1.9258</c:v>
                </c:pt>
                <c:pt idx="858">
                  <c:v>1.9198</c:v>
                </c:pt>
                <c:pt idx="859">
                  <c:v>1.9313</c:v>
                </c:pt>
                <c:pt idx="860">
                  <c:v>1.9024</c:v>
                </c:pt>
                <c:pt idx="861">
                  <c:v>1.9024</c:v>
                </c:pt>
                <c:pt idx="862">
                  <c:v>1.8954</c:v>
                </c:pt>
                <c:pt idx="863">
                  <c:v>1.8762</c:v>
                </c:pt>
                <c:pt idx="864">
                  <c:v>1.8815</c:v>
                </c:pt>
                <c:pt idx="865">
                  <c:v>1.9202</c:v>
                </c:pt>
                <c:pt idx="866">
                  <c:v>1.9202</c:v>
                </c:pt>
                <c:pt idx="867">
                  <c:v>1.8772</c:v>
                </c:pt>
                <c:pt idx="868">
                  <c:v>1.7899</c:v>
                </c:pt>
                <c:pt idx="869">
                  <c:v>1.81</c:v>
                </c:pt>
                <c:pt idx="870">
                  <c:v>1.8231</c:v>
                </c:pt>
                <c:pt idx="871">
                  <c:v>1.8756</c:v>
                </c:pt>
                <c:pt idx="872">
                  <c:v>1.8582</c:v>
                </c:pt>
                <c:pt idx="873">
                  <c:v>1.8224</c:v>
                </c:pt>
                <c:pt idx="874">
                  <c:v>1.8504</c:v>
                </c:pt>
                <c:pt idx="875">
                  <c:v>1.8172</c:v>
                </c:pt>
                <c:pt idx="876">
                  <c:v>1.7866</c:v>
                </c:pt>
                <c:pt idx="877">
                  <c:v>1.8102</c:v>
                </c:pt>
                <c:pt idx="878">
                  <c:v>1.8225</c:v>
                </c:pt>
                <c:pt idx="879">
                  <c:v>1.8225</c:v>
                </c:pt>
                <c:pt idx="880">
                  <c:v>1.771</c:v>
                </c:pt>
                <c:pt idx="881">
                  <c:v>1.7736</c:v>
                </c:pt>
                <c:pt idx="882">
                  <c:v>1.7336</c:v>
                </c:pt>
                <c:pt idx="883">
                  <c:v>1.6867</c:v>
                </c:pt>
                <c:pt idx="884">
                  <c:v>1.6099</c:v>
                </c:pt>
                <c:pt idx="885">
                  <c:v>1.6581</c:v>
                </c:pt>
                <c:pt idx="886">
                  <c:v>1.5841</c:v>
                </c:pt>
                <c:pt idx="887">
                  <c:v>1.59</c:v>
                </c:pt>
                <c:pt idx="888">
                  <c:v>1.5086</c:v>
                </c:pt>
                <c:pt idx="889">
                  <c:v>1.5316</c:v>
                </c:pt>
                <c:pt idx="890">
                  <c:v>1.6018</c:v>
                </c:pt>
                <c:pt idx="891">
                  <c:v>1.6536</c:v>
                </c:pt>
                <c:pt idx="892">
                  <c:v>1.6449</c:v>
                </c:pt>
                <c:pt idx="893">
                  <c:v>1.5836</c:v>
                </c:pt>
                <c:pt idx="894">
                  <c:v>1.5749</c:v>
                </c:pt>
                <c:pt idx="895">
                  <c:v>1.6059</c:v>
                </c:pt>
                <c:pt idx="896">
                  <c:v>1.6378</c:v>
                </c:pt>
                <c:pt idx="897">
                  <c:v>1.6206</c:v>
                </c:pt>
                <c:pt idx="898">
                  <c:v>1.5883</c:v>
                </c:pt>
                <c:pt idx="899">
                  <c:v>1.5883</c:v>
                </c:pt>
                <c:pt idx="900">
                  <c:v>1.5619</c:v>
                </c:pt>
                <c:pt idx="901">
                  <c:v>1.5662</c:v>
                </c:pt>
                <c:pt idx="902">
                  <c:v>1.5169</c:v>
                </c:pt>
                <c:pt idx="903">
                  <c:v>1.4738</c:v>
                </c:pt>
                <c:pt idx="904">
                  <c:v>1.3755</c:v>
                </c:pt>
                <c:pt idx="905">
                  <c:v>1.3538</c:v>
                </c:pt>
                <c:pt idx="906">
                  <c:v>1.3329</c:v>
                </c:pt>
                <c:pt idx="907">
                  <c:v>1.2665</c:v>
                </c:pt>
                <c:pt idx="908">
                  <c:v>1.156</c:v>
                </c:pt>
                <c:pt idx="909">
                  <c:v>1.1649</c:v>
                </c:pt>
                <c:pt idx="910">
                  <c:v>0.9974</c:v>
                </c:pt>
                <c:pt idx="911">
                  <c:v>1.0619</c:v>
                </c:pt>
                <c:pt idx="912">
                  <c:v>0.9168</c:v>
                </c:pt>
                <c:pt idx="913">
                  <c:v>0.7678</c:v>
                </c:pt>
                <c:pt idx="914">
                  <c:v>0.5685</c:v>
                </c:pt>
                <c:pt idx="915">
                  <c:v>0.8093</c:v>
                </c:pt>
                <c:pt idx="916">
                  <c:v>0.8831</c:v>
                </c:pt>
                <c:pt idx="917">
                  <c:v>0.7939</c:v>
                </c:pt>
                <c:pt idx="918">
                  <c:v>0.9813</c:v>
                </c:pt>
                <c:pt idx="919">
                  <c:v>0.734</c:v>
                </c:pt>
                <c:pt idx="920">
                  <c:v>1.0793</c:v>
                </c:pt>
                <c:pt idx="921">
                  <c:v>1.185</c:v>
                </c:pt>
                <c:pt idx="922">
                  <c:v>1.1577</c:v>
                </c:pt>
                <c:pt idx="923">
                  <c:v>0.8574</c:v>
                </c:pt>
                <c:pt idx="924">
                  <c:v>0.788</c:v>
                </c:pt>
                <c:pt idx="925">
                  <c:v>0.8483</c:v>
                </c:pt>
                <c:pt idx="926">
                  <c:v>0.8617</c:v>
                </c:pt>
                <c:pt idx="927">
                  <c:v>0.8583</c:v>
                </c:pt>
                <c:pt idx="928">
                  <c:v>0.6739</c:v>
                </c:pt>
                <c:pt idx="929">
                  <c:v>0.7233</c:v>
                </c:pt>
                <c:pt idx="930">
                  <c:v>0.6585</c:v>
                </c:pt>
                <c:pt idx="931">
                  <c:v>0.5825</c:v>
                </c:pt>
                <c:pt idx="932">
                  <c:v>0.6072</c:v>
                </c:pt>
                <c:pt idx="933">
                  <c:v>0.5948</c:v>
                </c:pt>
                <c:pt idx="934">
                  <c:v>0.6777</c:v>
                </c:pt>
                <c:pt idx="935">
                  <c:v>0.7154</c:v>
                </c:pt>
                <c:pt idx="936">
                  <c:v>0.7699</c:v>
                </c:pt>
                <c:pt idx="937">
                  <c:v>0.7292</c:v>
                </c:pt>
                <c:pt idx="938">
                  <c:v>0.7292</c:v>
                </c:pt>
                <c:pt idx="939">
                  <c:v>0.769</c:v>
                </c:pt>
                <c:pt idx="940">
                  <c:v>0.7537</c:v>
                </c:pt>
                <c:pt idx="941">
                  <c:v>0.6372</c:v>
                </c:pt>
                <c:pt idx="942">
                  <c:v>0.6236</c:v>
                </c:pt>
                <c:pt idx="943">
                  <c:v>0.6442</c:v>
                </c:pt>
                <c:pt idx="944">
                  <c:v>0.6077</c:v>
                </c:pt>
                <c:pt idx="945">
                  <c:v>0.5699</c:v>
                </c:pt>
                <c:pt idx="946">
                  <c:v>0.6262</c:v>
                </c:pt>
                <c:pt idx="947">
                  <c:v>0.6086</c:v>
                </c:pt>
                <c:pt idx="948">
                  <c:v>0.6056</c:v>
                </c:pt>
                <c:pt idx="949">
                  <c:v>0.6637</c:v>
                </c:pt>
                <c:pt idx="950">
                  <c:v>0.6169</c:v>
                </c:pt>
                <c:pt idx="951">
                  <c:v>0.6285</c:v>
                </c:pt>
                <c:pt idx="952">
                  <c:v>0.6441</c:v>
                </c:pt>
                <c:pt idx="953">
                  <c:v>0.6189</c:v>
                </c:pt>
                <c:pt idx="954">
                  <c:v>0.6408</c:v>
                </c:pt>
                <c:pt idx="955">
                  <c:v>0.6635</c:v>
                </c:pt>
                <c:pt idx="956">
                  <c:v>0.7054</c:v>
                </c:pt>
                <c:pt idx="957">
                  <c:v>0.6385</c:v>
                </c:pt>
                <c:pt idx="958">
                  <c:v>0.6887</c:v>
                </c:pt>
                <c:pt idx="959">
                  <c:v>0.7148</c:v>
                </c:pt>
                <c:pt idx="960">
                  <c:v>0.6708</c:v>
                </c:pt>
                <c:pt idx="961">
                  <c:v>0.6557</c:v>
                </c:pt>
                <c:pt idx="962">
                  <c:v>0.6177</c:v>
                </c:pt>
                <c:pt idx="963">
                  <c:v>0.6476</c:v>
                </c:pt>
                <c:pt idx="964">
                  <c:v>0.7282</c:v>
                </c:pt>
                <c:pt idx="965">
                  <c:v>0.6907</c:v>
                </c:pt>
                <c:pt idx="966">
                  <c:v>0.6793</c:v>
                </c:pt>
                <c:pt idx="967">
                  <c:v>0.6728</c:v>
                </c:pt>
                <c:pt idx="968">
                  <c:v>0.6607</c:v>
                </c:pt>
                <c:pt idx="969">
                  <c:v>0.6607</c:v>
                </c:pt>
                <c:pt idx="970">
                  <c:v>0.7088</c:v>
                </c:pt>
                <c:pt idx="971">
                  <c:v>0.6867</c:v>
                </c:pt>
                <c:pt idx="972">
                  <c:v>0.6949</c:v>
                </c:pt>
                <c:pt idx="973">
                  <c:v>0.6526</c:v>
                </c:pt>
                <c:pt idx="974">
                  <c:v>0.6607</c:v>
                </c:pt>
                <c:pt idx="975">
                  <c:v>0.6852</c:v>
                </c:pt>
                <c:pt idx="976">
                  <c:v>0.745</c:v>
                </c:pt>
                <c:pt idx="977">
                  <c:v>0.8276</c:v>
                </c:pt>
                <c:pt idx="978">
                  <c:v>0.9018</c:v>
                </c:pt>
                <c:pt idx="979">
                  <c:v>0.8819</c:v>
                </c:pt>
                <c:pt idx="980">
                  <c:v>0.8287</c:v>
                </c:pt>
                <c:pt idx="981">
                  <c:v>0.7247</c:v>
                </c:pt>
                <c:pt idx="982">
                  <c:v>0.6731</c:v>
                </c:pt>
                <c:pt idx="983">
                  <c:v>0.7043</c:v>
                </c:pt>
                <c:pt idx="984">
                  <c:v>0.7298</c:v>
                </c:pt>
                <c:pt idx="985">
                  <c:v>0.7545</c:v>
                </c:pt>
                <c:pt idx="986">
                  <c:v>0.7339</c:v>
                </c:pt>
                <c:pt idx="987">
                  <c:v>0.7126</c:v>
                </c:pt>
                <c:pt idx="988">
                  <c:v>0.6995</c:v>
                </c:pt>
                <c:pt idx="989">
                  <c:v>0.7061</c:v>
                </c:pt>
                <c:pt idx="990">
                  <c:v>0.7201</c:v>
                </c:pt>
                <c:pt idx="991">
                  <c:v>0.6856</c:v>
                </c:pt>
                <c:pt idx="992">
                  <c:v>0.6848</c:v>
                </c:pt>
                <c:pt idx="993">
                  <c:v>0.6487</c:v>
                </c:pt>
                <c:pt idx="994">
                  <c:v>0.6275</c:v>
                </c:pt>
                <c:pt idx="995">
                  <c:v>0.6545</c:v>
                </c:pt>
                <c:pt idx="996">
                  <c:v>0.6783</c:v>
                </c:pt>
                <c:pt idx="997">
                  <c:v>0.6734</c:v>
                </c:pt>
                <c:pt idx="998">
                  <c:v>0.6734</c:v>
                </c:pt>
                <c:pt idx="999">
                  <c:v>0.6792</c:v>
                </c:pt>
                <c:pt idx="1000">
                  <c:v>0.6463</c:v>
                </c:pt>
                <c:pt idx="1001">
                  <c:v>0.666</c:v>
                </c:pt>
                <c:pt idx="1002">
                  <c:v>0.6078</c:v>
                </c:pt>
                <c:pt idx="1003">
                  <c:v>0.6455</c:v>
                </c:pt>
                <c:pt idx="1004">
                  <c:v>0.6201</c:v>
                </c:pt>
                <c:pt idx="1005">
                  <c:v>0.6258</c:v>
                </c:pt>
                <c:pt idx="1006">
                  <c:v>0.6332</c:v>
                </c:pt>
                <c:pt idx="1007">
                  <c:v>0.6209</c:v>
                </c:pt>
                <c:pt idx="1008">
                  <c:v>0.634</c:v>
                </c:pt>
                <c:pt idx="1009">
                  <c:v>0.6151</c:v>
                </c:pt>
                <c:pt idx="1010">
                  <c:v>0.602</c:v>
                </c:pt>
                <c:pt idx="1011">
                  <c:v>0.5971</c:v>
                </c:pt>
                <c:pt idx="1012">
                  <c:v>0.5848</c:v>
                </c:pt>
                <c:pt idx="1013">
                  <c:v>0.593</c:v>
                </c:pt>
                <c:pt idx="1014">
                  <c:v>0.6127</c:v>
                </c:pt>
                <c:pt idx="1015">
                  <c:v>0.5847</c:v>
                </c:pt>
                <c:pt idx="1016">
                  <c:v>0.5765</c:v>
                </c:pt>
                <c:pt idx="1017">
                  <c:v>0.5569</c:v>
                </c:pt>
                <c:pt idx="1018">
                  <c:v>0.5347</c:v>
                </c:pt>
                <c:pt idx="1019">
                  <c:v>0.5592</c:v>
                </c:pt>
                <c:pt idx="1020">
                  <c:v>0.5085</c:v>
                </c:pt>
                <c:pt idx="1021">
                  <c:v>0.5567</c:v>
                </c:pt>
                <c:pt idx="1022">
                  <c:v>0.5403</c:v>
                </c:pt>
                <c:pt idx="1023">
                  <c:v>0.5682</c:v>
                </c:pt>
                <c:pt idx="1024">
                  <c:v>0.5829</c:v>
                </c:pt>
                <c:pt idx="1025">
                  <c:v>0.644</c:v>
                </c:pt>
                <c:pt idx="1026">
                  <c:v>0.6814</c:v>
                </c:pt>
                <c:pt idx="1027">
                  <c:v>0.7231</c:v>
                </c:pt>
                <c:pt idx="1028">
                  <c:v>0.7094</c:v>
                </c:pt>
                <c:pt idx="1029">
                  <c:v>0.6915</c:v>
                </c:pt>
                <c:pt idx="1030">
                  <c:v>0.6647</c:v>
                </c:pt>
                <c:pt idx="1031">
                  <c:v>0.6826</c:v>
                </c:pt>
                <c:pt idx="1032">
                  <c:v>0.6517</c:v>
                </c:pt>
                <c:pt idx="1033">
                  <c:v>0.6388</c:v>
                </c:pt>
                <c:pt idx="1034">
                  <c:v>0.6582</c:v>
                </c:pt>
                <c:pt idx="1035">
                  <c:v>0.6875</c:v>
                </c:pt>
                <c:pt idx="1036">
                  <c:v>0.6965</c:v>
                </c:pt>
                <c:pt idx="1037">
                  <c:v>0.7596</c:v>
                </c:pt>
                <c:pt idx="1038">
                  <c:v>0.7195</c:v>
                </c:pt>
                <c:pt idx="1039">
                  <c:v>0.7064</c:v>
                </c:pt>
                <c:pt idx="1040">
                  <c:v>0.6779</c:v>
                </c:pt>
                <c:pt idx="1041">
                  <c:v>0.642</c:v>
                </c:pt>
                <c:pt idx="1042">
                  <c:v>0.6388</c:v>
                </c:pt>
                <c:pt idx="1043">
                  <c:v>0.7213</c:v>
                </c:pt>
                <c:pt idx="1045">
                  <c:v>0.678</c:v>
                </c:pt>
                <c:pt idx="1046">
                  <c:v>0.705</c:v>
                </c:pt>
                <c:pt idx="1047">
                  <c:v>0.6796</c:v>
                </c:pt>
                <c:pt idx="1048">
                  <c:v>0.6707</c:v>
                </c:pt>
                <c:pt idx="1049">
                  <c:v>0.6789</c:v>
                </c:pt>
                <c:pt idx="1050">
                  <c:v>0.6756</c:v>
                </c:pt>
                <c:pt idx="1051">
                  <c:v>0.701</c:v>
                </c:pt>
                <c:pt idx="1052">
                  <c:v>0.6937</c:v>
                </c:pt>
                <c:pt idx="1053">
                  <c:v>0.7011</c:v>
                </c:pt>
                <c:pt idx="1054">
                  <c:v>0.6691</c:v>
                </c:pt>
                <c:pt idx="1055">
                  <c:v>0.6749</c:v>
                </c:pt>
                <c:pt idx="1056">
                  <c:v>0.6757</c:v>
                </c:pt>
                <c:pt idx="1057">
                  <c:v>0.6683</c:v>
                </c:pt>
                <c:pt idx="1058">
                  <c:v>0.6577</c:v>
                </c:pt>
                <c:pt idx="1059">
                  <c:v>0.661</c:v>
                </c:pt>
                <c:pt idx="1060">
                  <c:v>0.6536</c:v>
                </c:pt>
                <c:pt idx="1061">
                  <c:v>0.684</c:v>
                </c:pt>
                <c:pt idx="1062">
                  <c:v>0.6775</c:v>
                </c:pt>
                <c:pt idx="1063">
                  <c:v>0.6997</c:v>
                </c:pt>
                <c:pt idx="1064">
                  <c:v>0.7884</c:v>
                </c:pt>
                <c:pt idx="1065">
                  <c:v>0.7428</c:v>
                </c:pt>
                <c:pt idx="1066">
                  <c:v>0.7951</c:v>
                </c:pt>
                <c:pt idx="1067">
                  <c:v>0.781</c:v>
                </c:pt>
                <c:pt idx="1068">
                  <c:v>0.777</c:v>
                </c:pt>
                <c:pt idx="1069">
                  <c:v>0.777</c:v>
                </c:pt>
                <c:pt idx="1070">
                  <c:v>0.7314</c:v>
                </c:pt>
                <c:pt idx="1071">
                  <c:v>0.7306</c:v>
                </c:pt>
                <c:pt idx="1072">
                  <c:v>0.7372</c:v>
                </c:pt>
                <c:pt idx="1073">
                  <c:v>0.7465</c:v>
                </c:pt>
                <c:pt idx="1074">
                  <c:v>0.7715</c:v>
                </c:pt>
                <c:pt idx="1075">
                  <c:v>0.7891</c:v>
                </c:pt>
                <c:pt idx="1076">
                  <c:v>0.8234</c:v>
                </c:pt>
                <c:pt idx="1077">
                  <c:v>0.8664</c:v>
                </c:pt>
                <c:pt idx="1078">
                  <c:v>0.8421</c:v>
                </c:pt>
                <c:pt idx="1079">
                  <c:v>0.8044</c:v>
                </c:pt>
                <c:pt idx="1080">
                  <c:v>0.7751</c:v>
                </c:pt>
                <c:pt idx="1081">
                  <c:v>0.7718</c:v>
                </c:pt>
                <c:pt idx="1082">
                  <c:v>0.8272</c:v>
                </c:pt>
                <c:pt idx="1083">
                  <c:v>0.8788</c:v>
                </c:pt>
                <c:pt idx="1084">
                  <c:v>0.8569</c:v>
                </c:pt>
                <c:pt idx="1085">
                  <c:v>0.8985</c:v>
                </c:pt>
                <c:pt idx="1086">
                  <c:v>0.7688</c:v>
                </c:pt>
                <c:pt idx="1087">
                  <c:v>0.7705</c:v>
                </c:pt>
                <c:pt idx="1088">
                  <c:v>0.8151</c:v>
                </c:pt>
                <c:pt idx="1089">
                  <c:v>0.9346</c:v>
                </c:pt>
                <c:pt idx="1090">
                  <c:v>0.9793</c:v>
                </c:pt>
                <c:pt idx="1091">
                  <c:v>0.9793</c:v>
                </c:pt>
                <c:pt idx="1092">
                  <c:v>0.884</c:v>
                </c:pt>
                <c:pt idx="1093">
                  <c:v>0.8946</c:v>
                </c:pt>
                <c:pt idx="1094">
                  <c:v>0.9045</c:v>
                </c:pt>
                <c:pt idx="1095">
                  <c:v>0.8595</c:v>
                </c:pt>
                <c:pt idx="1096">
                  <c:v>0.8725</c:v>
                </c:pt>
                <c:pt idx="1097">
                  <c:v>0.835</c:v>
                </c:pt>
                <c:pt idx="1098">
                  <c:v>0.8292</c:v>
                </c:pt>
                <c:pt idx="1099">
                  <c:v>0.8545</c:v>
                </c:pt>
                <c:pt idx="1100">
                  <c:v>0.8824</c:v>
                </c:pt>
                <c:pt idx="1101">
                  <c:v>0.8857</c:v>
                </c:pt>
                <c:pt idx="1102">
                  <c:v>0.8857</c:v>
                </c:pt>
                <c:pt idx="1103">
                  <c:v>0.8455</c:v>
                </c:pt>
                <c:pt idx="1104">
                  <c:v>0.8447</c:v>
                </c:pt>
                <c:pt idx="1105">
                  <c:v>0.9285</c:v>
                </c:pt>
                <c:pt idx="1106">
                  <c:v>0.9351</c:v>
                </c:pt>
                <c:pt idx="1107">
                  <c:v>0.9096</c:v>
                </c:pt>
                <c:pt idx="1108">
                  <c:v>0.97</c:v>
                </c:pt>
                <c:pt idx="1109">
                  <c:v>0.9261</c:v>
                </c:pt>
                <c:pt idx="1110">
                  <c:v>0.9187</c:v>
                </c:pt>
                <c:pt idx="1111">
                  <c:v>0.9419</c:v>
                </c:pt>
                <c:pt idx="1112">
                  <c:v>0.9071</c:v>
                </c:pt>
                <c:pt idx="1113">
                  <c:v>0.8973</c:v>
                </c:pt>
                <c:pt idx="1114">
                  <c:v>0.8956</c:v>
                </c:pt>
                <c:pt idx="1115">
                  <c:v>0.913</c:v>
                </c:pt>
                <c:pt idx="1116">
                  <c:v>0.9163</c:v>
                </c:pt>
                <c:pt idx="1117">
                  <c:v>0.9371</c:v>
                </c:pt>
                <c:pt idx="1118">
                  <c:v>0.9463</c:v>
                </c:pt>
                <c:pt idx="1119">
                  <c:v>0.9363</c:v>
                </c:pt>
                <c:pt idx="1120">
                  <c:v>0.9197</c:v>
                </c:pt>
                <c:pt idx="1121">
                  <c:v>0.9496</c:v>
                </c:pt>
                <c:pt idx="1122">
                  <c:v>0.9331</c:v>
                </c:pt>
                <c:pt idx="1123">
                  <c:v>0.9331</c:v>
                </c:pt>
                <c:pt idx="1125">
                  <c:v>0.9264</c:v>
                </c:pt>
                <c:pt idx="1126">
                  <c:v>0.9406</c:v>
                </c:pt>
                <c:pt idx="1127">
                  <c:v>0.9265</c:v>
                </c:pt>
                <c:pt idx="1128">
                  <c:v>0.919</c:v>
                </c:pt>
                <c:pt idx="1129">
                  <c:v>0.919</c:v>
                </c:pt>
                <c:pt idx="1131">
                  <c:v>0.9174</c:v>
                </c:pt>
                <c:pt idx="1132">
                  <c:v>0.9566</c:v>
                </c:pt>
                <c:pt idx="1133">
                  <c:v>1.0389</c:v>
                </c:pt>
                <c:pt idx="1134">
                  <c:v>1.0837</c:v>
                </c:pt>
                <c:pt idx="1135">
                  <c:v>1.1204</c:v>
                </c:pt>
                <c:pt idx="1136">
                  <c:v>1.1452</c:v>
                </c:pt>
                <c:pt idx="1137">
                  <c:v>1.1342</c:v>
                </c:pt>
                <c:pt idx="1138">
                  <c:v>1.0875</c:v>
                </c:pt>
                <c:pt idx="1139">
                  <c:v>1.1284</c:v>
                </c:pt>
                <c:pt idx="1140">
                  <c:v>1.0903</c:v>
                </c:pt>
                <c:pt idx="1141">
                  <c:v>1.0903</c:v>
                </c:pt>
                <c:pt idx="1142">
                  <c:v>1.0946</c:v>
                </c:pt>
                <c:pt idx="1143">
                  <c:v>1.0828</c:v>
                </c:pt>
                <c:pt idx="1144">
                  <c:v>1.1135</c:v>
                </c:pt>
                <c:pt idx="1145">
                  <c:v>1.0864</c:v>
                </c:pt>
                <c:pt idx="1146">
                  <c:v>1.033</c:v>
                </c:pt>
                <c:pt idx="1147">
                  <c:v>1.0406</c:v>
                </c:pt>
                <c:pt idx="1148">
                  <c:v>1.0161</c:v>
                </c:pt>
                <c:pt idx="1149">
                  <c:v>1.0501</c:v>
                </c:pt>
                <c:pt idx="1150">
                  <c:v>1.0638</c:v>
                </c:pt>
                <c:pt idx="1151">
                  <c:v>1.0783</c:v>
                </c:pt>
                <c:pt idx="1152">
                  <c:v>1.1014</c:v>
                </c:pt>
                <c:pt idx="1153">
                  <c:v>1.1392</c:v>
                </c:pt>
                <c:pt idx="1154">
                  <c:v>1.1479</c:v>
                </c:pt>
                <c:pt idx="1155">
                  <c:v>1.1687</c:v>
                </c:pt>
                <c:pt idx="1156">
                  <c:v>1.1679</c:v>
                </c:pt>
                <c:pt idx="1157">
                  <c:v>1.1611</c:v>
                </c:pt>
                <c:pt idx="1158">
                  <c:v>1.1302</c:v>
                </c:pt>
                <c:pt idx="1159">
                  <c:v>1.1665</c:v>
                </c:pt>
                <c:pt idx="1160">
                  <c:v>1.2099</c:v>
                </c:pt>
                <c:pt idx="1161">
                  <c:v>1.2099</c:v>
                </c:pt>
                <c:pt idx="1162">
                  <c:v>1.3158</c:v>
                </c:pt>
                <c:pt idx="1163">
                  <c:v>1.2737</c:v>
                </c:pt>
                <c:pt idx="1164">
                  <c:v>1.2981</c:v>
                </c:pt>
                <c:pt idx="1165">
                  <c:v>1.3397</c:v>
                </c:pt>
                <c:pt idx="1166">
                  <c:v>1.3636</c:v>
                </c:pt>
                <c:pt idx="1167">
                  <c:v>1.3492</c:v>
                </c:pt>
                <c:pt idx="1168">
                  <c:v>1.3816</c:v>
                </c:pt>
                <c:pt idx="1169">
                  <c:v>1.5251</c:v>
                </c:pt>
                <c:pt idx="1170">
                  <c:v>1.4152</c:v>
                </c:pt>
                <c:pt idx="1171">
                  <c:v>1.4264</c:v>
                </c:pt>
                <c:pt idx="1172">
                  <c:v>1.4051</c:v>
                </c:pt>
                <c:pt idx="1173">
                  <c:v>1.4851</c:v>
                </c:pt>
                <c:pt idx="1174">
                  <c:v>1.564</c:v>
                </c:pt>
                <c:pt idx="1175">
                  <c:v>1.5679</c:v>
                </c:pt>
                <c:pt idx="1176">
                  <c:v>1.5985</c:v>
                </c:pt>
                <c:pt idx="1177">
                  <c:v>1.5316</c:v>
                </c:pt>
                <c:pt idx="1178">
                  <c:v>1.5178</c:v>
                </c:pt>
                <c:pt idx="1179">
                  <c:v>1.5379</c:v>
                </c:pt>
                <c:pt idx="1180">
                  <c:v>1.6292</c:v>
                </c:pt>
                <c:pt idx="1181">
                  <c:v>1.61</c:v>
                </c:pt>
                <c:pt idx="1182">
                  <c:v>1.6171</c:v>
                </c:pt>
                <c:pt idx="1183">
                  <c:v>1.6454</c:v>
                </c:pt>
                <c:pt idx="1184">
                  <c:v>1.7118</c:v>
                </c:pt>
                <c:pt idx="1185">
                  <c:v>1.7264</c:v>
                </c:pt>
                <c:pt idx="1186">
                  <c:v>1.6973</c:v>
                </c:pt>
                <c:pt idx="1187">
                  <c:v>1.6268</c:v>
                </c:pt>
                <c:pt idx="1188">
                  <c:v>1.6173</c:v>
                </c:pt>
                <c:pt idx="1189">
                  <c:v>1.6376</c:v>
                </c:pt>
                <c:pt idx="1190">
                  <c:v>1.6849</c:v>
                </c:pt>
                <c:pt idx="1191">
                  <c:v>1.7152</c:v>
                </c:pt>
                <c:pt idx="1192">
                  <c:v>1.7225</c:v>
                </c:pt>
                <c:pt idx="1193">
                  <c:v>1.745</c:v>
                </c:pt>
                <c:pt idx="1194">
                  <c:v>1.6757</c:v>
                </c:pt>
                <c:pt idx="1195">
                  <c:v>1.7197</c:v>
                </c:pt>
                <c:pt idx="1196">
                  <c:v>1.7021</c:v>
                </c:pt>
                <c:pt idx="1197">
                  <c:v>1.6579</c:v>
                </c:pt>
                <c:pt idx="1198">
                  <c:v>1.674</c:v>
                </c:pt>
                <c:pt idx="1199">
                  <c:v>1.6289</c:v>
                </c:pt>
                <c:pt idx="1200">
                  <c:v>1.6603</c:v>
                </c:pt>
                <c:pt idx="1201">
                  <c:v>1.6685</c:v>
                </c:pt>
                <c:pt idx="1202">
                  <c:v>1.6217</c:v>
                </c:pt>
                <c:pt idx="1203">
                  <c:v>1.6324</c:v>
                </c:pt>
                <c:pt idx="1204">
                  <c:v>1.5769</c:v>
                </c:pt>
                <c:pt idx="1205">
                  <c:v>1.5843</c:v>
                </c:pt>
                <c:pt idx="1206">
                  <c:v>1.603</c:v>
                </c:pt>
                <c:pt idx="1207">
                  <c:v>1.5617</c:v>
                </c:pt>
                <c:pt idx="1208">
                  <c:v>1.5609</c:v>
                </c:pt>
                <c:pt idx="1209">
                  <c:v>1.5452</c:v>
                </c:pt>
                <c:pt idx="1210">
                  <c:v>1.564</c:v>
                </c:pt>
                <c:pt idx="1211">
                  <c:v>1.5747</c:v>
                </c:pt>
                <c:pt idx="1212">
                  <c:v>1.6253</c:v>
                </c:pt>
                <c:pt idx="1213">
                  <c:v>1.6139</c:v>
                </c:pt>
                <c:pt idx="1214">
                  <c:v>1.6425</c:v>
                </c:pt>
                <c:pt idx="1215">
                  <c:v>1.6251</c:v>
                </c:pt>
                <c:pt idx="1216">
                  <c:v>1.6057</c:v>
                </c:pt>
                <c:pt idx="1217">
                  <c:v>1.5934</c:v>
                </c:pt>
                <c:pt idx="1218">
                  <c:v>1.5758</c:v>
                </c:pt>
                <c:pt idx="1219">
                  <c:v>1.5679</c:v>
                </c:pt>
                <c:pt idx="1220">
                  <c:v>1.5772</c:v>
                </c:pt>
                <c:pt idx="1221">
                  <c:v>1.6039</c:v>
                </c:pt>
                <c:pt idx="1222">
                  <c:v>1.6191</c:v>
                </c:pt>
                <c:pt idx="1223">
                  <c:v>1.6997</c:v>
                </c:pt>
                <c:pt idx="1224">
                  <c:v>1.6599</c:v>
                </c:pt>
                <c:pt idx="1225">
                  <c:v>1.6259</c:v>
                </c:pt>
                <c:pt idx="1226">
                  <c:v>1.6522</c:v>
                </c:pt>
                <c:pt idx="1227">
                  <c:v>1.6395</c:v>
                </c:pt>
                <c:pt idx="1228">
                  <c:v>1.6753</c:v>
                </c:pt>
                <c:pt idx="1229">
                  <c:v>1.6241</c:v>
                </c:pt>
                <c:pt idx="1230">
                  <c:v>1.619</c:v>
                </c:pt>
                <c:pt idx="1231">
                  <c:v>1.6029</c:v>
                </c:pt>
                <c:pt idx="1232">
                  <c:v>1.5579</c:v>
                </c:pt>
                <c:pt idx="1233">
                  <c:v>1.5782</c:v>
                </c:pt>
                <c:pt idx="1234">
                  <c:v>1.6105</c:v>
                </c:pt>
                <c:pt idx="1235">
                  <c:v>1.5841</c:v>
                </c:pt>
                <c:pt idx="1236">
                  <c:v>1.5841</c:v>
                </c:pt>
                <c:pt idx="1237">
                  <c:v>1.613</c:v>
                </c:pt>
                <c:pt idx="1238">
                  <c:v>1.5883</c:v>
                </c:pt>
                <c:pt idx="1239">
                  <c:v>1.625</c:v>
                </c:pt>
                <c:pt idx="1240">
                  <c:v>1.5543</c:v>
                </c:pt>
                <c:pt idx="1241">
                  <c:v>1.573</c:v>
                </c:pt>
                <c:pt idx="1242">
                  <c:v>1.5432</c:v>
                </c:pt>
                <c:pt idx="1243">
                  <c:v>1.4899</c:v>
                </c:pt>
                <c:pt idx="1244">
                  <c:v>1.4411</c:v>
                </c:pt>
                <c:pt idx="1245">
                  <c:v>1.4528</c:v>
                </c:pt>
                <c:pt idx="1246">
                  <c:v>1.4983</c:v>
                </c:pt>
                <c:pt idx="1247">
                  <c:v>1.4982</c:v>
                </c:pt>
                <c:pt idx="1248">
                  <c:v>1.5797</c:v>
                </c:pt>
                <c:pt idx="1249">
                  <c:v>1.5092</c:v>
                </c:pt>
                <c:pt idx="1250">
                  <c:v>1.4381</c:v>
                </c:pt>
                <c:pt idx="1251">
                  <c:v>1.4989</c:v>
                </c:pt>
                <c:pt idx="1252">
                  <c:v>1.4667</c:v>
                </c:pt>
                <c:pt idx="1253">
                  <c:v>1.4861</c:v>
                </c:pt>
                <c:pt idx="1254">
                  <c:v>1.4929</c:v>
                </c:pt>
                <c:pt idx="1255">
                  <c:v>1.5276</c:v>
                </c:pt>
                <c:pt idx="1256">
                  <c:v>1.4783</c:v>
                </c:pt>
                <c:pt idx="1257">
                  <c:v>1.4723</c:v>
                </c:pt>
                <c:pt idx="1258">
                  <c:v>1.4689</c:v>
                </c:pt>
                <c:pt idx="1259">
                  <c:v>1.4553</c:v>
                </c:pt>
                <c:pt idx="1260">
                  <c:v>1.4366</c:v>
                </c:pt>
                <c:pt idx="1261">
                  <c:v>1.4366</c:v>
                </c:pt>
                <c:pt idx="1262">
                  <c:v>1.3515</c:v>
                </c:pt>
                <c:pt idx="1263">
                  <c:v>1.3188</c:v>
                </c:pt>
                <c:pt idx="1264">
                  <c:v>1.2979</c:v>
                </c:pt>
                <c:pt idx="1265">
                  <c:v>1.3596</c:v>
                </c:pt>
                <c:pt idx="1266">
                  <c:v>1.3654</c:v>
                </c:pt>
                <c:pt idx="1267">
                  <c:v>1.4227</c:v>
                </c:pt>
                <c:pt idx="1268">
                  <c:v>1.3452</c:v>
                </c:pt>
                <c:pt idx="1269">
                  <c:v>1.299</c:v>
                </c:pt>
                <c:pt idx="1270">
                  <c:v>1.2938</c:v>
                </c:pt>
                <c:pt idx="1271">
                  <c:v>1.1939</c:v>
                </c:pt>
                <c:pt idx="1272">
                  <c:v>1.2236</c:v>
                </c:pt>
                <c:pt idx="1273">
                  <c:v>1.291</c:v>
                </c:pt>
                <c:pt idx="1274">
                  <c:v>1.2792</c:v>
                </c:pt>
                <c:pt idx="1275">
                  <c:v>1.2764</c:v>
                </c:pt>
                <c:pt idx="1276">
                  <c:v>1.2973</c:v>
                </c:pt>
                <c:pt idx="1277">
                  <c:v>1.247</c:v>
                </c:pt>
                <c:pt idx="1278">
                  <c:v>1.2336</c:v>
                </c:pt>
                <c:pt idx="1279">
                  <c:v>1.2719</c:v>
                </c:pt>
                <c:pt idx="1280">
                  <c:v>1.2282</c:v>
                </c:pt>
                <c:pt idx="1281">
                  <c:v>1.1782</c:v>
                </c:pt>
                <c:pt idx="1282">
                  <c:v>1.1748</c:v>
                </c:pt>
                <c:pt idx="1283">
                  <c:v>1.1838</c:v>
                </c:pt>
                <c:pt idx="1284">
                  <c:v>1.2236</c:v>
                </c:pt>
                <c:pt idx="1285">
                  <c:v>1.3029</c:v>
                </c:pt>
                <c:pt idx="1286">
                  <c:v>1.323</c:v>
                </c:pt>
                <c:pt idx="1287">
                  <c:v>1.3567</c:v>
                </c:pt>
                <c:pt idx="1288">
                  <c:v>1.3372</c:v>
                </c:pt>
                <c:pt idx="1289">
                  <c:v>1.3623</c:v>
                </c:pt>
                <c:pt idx="1290">
                  <c:v>1.2859</c:v>
                </c:pt>
                <c:pt idx="1291">
                  <c:v>1.2759</c:v>
                </c:pt>
                <c:pt idx="1292">
                  <c:v>1.2642</c:v>
                </c:pt>
                <c:pt idx="1293">
                  <c:v>1.2617</c:v>
                </c:pt>
                <c:pt idx="1294">
                  <c:v>1.2458</c:v>
                </c:pt>
                <c:pt idx="1295">
                  <c:v>1.2609</c:v>
                </c:pt>
                <c:pt idx="1296">
                  <c:v>1.2525</c:v>
                </c:pt>
                <c:pt idx="1297">
                  <c:v>1.2952</c:v>
                </c:pt>
                <c:pt idx="1298">
                  <c:v>1.3491</c:v>
                </c:pt>
                <c:pt idx="1299">
                  <c:v>1.3568</c:v>
                </c:pt>
                <c:pt idx="1300">
                  <c:v>1.3138</c:v>
                </c:pt>
                <c:pt idx="1301">
                  <c:v>1.2802</c:v>
                </c:pt>
                <c:pt idx="1302">
                  <c:v>1.3079</c:v>
                </c:pt>
                <c:pt idx="1303">
                  <c:v>1.2995</c:v>
                </c:pt>
                <c:pt idx="1304">
                  <c:v>1.2894</c:v>
                </c:pt>
                <c:pt idx="1305">
                  <c:v>1.3257</c:v>
                </c:pt>
                <c:pt idx="1306">
                  <c:v>1.3257</c:v>
                </c:pt>
                <c:pt idx="1307">
                  <c:v>1.3732</c:v>
                </c:pt>
                <c:pt idx="1308">
                  <c:v>1.3444</c:v>
                </c:pt>
                <c:pt idx="1309">
                  <c:v>1.303</c:v>
                </c:pt>
                <c:pt idx="1310">
                  <c:v>1.3411</c:v>
                </c:pt>
                <c:pt idx="1311">
                  <c:v>1.3259</c:v>
                </c:pt>
                <c:pt idx="1312">
                  <c:v>1.2913</c:v>
                </c:pt>
                <c:pt idx="1313">
                  <c:v>1.3014</c:v>
                </c:pt>
                <c:pt idx="1314">
                  <c:v>1.3353</c:v>
                </c:pt>
                <c:pt idx="1315">
                  <c:v>1.3711</c:v>
                </c:pt>
                <c:pt idx="1316">
                  <c:v>1.3125</c:v>
                </c:pt>
                <c:pt idx="1317">
                  <c:v>1.3252</c:v>
                </c:pt>
                <c:pt idx="1318">
                  <c:v>1.3108</c:v>
                </c:pt>
                <c:pt idx="1319">
                  <c:v>1.4345</c:v>
                </c:pt>
                <c:pt idx="1320">
                  <c:v>1.4544</c:v>
                </c:pt>
                <c:pt idx="1321">
                  <c:v>1.4846</c:v>
                </c:pt>
                <c:pt idx="1322">
                  <c:v>1.5409</c:v>
                </c:pt>
                <c:pt idx="1323">
                  <c:v>1.5211</c:v>
                </c:pt>
                <c:pt idx="1324">
                  <c:v>1.4874</c:v>
                </c:pt>
                <c:pt idx="1325">
                  <c:v>1.4634</c:v>
                </c:pt>
                <c:pt idx="1326">
                  <c:v>1.4824</c:v>
                </c:pt>
                <c:pt idx="1327">
                  <c:v>1.5293</c:v>
                </c:pt>
                <c:pt idx="1328">
                  <c:v>1.5242</c:v>
                </c:pt>
                <c:pt idx="1329">
                  <c:v>1.5774</c:v>
                </c:pt>
                <c:pt idx="1330">
                  <c:v>1.6127</c:v>
                </c:pt>
                <c:pt idx="1331">
                  <c:v>1.6127</c:v>
                </c:pt>
                <c:pt idx="1332">
                  <c:v>1.5752</c:v>
                </c:pt>
                <c:pt idx="1333">
                  <c:v>1.5386</c:v>
                </c:pt>
                <c:pt idx="1334">
                  <c:v>1.5161</c:v>
                </c:pt>
                <c:pt idx="1335">
                  <c:v>1.5748</c:v>
                </c:pt>
                <c:pt idx="1336">
                  <c:v>1.5959</c:v>
                </c:pt>
                <c:pt idx="1337">
                  <c:v>1.6391</c:v>
                </c:pt>
                <c:pt idx="1338">
                  <c:v>1.6604</c:v>
                </c:pt>
                <c:pt idx="1339">
                  <c:v>1.7021</c:v>
                </c:pt>
                <c:pt idx="1340">
                  <c:v>1.6361</c:v>
                </c:pt>
                <c:pt idx="1341">
                  <c:v>1.6353</c:v>
                </c:pt>
                <c:pt idx="1342">
                  <c:v>1.6098</c:v>
                </c:pt>
                <c:pt idx="1343">
                  <c:v>1.5493</c:v>
                </c:pt>
                <c:pt idx="1344">
                  <c:v>1.5792</c:v>
                </c:pt>
                <c:pt idx="1345">
                  <c:v>1.5601</c:v>
                </c:pt>
                <c:pt idx="1346">
                  <c:v>1.562</c:v>
                </c:pt>
                <c:pt idx="1347">
                  <c:v>1.5533</c:v>
                </c:pt>
                <c:pt idx="1348">
                  <c:v>1.6061</c:v>
                </c:pt>
                <c:pt idx="1349">
                  <c:v>1.5289</c:v>
                </c:pt>
                <c:pt idx="1350">
                  <c:v>1.4532</c:v>
                </c:pt>
                <c:pt idx="1351">
                  <c:v>1.4916</c:v>
                </c:pt>
                <c:pt idx="1352">
                  <c:v>1.4411</c:v>
                </c:pt>
                <c:pt idx="1353">
                  <c:v>1.5535</c:v>
                </c:pt>
                <c:pt idx="1354">
                  <c:v>1.5535</c:v>
                </c:pt>
                <c:pt idx="1355">
                  <c:v>1.5664</c:v>
                </c:pt>
                <c:pt idx="1356">
                  <c:v>1.6223</c:v>
                </c:pt>
                <c:pt idx="1357">
                  <c:v>1.6404</c:v>
                </c:pt>
                <c:pt idx="1358">
                  <c:v>1.5923</c:v>
                </c:pt>
                <c:pt idx="1359">
                  <c:v>1.5898</c:v>
                </c:pt>
                <c:pt idx="1360">
                  <c:v>1.5488</c:v>
                </c:pt>
                <c:pt idx="1361">
                  <c:v>1.6296</c:v>
                </c:pt>
                <c:pt idx="1362">
                  <c:v>1.6694</c:v>
                </c:pt>
                <c:pt idx="1363">
                  <c:v>1.641</c:v>
                </c:pt>
                <c:pt idx="1364">
                  <c:v>1.641</c:v>
                </c:pt>
                <c:pt idx="1365">
                  <c:v>1.4791</c:v>
                </c:pt>
                <c:pt idx="1366">
                  <c:v>1.4996</c:v>
                </c:pt>
                <c:pt idx="1367">
                  <c:v>1.4502</c:v>
                </c:pt>
                <c:pt idx="1368">
                  <c:v>1.4079</c:v>
                </c:pt>
                <c:pt idx="1369">
                  <c:v>1.4469</c:v>
                </c:pt>
                <c:pt idx="1370">
                  <c:v>1.3573</c:v>
                </c:pt>
                <c:pt idx="1371">
                  <c:v>1.4351</c:v>
                </c:pt>
                <c:pt idx="1372">
                  <c:v>1.4759</c:v>
                </c:pt>
                <c:pt idx="1373">
                  <c:v>1.5264</c:v>
                </c:pt>
                <c:pt idx="1374">
                  <c:v>1.5025</c:v>
                </c:pt>
                <c:pt idx="1375">
                  <c:v>1.4855</c:v>
                </c:pt>
                <c:pt idx="1376">
                  <c:v>1.414</c:v>
                </c:pt>
                <c:pt idx="1377">
                  <c:v>1.4463</c:v>
                </c:pt>
                <c:pt idx="1378">
                  <c:v>1.4574</c:v>
                </c:pt>
                <c:pt idx="1379">
                  <c:v>1.4174</c:v>
                </c:pt>
                <c:pt idx="1380">
                  <c:v>1.4072</c:v>
                </c:pt>
                <c:pt idx="1381">
                  <c:v>1.4277</c:v>
                </c:pt>
                <c:pt idx="1382">
                  <c:v>1.4609</c:v>
                </c:pt>
                <c:pt idx="1383">
                  <c:v>1.455</c:v>
                </c:pt>
                <c:pt idx="1384">
                  <c:v>1.4952</c:v>
                </c:pt>
                <c:pt idx="1385">
                  <c:v>1.4952</c:v>
                </c:pt>
                <c:pt idx="1387">
                  <c:v>1.4791</c:v>
                </c:pt>
                <c:pt idx="1388">
                  <c:v>1.4859</c:v>
                </c:pt>
                <c:pt idx="1389">
                  <c:v>1.5566</c:v>
                </c:pt>
                <c:pt idx="1390">
                  <c:v>1.5101</c:v>
                </c:pt>
                <c:pt idx="1391">
                  <c:v>1.5136</c:v>
                </c:pt>
                <c:pt idx="1393">
                  <c:v>1.6315</c:v>
                </c:pt>
                <c:pt idx="1394">
                  <c:v>1.6526</c:v>
                </c:pt>
                <c:pt idx="1395">
                  <c:v>1.7061</c:v>
                </c:pt>
                <c:pt idx="1396">
                  <c:v>1.7238</c:v>
                </c:pt>
                <c:pt idx="1397">
                  <c:v>1.7674</c:v>
                </c:pt>
                <c:pt idx="1399">
                  <c:v>1.7657</c:v>
                </c:pt>
                <c:pt idx="1400">
                  <c:v>1.7419</c:v>
                </c:pt>
                <c:pt idx="1401">
                  <c:v>1.7464</c:v>
                </c:pt>
                <c:pt idx="1402">
                  <c:v>1.7034</c:v>
                </c:pt>
                <c:pt idx="1403">
                  <c:v>1.7922</c:v>
                </c:pt>
                <c:pt idx="1404">
                  <c:v>1.7922</c:v>
                </c:pt>
                <c:pt idx="1405">
                  <c:v>1.8763</c:v>
                </c:pt>
                <c:pt idx="1406">
                  <c:v>1.8693</c:v>
                </c:pt>
                <c:pt idx="1407">
                  <c:v>1.8104</c:v>
                </c:pt>
                <c:pt idx="1408">
                  <c:v>1.7627</c:v>
                </c:pt>
                <c:pt idx="1409">
                  <c:v>1.7708</c:v>
                </c:pt>
                <c:pt idx="1410">
                  <c:v>1.7762</c:v>
                </c:pt>
                <c:pt idx="1411">
                  <c:v>1.8693</c:v>
                </c:pt>
                <c:pt idx="1412">
                  <c:v>1.804</c:v>
                </c:pt>
                <c:pt idx="1413">
                  <c:v>1.7714</c:v>
                </c:pt>
                <c:pt idx="1414">
                  <c:v>1.7813</c:v>
                </c:pt>
                <c:pt idx="1415">
                  <c:v>1.7921</c:v>
                </c:pt>
                <c:pt idx="1416">
                  <c:v>1.7788</c:v>
                </c:pt>
                <c:pt idx="1417">
                  <c:v>1.8389</c:v>
                </c:pt>
                <c:pt idx="1418">
                  <c:v>1.9131</c:v>
                </c:pt>
                <c:pt idx="1419">
                  <c:v>1.9205</c:v>
                </c:pt>
                <c:pt idx="1420">
                  <c:v>1.9642</c:v>
                </c:pt>
                <c:pt idx="1421">
                  <c:v>1.9471</c:v>
                </c:pt>
                <c:pt idx="1422">
                  <c:v>2.0327</c:v>
                </c:pt>
                <c:pt idx="1423">
                  <c:v>1.9432</c:v>
                </c:pt>
                <c:pt idx="1424">
                  <c:v>1.9884</c:v>
                </c:pt>
                <c:pt idx="1425">
                  <c:v>2.0478</c:v>
                </c:pt>
                <c:pt idx="1426">
                  <c:v>2.0417</c:v>
                </c:pt>
                <c:pt idx="1427">
                  <c:v>1.9641</c:v>
                </c:pt>
                <c:pt idx="1428">
                  <c:v>1.9277</c:v>
                </c:pt>
                <c:pt idx="1429">
                  <c:v>1.9277</c:v>
                </c:pt>
                <c:pt idx="1430">
                  <c:v>1.9442</c:v>
                </c:pt>
                <c:pt idx="1431">
                  <c:v>1.9973</c:v>
                </c:pt>
                <c:pt idx="1432">
                  <c:v>1.9712</c:v>
                </c:pt>
                <c:pt idx="1433">
                  <c:v>1.9686</c:v>
                </c:pt>
                <c:pt idx="1434">
                  <c:v>1.8276</c:v>
                </c:pt>
                <c:pt idx="1435">
                  <c:v>1.725</c:v>
                </c:pt>
                <c:pt idx="1436">
                  <c:v>1.8776</c:v>
                </c:pt>
                <c:pt idx="1437">
                  <c:v>1.8448</c:v>
                </c:pt>
                <c:pt idx="1438">
                  <c:v>1.7324</c:v>
                </c:pt>
                <c:pt idx="1439">
                  <c:v>1.7725</c:v>
                </c:pt>
                <c:pt idx="1440">
                  <c:v>1.8482</c:v>
                </c:pt>
                <c:pt idx="1441">
                  <c:v>1.9549</c:v>
                </c:pt>
                <c:pt idx="1442">
                  <c:v>1.9942</c:v>
                </c:pt>
                <c:pt idx="1443">
                  <c:v>1.9978</c:v>
                </c:pt>
                <c:pt idx="1444">
                  <c:v>2.1438</c:v>
                </c:pt>
                <c:pt idx="1445">
                  <c:v>2.1483</c:v>
                </c:pt>
                <c:pt idx="1446">
                  <c:v>2.1957</c:v>
                </c:pt>
                <c:pt idx="1447">
                  <c:v>2.177</c:v>
                </c:pt>
                <c:pt idx="1448">
                  <c:v>2.1531</c:v>
                </c:pt>
                <c:pt idx="1449">
                  <c:v>2.2943</c:v>
                </c:pt>
                <c:pt idx="1450">
                  <c:v>2.3854</c:v>
                </c:pt>
                <c:pt idx="1451">
                  <c:v>2.2954</c:v>
                </c:pt>
                <c:pt idx="1452">
                  <c:v>2.3747</c:v>
                </c:pt>
                <c:pt idx="1453">
                  <c:v>2.4788</c:v>
                </c:pt>
                <c:pt idx="1454">
                  <c:v>2.4651</c:v>
                </c:pt>
                <c:pt idx="1455">
                  <c:v>2.4</c:v>
                </c:pt>
                <c:pt idx="1456">
                  <c:v>2.3544</c:v>
                </c:pt>
                <c:pt idx="1457">
                  <c:v>2.339</c:v>
                </c:pt>
                <c:pt idx="1458">
                  <c:v>2.3851</c:v>
                </c:pt>
                <c:pt idx="1459">
                  <c:v>2.4045</c:v>
                </c:pt>
                <c:pt idx="1460">
                  <c:v>2.5545</c:v>
                </c:pt>
                <c:pt idx="1461">
                  <c:v>2.5986</c:v>
                </c:pt>
                <c:pt idx="1462">
                  <c:v>2.6636</c:v>
                </c:pt>
                <c:pt idx="1463">
                  <c:v>2.7096</c:v>
                </c:pt>
                <c:pt idx="1464">
                  <c:v>2.7822</c:v>
                </c:pt>
                <c:pt idx="1465">
                  <c:v>2.73</c:v>
                </c:pt>
                <c:pt idx="1466">
                  <c:v>2.6979</c:v>
                </c:pt>
                <c:pt idx="1467">
                  <c:v>2.8298</c:v>
                </c:pt>
                <c:pt idx="1468">
                  <c:v>2.8298</c:v>
                </c:pt>
                <c:pt idx="1469">
                  <c:v>2.8615</c:v>
                </c:pt>
                <c:pt idx="1470">
                  <c:v>2.9412</c:v>
                </c:pt>
                <c:pt idx="1471">
                  <c:v>2.8399</c:v>
                </c:pt>
                <c:pt idx="1472">
                  <c:v>2.9106</c:v>
                </c:pt>
                <c:pt idx="1473">
                  <c:v>2.8959</c:v>
                </c:pt>
                <c:pt idx="1474">
                  <c:v>2.8276</c:v>
                </c:pt>
                <c:pt idx="1475">
                  <c:v>2.7302</c:v>
                </c:pt>
                <c:pt idx="1476">
                  <c:v>2.8329</c:v>
                </c:pt>
                <c:pt idx="1477">
                  <c:v>2.8264</c:v>
                </c:pt>
                <c:pt idx="1478">
                  <c:v>2.9337</c:v>
                </c:pt>
                <c:pt idx="1479">
                  <c:v>2.9808</c:v>
                </c:pt>
                <c:pt idx="1480">
                  <c:v>2.9694</c:v>
                </c:pt>
                <c:pt idx="1481">
                  <c:v>2.9374</c:v>
                </c:pt>
                <c:pt idx="1482">
                  <c:v>3.0426</c:v>
                </c:pt>
                <c:pt idx="1483">
                  <c:v>3.1396</c:v>
                </c:pt>
                <c:pt idx="1484">
                  <c:v>3.0398</c:v>
                </c:pt>
                <c:pt idx="1485">
                  <c:v>2.9939</c:v>
                </c:pt>
                <c:pt idx="1486">
                  <c:v>2.9306</c:v>
                </c:pt>
                <c:pt idx="1487">
                  <c:v>2.8524</c:v>
                </c:pt>
                <c:pt idx="1488">
                  <c:v>2.9176</c:v>
                </c:pt>
                <c:pt idx="1489">
                  <c:v>2.8831</c:v>
                </c:pt>
                <c:pt idx="1490">
                  <c:v>2.9897</c:v>
                </c:pt>
                <c:pt idx="1491">
                  <c:v>2.8886</c:v>
                </c:pt>
                <c:pt idx="1492">
                  <c:v>2.846</c:v>
                </c:pt>
                <c:pt idx="1493">
                  <c:v>2.7847</c:v>
                </c:pt>
                <c:pt idx="1494">
                  <c:v>2.8541</c:v>
                </c:pt>
                <c:pt idx="1495">
                  <c:v>2.7542</c:v>
                </c:pt>
                <c:pt idx="1496">
                  <c:v>2.7506</c:v>
                </c:pt>
                <c:pt idx="1497">
                  <c:v>2.7514</c:v>
                </c:pt>
                <c:pt idx="1498">
                  <c:v>2.745</c:v>
                </c:pt>
                <c:pt idx="1499">
                  <c:v>2.745</c:v>
                </c:pt>
                <c:pt idx="1500">
                  <c:v>2.8531</c:v>
                </c:pt>
                <c:pt idx="1501">
                  <c:v>2.914</c:v>
                </c:pt>
                <c:pt idx="1502">
                  <c:v>2.9122</c:v>
                </c:pt>
                <c:pt idx="1503">
                  <c:v>2.9396</c:v>
                </c:pt>
                <c:pt idx="1504">
                  <c:v>3.0491</c:v>
                </c:pt>
                <c:pt idx="1505">
                  <c:v>2.9828</c:v>
                </c:pt>
                <c:pt idx="1506">
                  <c:v>3.0215</c:v>
                </c:pt>
                <c:pt idx="1507">
                  <c:v>3.0465</c:v>
                </c:pt>
                <c:pt idx="1508">
                  <c:v>3.163</c:v>
                </c:pt>
                <c:pt idx="1509">
                  <c:v>3.3637</c:v>
                </c:pt>
                <c:pt idx="1510">
                  <c:v>3.4801</c:v>
                </c:pt>
                <c:pt idx="1511">
                  <c:v>3.2886</c:v>
                </c:pt>
                <c:pt idx="1512">
                  <c:v>3.2008</c:v>
                </c:pt>
                <c:pt idx="1513">
                  <c:v>3.236</c:v>
                </c:pt>
                <c:pt idx="1514">
                  <c:v>3.236</c:v>
                </c:pt>
                <c:pt idx="1515">
                  <c:v>3.2835</c:v>
                </c:pt>
                <c:pt idx="1516">
                  <c:v>3.1627</c:v>
                </c:pt>
                <c:pt idx="1517">
                  <c:v>3.0898</c:v>
                </c:pt>
                <c:pt idx="1518">
                  <c:v>3.1357</c:v>
                </c:pt>
                <c:pt idx="1519">
                  <c:v>3.2101</c:v>
                </c:pt>
                <c:pt idx="1520">
                  <c:v>3.18</c:v>
                </c:pt>
                <c:pt idx="1521">
                  <c:v>3.0957</c:v>
                </c:pt>
                <c:pt idx="1522">
                  <c:v>3.0129</c:v>
                </c:pt>
                <c:pt idx="1523">
                  <c:v>2.894</c:v>
                </c:pt>
                <c:pt idx="1524">
                  <c:v>2.894</c:v>
                </c:pt>
                <c:pt idx="1525">
                  <c:v>2.8054</c:v>
                </c:pt>
                <c:pt idx="1526">
                  <c:v>2.9354</c:v>
                </c:pt>
                <c:pt idx="1527">
                  <c:v>3.002</c:v>
                </c:pt>
                <c:pt idx="1528">
                  <c:v>3.084</c:v>
                </c:pt>
                <c:pt idx="1529">
                  <c:v>2.9946</c:v>
                </c:pt>
                <c:pt idx="1530">
                  <c:v>2.9761</c:v>
                </c:pt>
                <c:pt idx="1531">
                  <c:v>2.9364</c:v>
                </c:pt>
                <c:pt idx="1532">
                  <c:v>2.9641</c:v>
                </c:pt>
                <c:pt idx="1533">
                  <c:v>2.9189</c:v>
                </c:pt>
                <c:pt idx="1534">
                  <c:v>2.9865</c:v>
                </c:pt>
                <c:pt idx="1535">
                  <c:v>3.0256</c:v>
                </c:pt>
                <c:pt idx="1536">
                  <c:v>3.0312</c:v>
                </c:pt>
                <c:pt idx="1537">
                  <c:v>2.8812</c:v>
                </c:pt>
                <c:pt idx="1538">
                  <c:v>2.7586</c:v>
                </c:pt>
                <c:pt idx="1539">
                  <c:v>2.8041</c:v>
                </c:pt>
                <c:pt idx="1540">
                  <c:v>2.8059</c:v>
                </c:pt>
                <c:pt idx="1541">
                  <c:v>2.7904</c:v>
                </c:pt>
                <c:pt idx="1542">
                  <c:v>2.6759</c:v>
                </c:pt>
                <c:pt idx="1543">
                  <c:v>2.6514</c:v>
                </c:pt>
                <c:pt idx="1544">
                  <c:v>2.5723</c:v>
                </c:pt>
                <c:pt idx="1545">
                  <c:v>2.7528</c:v>
                </c:pt>
                <c:pt idx="1546">
                  <c:v>2.7055</c:v>
                </c:pt>
                <c:pt idx="1547">
                  <c:v>2.6973</c:v>
                </c:pt>
                <c:pt idx="1548">
                  <c:v>2.8342</c:v>
                </c:pt>
                <c:pt idx="1549">
                  <c:v>2.7581</c:v>
                </c:pt>
                <c:pt idx="1550">
                  <c:v>2.7846</c:v>
                </c:pt>
                <c:pt idx="1551">
                  <c:v>2.7883</c:v>
                </c:pt>
                <c:pt idx="1552">
                  <c:v>2.8911</c:v>
                </c:pt>
                <c:pt idx="1553">
                  <c:v>2.8358</c:v>
                </c:pt>
                <c:pt idx="1554">
                  <c:v>2.7869</c:v>
                </c:pt>
                <c:pt idx="1555">
                  <c:v>2.8122</c:v>
                </c:pt>
                <c:pt idx="1556">
                  <c:v>2.9004</c:v>
                </c:pt>
                <c:pt idx="1557">
                  <c:v>2.8831</c:v>
                </c:pt>
                <c:pt idx="1558">
                  <c:v>2.973</c:v>
                </c:pt>
                <c:pt idx="1559">
                  <c:v>3.0266</c:v>
                </c:pt>
                <c:pt idx="1560">
                  <c:v>3.0489</c:v>
                </c:pt>
                <c:pt idx="1561">
                  <c:v>3.1085</c:v>
                </c:pt>
                <c:pt idx="1562">
                  <c:v>3.0286</c:v>
                </c:pt>
                <c:pt idx="1563">
                  <c:v>3.0427</c:v>
                </c:pt>
                <c:pt idx="1564">
                  <c:v>3.1042</c:v>
                </c:pt>
                <c:pt idx="1565">
                  <c:v>3.1099</c:v>
                </c:pt>
                <c:pt idx="1566">
                  <c:v>3.1936</c:v>
                </c:pt>
                <c:pt idx="1567">
                  <c:v>3.2637</c:v>
                </c:pt>
                <c:pt idx="1568">
                  <c:v>3.1988</c:v>
                </c:pt>
                <c:pt idx="1569">
                  <c:v>3.1988</c:v>
                </c:pt>
                <c:pt idx="1570">
                  <c:v>3.3492</c:v>
                </c:pt>
                <c:pt idx="1571">
                  <c:v>3.2673</c:v>
                </c:pt>
                <c:pt idx="1572">
                  <c:v>3.3227</c:v>
                </c:pt>
                <c:pt idx="1573">
                  <c:v>3.3145</c:v>
                </c:pt>
                <c:pt idx="1574">
                  <c:v>3.3578</c:v>
                </c:pt>
                <c:pt idx="1575">
                  <c:v>3.4147</c:v>
                </c:pt>
                <c:pt idx="1576">
                  <c:v>3.4081</c:v>
                </c:pt>
                <c:pt idx="1577">
                  <c:v>3.4548</c:v>
                </c:pt>
                <c:pt idx="1578">
                  <c:v>3.4533</c:v>
                </c:pt>
                <c:pt idx="1579">
                  <c:v>3.4924</c:v>
                </c:pt>
                <c:pt idx="1580">
                  <c:v>3.564</c:v>
                </c:pt>
                <c:pt idx="1581">
                  <c:v>3.5309</c:v>
                </c:pt>
                <c:pt idx="1582">
                  <c:v>3.7148</c:v>
                </c:pt>
                <c:pt idx="1583">
                  <c:v>3.6876</c:v>
                </c:pt>
                <c:pt idx="1584">
                  <c:v>3.9193</c:v>
                </c:pt>
                <c:pt idx="1585">
                  <c:v>3.9482</c:v>
                </c:pt>
                <c:pt idx="1586">
                  <c:v>3.7362</c:v>
                </c:pt>
                <c:pt idx="1587">
                  <c:v>3.7876</c:v>
                </c:pt>
                <c:pt idx="1588">
                  <c:v>3.8286</c:v>
                </c:pt>
                <c:pt idx="1589">
                  <c:v>3.6357</c:v>
                </c:pt>
                <c:pt idx="1590">
                  <c:v>3.6369</c:v>
                </c:pt>
                <c:pt idx="1591">
                  <c:v>3.7569</c:v>
                </c:pt>
                <c:pt idx="1592">
                  <c:v>3.8236</c:v>
                </c:pt>
                <c:pt idx="1593">
                  <c:v>3.8895</c:v>
                </c:pt>
                <c:pt idx="1594">
                  <c:v>3.8895</c:v>
                </c:pt>
                <c:pt idx="1595">
                  <c:v>3.9449</c:v>
                </c:pt>
                <c:pt idx="1596">
                  <c:v>3.9003</c:v>
                </c:pt>
                <c:pt idx="1597">
                  <c:v>3.9445</c:v>
                </c:pt>
                <c:pt idx="1598">
                  <c:v>4.0235</c:v>
                </c:pt>
                <c:pt idx="1599">
                  <c:v>4.0156</c:v>
                </c:pt>
                <c:pt idx="1600">
                  <c:v>4.0107</c:v>
                </c:pt>
                <c:pt idx="1601">
                  <c:v>4.1387</c:v>
                </c:pt>
                <c:pt idx="1602">
                  <c:v>4.2325</c:v>
                </c:pt>
                <c:pt idx="1603">
                  <c:v>4.2283</c:v>
                </c:pt>
                <c:pt idx="1604">
                  <c:v>4.2476</c:v>
                </c:pt>
                <c:pt idx="1605">
                  <c:v>4.1031</c:v>
                </c:pt>
                <c:pt idx="1606">
                  <c:v>4.0059</c:v>
                </c:pt>
                <c:pt idx="1607">
                  <c:v>3.9239</c:v>
                </c:pt>
                <c:pt idx="1608">
                  <c:v>4.0164</c:v>
                </c:pt>
                <c:pt idx="1609">
                  <c:v>4.054</c:v>
                </c:pt>
                <c:pt idx="1610">
                  <c:v>4.046</c:v>
                </c:pt>
                <c:pt idx="1611">
                  <c:v>4.1047</c:v>
                </c:pt>
                <c:pt idx="1612">
                  <c:v>4.1542</c:v>
                </c:pt>
                <c:pt idx="1613">
                  <c:v>4.1636</c:v>
                </c:pt>
                <c:pt idx="1614">
                  <c:v>4.2156</c:v>
                </c:pt>
                <c:pt idx="1615">
                  <c:v>4.1328</c:v>
                </c:pt>
                <c:pt idx="1616">
                  <c:v>4.0976</c:v>
                </c:pt>
                <c:pt idx="1617">
                  <c:v>3.8191</c:v>
                </c:pt>
                <c:pt idx="1618">
                  <c:v>3.8191</c:v>
                </c:pt>
                <c:pt idx="1619">
                  <c:v>3.8602</c:v>
                </c:pt>
                <c:pt idx="1620">
                  <c:v>3.7742</c:v>
                </c:pt>
                <c:pt idx="1621">
                  <c:v>3.6899</c:v>
                </c:pt>
                <c:pt idx="1622">
                  <c:v>3.7713</c:v>
                </c:pt>
                <c:pt idx="1623">
                  <c:v>3.827</c:v>
                </c:pt>
                <c:pt idx="1624">
                  <c:v>3.8334</c:v>
                </c:pt>
                <c:pt idx="1625">
                  <c:v>3.7578</c:v>
                </c:pt>
                <c:pt idx="1626">
                  <c:v>3.7001</c:v>
                </c:pt>
                <c:pt idx="1627">
                  <c:v>3.7001</c:v>
                </c:pt>
                <c:pt idx="1628">
                  <c:v>3.6878</c:v>
                </c:pt>
                <c:pt idx="1629">
                  <c:v>3.6849</c:v>
                </c:pt>
                <c:pt idx="1630">
                  <c:v>3.7488</c:v>
                </c:pt>
                <c:pt idx="1631">
                  <c:v>3.6063</c:v>
                </c:pt>
                <c:pt idx="1632">
                  <c:v>3.5112</c:v>
                </c:pt>
                <c:pt idx="1633">
                  <c:v>3.4944</c:v>
                </c:pt>
                <c:pt idx="1634">
                  <c:v>3.5846</c:v>
                </c:pt>
                <c:pt idx="1635">
                  <c:v>3.5332</c:v>
                </c:pt>
                <c:pt idx="1636">
                  <c:v>3.425</c:v>
                </c:pt>
                <c:pt idx="1637">
                  <c:v>3.4874</c:v>
                </c:pt>
                <c:pt idx="1638">
                  <c:v>3.5838</c:v>
                </c:pt>
                <c:pt idx="1639">
                  <c:v>3.615</c:v>
                </c:pt>
                <c:pt idx="1640">
                  <c:v>3.5076</c:v>
                </c:pt>
                <c:pt idx="1641">
                  <c:v>3.4792</c:v>
                </c:pt>
                <c:pt idx="1642">
                  <c:v>3.4481</c:v>
                </c:pt>
                <c:pt idx="1643">
                  <c:v>3.4886</c:v>
                </c:pt>
                <c:pt idx="1644">
                  <c:v>3.5864</c:v>
                </c:pt>
                <c:pt idx="1645">
                  <c:v>3.6899</c:v>
                </c:pt>
                <c:pt idx="1646">
                  <c:v>3.6731</c:v>
                </c:pt>
                <c:pt idx="1647">
                  <c:v>3.6823</c:v>
                </c:pt>
                <c:pt idx="1648">
                  <c:v>3.749</c:v>
                </c:pt>
                <c:pt idx="1649">
                  <c:v>3.749</c:v>
                </c:pt>
                <c:pt idx="1650">
                  <c:v>3.8468</c:v>
                </c:pt>
                <c:pt idx="1651">
                  <c:v>3.8836</c:v>
                </c:pt>
                <c:pt idx="1652">
                  <c:v>3.8202</c:v>
                </c:pt>
                <c:pt idx="1653">
                  <c:v>3.8795</c:v>
                </c:pt>
                <c:pt idx="1654">
                  <c:v>3.8795</c:v>
                </c:pt>
                <c:pt idx="1655">
                  <c:v>3.7455</c:v>
                </c:pt>
                <c:pt idx="1656">
                  <c:v>3.6865</c:v>
                </c:pt>
                <c:pt idx="1657">
                  <c:v>3.7191</c:v>
                </c:pt>
                <c:pt idx="1658">
                  <c:v>3.5626</c:v>
                </c:pt>
                <c:pt idx="1659">
                  <c:v>3.5385</c:v>
                </c:pt>
                <c:pt idx="1660">
                  <c:v>3.6207</c:v>
                </c:pt>
                <c:pt idx="1661">
                  <c:v>3.541</c:v>
                </c:pt>
                <c:pt idx="1662">
                  <c:v>3.4464</c:v>
                </c:pt>
                <c:pt idx="1663">
                  <c:v>3.5053</c:v>
                </c:pt>
                <c:pt idx="1664">
                  <c:v>3.5053</c:v>
                </c:pt>
                <c:pt idx="1665">
                  <c:v>3.5494</c:v>
                </c:pt>
                <c:pt idx="1666">
                  <c:v>3.3734</c:v>
                </c:pt>
                <c:pt idx="1667">
                  <c:v>3.3996</c:v>
                </c:pt>
                <c:pt idx="1668">
                  <c:v>3.4796</c:v>
                </c:pt>
                <c:pt idx="1669">
                  <c:v>3.5209</c:v>
                </c:pt>
                <c:pt idx="1670">
                  <c:v>3.4601</c:v>
                </c:pt>
                <c:pt idx="1671">
                  <c:v>3.448</c:v>
                </c:pt>
                <c:pt idx="1672">
                  <c:v>3.4965</c:v>
                </c:pt>
                <c:pt idx="1673">
                  <c:v>3.5118</c:v>
                </c:pt>
                <c:pt idx="1674">
                  <c:v>3.5375</c:v>
                </c:pt>
                <c:pt idx="1675">
                  <c:v>3.5115</c:v>
                </c:pt>
                <c:pt idx="1676">
                  <c:v>3.424</c:v>
                </c:pt>
                <c:pt idx="1677">
                  <c:v>3.3982</c:v>
                </c:pt>
                <c:pt idx="1678">
                  <c:v>3.5237</c:v>
                </c:pt>
                <c:pt idx="1679">
                  <c:v>3.6446</c:v>
                </c:pt>
                <c:pt idx="1680">
                  <c:v>3.6773</c:v>
                </c:pt>
                <c:pt idx="1681">
                  <c:v>3.621</c:v>
                </c:pt>
                <c:pt idx="1682">
                  <c:v>3.6625</c:v>
                </c:pt>
                <c:pt idx="1683">
                  <c:v>3.7377</c:v>
                </c:pt>
                <c:pt idx="1684">
                  <c:v>3.7053</c:v>
                </c:pt>
                <c:pt idx="1685">
                  <c:v>3.7531</c:v>
                </c:pt>
                <c:pt idx="1686">
                  <c:v>3.8068</c:v>
                </c:pt>
                <c:pt idx="1687">
                  <c:v>3.8618</c:v>
                </c:pt>
                <c:pt idx="1688">
                  <c:v>3.8215</c:v>
                </c:pt>
                <c:pt idx="1689">
                  <c:v>3.8215</c:v>
                </c:pt>
                <c:pt idx="1690">
                  <c:v>3.9555</c:v>
                </c:pt>
                <c:pt idx="1691">
                  <c:v>3.9253</c:v>
                </c:pt>
                <c:pt idx="1692">
                  <c:v>3.8827</c:v>
                </c:pt>
                <c:pt idx="1693">
                  <c:v>3.953</c:v>
                </c:pt>
                <c:pt idx="1694">
                  <c:v>3.918</c:v>
                </c:pt>
                <c:pt idx="1695">
                  <c:v>3.9239</c:v>
                </c:pt>
                <c:pt idx="1696">
                  <c:v>3.9945</c:v>
                </c:pt>
                <c:pt idx="1697">
                  <c:v>4.0616</c:v>
                </c:pt>
                <c:pt idx="1698">
                  <c:v>3.9596</c:v>
                </c:pt>
                <c:pt idx="1699">
                  <c:v>3.9646</c:v>
                </c:pt>
                <c:pt idx="1700">
                  <c:v>3.9696</c:v>
                </c:pt>
                <c:pt idx="1701">
                  <c:v>3.9922</c:v>
                </c:pt>
                <c:pt idx="1702">
                  <c:v>3.911</c:v>
                </c:pt>
                <c:pt idx="1703">
                  <c:v>3.7054</c:v>
                </c:pt>
                <c:pt idx="1704">
                  <c:v>3.577</c:v>
                </c:pt>
                <c:pt idx="1705">
                  <c:v>3.6902</c:v>
                </c:pt>
                <c:pt idx="1706">
                  <c:v>3.466</c:v>
                </c:pt>
                <c:pt idx="1707">
                  <c:v>3.5837</c:v>
                </c:pt>
                <c:pt idx="1708">
                  <c:v>3.4304</c:v>
                </c:pt>
                <c:pt idx="1709">
                  <c:v>3.4856</c:v>
                </c:pt>
                <c:pt idx="1710">
                  <c:v>3.6094</c:v>
                </c:pt>
                <c:pt idx="1711">
                  <c:v>3.4444</c:v>
                </c:pt>
                <c:pt idx="1712">
                  <c:v>3.4219</c:v>
                </c:pt>
                <c:pt idx="1713">
                  <c:v>3.3762</c:v>
                </c:pt>
                <c:pt idx="1714">
                  <c:v>3.5365</c:v>
                </c:pt>
                <c:pt idx="1715">
                  <c:v>3.5668</c:v>
                </c:pt>
                <c:pt idx="1716">
                  <c:v>3.5734</c:v>
                </c:pt>
                <c:pt idx="1717">
                  <c:v>3.5526</c:v>
                </c:pt>
                <c:pt idx="1718">
                  <c:v>3.4714</c:v>
                </c:pt>
                <c:pt idx="1719">
                  <c:v>3.4179</c:v>
                </c:pt>
                <c:pt idx="1720">
                  <c:v>3.3424</c:v>
                </c:pt>
                <c:pt idx="1721">
                  <c:v>3.3126</c:v>
                </c:pt>
                <c:pt idx="1722">
                  <c:v>3.307</c:v>
                </c:pt>
                <c:pt idx="1723">
                  <c:v>3.4047</c:v>
                </c:pt>
                <c:pt idx="1724">
                  <c:v>3.4168</c:v>
                </c:pt>
                <c:pt idx="1725">
                  <c:v>3.4281</c:v>
                </c:pt>
                <c:pt idx="1726">
                  <c:v>3.4008</c:v>
                </c:pt>
                <c:pt idx="1727">
                  <c:v>3.4459</c:v>
                </c:pt>
                <c:pt idx="1728">
                  <c:v>3.5195</c:v>
                </c:pt>
                <c:pt idx="1729">
                  <c:v>3.6061</c:v>
                </c:pt>
                <c:pt idx="1730">
                  <c:v>3.5775</c:v>
                </c:pt>
                <c:pt idx="1731">
                  <c:v>3.5937</c:v>
                </c:pt>
                <c:pt idx="1732">
                  <c:v>3.5375</c:v>
                </c:pt>
                <c:pt idx="1733">
                  <c:v>3.5766</c:v>
                </c:pt>
                <c:pt idx="1734">
                  <c:v>3.4958</c:v>
                </c:pt>
                <c:pt idx="1735">
                  <c:v>3.4024</c:v>
                </c:pt>
                <c:pt idx="1736">
                  <c:v>3.4504</c:v>
                </c:pt>
                <c:pt idx="1737">
                  <c:v>3.5252</c:v>
                </c:pt>
                <c:pt idx="1738">
                  <c:v>3.422</c:v>
                </c:pt>
                <c:pt idx="1739">
                  <c:v>3.5719</c:v>
                </c:pt>
                <c:pt idx="1740">
                  <c:v>3.4286</c:v>
                </c:pt>
                <c:pt idx="1741">
                  <c:v>3.3431</c:v>
                </c:pt>
                <c:pt idx="1742">
                  <c:v>3.3852</c:v>
                </c:pt>
                <c:pt idx="1743">
                  <c:v>3.4398</c:v>
                </c:pt>
                <c:pt idx="1744">
                  <c:v>3.5129</c:v>
                </c:pt>
                <c:pt idx="1745">
                  <c:v>3.5205</c:v>
                </c:pt>
                <c:pt idx="1746">
                  <c:v>3.4445</c:v>
                </c:pt>
                <c:pt idx="1747">
                  <c:v>3.3889</c:v>
                </c:pt>
                <c:pt idx="1748">
                  <c:v>3.4681</c:v>
                </c:pt>
                <c:pt idx="1749">
                  <c:v>3.5066</c:v>
                </c:pt>
                <c:pt idx="1750">
                  <c:v>3.5424</c:v>
                </c:pt>
                <c:pt idx="1751">
                  <c:v>3.5688</c:v>
                </c:pt>
                <c:pt idx="1752">
                  <c:v>3.6505</c:v>
                </c:pt>
                <c:pt idx="1753">
                  <c:v>3.6831</c:v>
                </c:pt>
                <c:pt idx="1754">
                  <c:v>3.7148</c:v>
                </c:pt>
                <c:pt idx="1755">
                  <c:v>3.7005</c:v>
                </c:pt>
                <c:pt idx="1756">
                  <c:v>3.7496</c:v>
                </c:pt>
                <c:pt idx="1757">
                  <c:v>3.8222</c:v>
                </c:pt>
                <c:pt idx="1758">
                  <c:v>3.8061</c:v>
                </c:pt>
                <c:pt idx="1759">
                  <c:v>3.8061</c:v>
                </c:pt>
                <c:pt idx="1760">
                  <c:v>3.6923</c:v>
                </c:pt>
                <c:pt idx="1761">
                  <c:v>3.6474</c:v>
                </c:pt>
                <c:pt idx="1762">
                  <c:v>3.5998</c:v>
                </c:pt>
                <c:pt idx="1763">
                  <c:v>3.6994</c:v>
                </c:pt>
                <c:pt idx="1764">
                  <c:v>3.6879</c:v>
                </c:pt>
                <c:pt idx="1765">
                  <c:v>3.6745</c:v>
                </c:pt>
                <c:pt idx="1766">
                  <c:v>3.7972</c:v>
                </c:pt>
                <c:pt idx="1767">
                  <c:v>3.7199</c:v>
                </c:pt>
                <c:pt idx="1768">
                  <c:v>3.7423</c:v>
                </c:pt>
                <c:pt idx="1769">
                  <c:v>3.7395</c:v>
                </c:pt>
                <c:pt idx="1770">
                  <c:v>3.8279</c:v>
                </c:pt>
                <c:pt idx="1771">
                  <c:v>3.792</c:v>
                </c:pt>
                <c:pt idx="1772">
                  <c:v>3.7233</c:v>
                </c:pt>
                <c:pt idx="1773">
                  <c:v>3.769</c:v>
                </c:pt>
                <c:pt idx="1774">
                  <c:v>3.769</c:v>
                </c:pt>
                <c:pt idx="1775">
                  <c:v>3.7227</c:v>
                </c:pt>
                <c:pt idx="1776">
                  <c:v>3.7247</c:v>
                </c:pt>
                <c:pt idx="1777">
                  <c:v>3.7966</c:v>
                </c:pt>
                <c:pt idx="1778">
                  <c:v>3.7415</c:v>
                </c:pt>
                <c:pt idx="1779">
                  <c:v>3.7241</c:v>
                </c:pt>
                <c:pt idx="1780">
                  <c:v>3.7669</c:v>
                </c:pt>
                <c:pt idx="1781">
                  <c:v>3.7117</c:v>
                </c:pt>
                <c:pt idx="1782">
                  <c:v>3.8461</c:v>
                </c:pt>
                <c:pt idx="1783">
                  <c:v>3.8435</c:v>
                </c:pt>
                <c:pt idx="1784">
                  <c:v>3.8584</c:v>
                </c:pt>
                <c:pt idx="1785">
                  <c:v>3.8584</c:v>
                </c:pt>
                <c:pt idx="1786">
                  <c:v>3.9375</c:v>
                </c:pt>
                <c:pt idx="1787">
                  <c:v>4.0381</c:v>
                </c:pt>
                <c:pt idx="1788">
                  <c:v>4.0677</c:v>
                </c:pt>
                <c:pt idx="1789">
                  <c:v>3.9998</c:v>
                </c:pt>
                <c:pt idx="1790">
                  <c:v>3.974</c:v>
                </c:pt>
                <c:pt idx="1791">
                  <c:v>3.8623</c:v>
                </c:pt>
                <c:pt idx="1792">
                  <c:v>3.7682</c:v>
                </c:pt>
                <c:pt idx="1793">
                  <c:v>3.8322</c:v>
                </c:pt>
                <c:pt idx="1794">
                  <c:v>3.8117</c:v>
                </c:pt>
                <c:pt idx="1795">
                  <c:v>3.7902</c:v>
                </c:pt>
                <c:pt idx="1796">
                  <c:v>3.7541</c:v>
                </c:pt>
                <c:pt idx="1797">
                  <c:v>3.8533</c:v>
                </c:pt>
                <c:pt idx="1798">
                  <c:v>3.8408</c:v>
                </c:pt>
                <c:pt idx="1799">
                  <c:v>3.8705</c:v>
                </c:pt>
                <c:pt idx="1800">
                  <c:v>3.8914</c:v>
                </c:pt>
                <c:pt idx="1801">
                  <c:v>3.8648</c:v>
                </c:pt>
                <c:pt idx="1802">
                  <c:v>4.0042</c:v>
                </c:pt>
                <c:pt idx="1803">
                  <c:v>3.9536</c:v>
                </c:pt>
                <c:pt idx="1804">
                  <c:v>3.9588</c:v>
                </c:pt>
                <c:pt idx="1805">
                  <c:v>4.032</c:v>
                </c:pt>
                <c:pt idx="1806">
                  <c:v>4.0876</c:v>
                </c:pt>
                <c:pt idx="1807">
                  <c:v>4.1792</c:v>
                </c:pt>
                <c:pt idx="1808">
                  <c:v>4.0459</c:v>
                </c:pt>
                <c:pt idx="1809">
                  <c:v>4.0915</c:v>
                </c:pt>
                <c:pt idx="1810">
                  <c:v>4.0331</c:v>
                </c:pt>
                <c:pt idx="1811">
                  <c:v>4.0141</c:v>
                </c:pt>
                <c:pt idx="1812">
                  <c:v>4.1102</c:v>
                </c:pt>
                <c:pt idx="1813">
                  <c:v>4.1541</c:v>
                </c:pt>
                <c:pt idx="1814">
                  <c:v>4.1952</c:v>
                </c:pt>
                <c:pt idx="1815">
                  <c:v>4.2179</c:v>
                </c:pt>
                <c:pt idx="1816">
                  <c:v>4.2563</c:v>
                </c:pt>
                <c:pt idx="1817">
                  <c:v>4.284</c:v>
                </c:pt>
                <c:pt idx="1818">
                  <c:v>4.2526</c:v>
                </c:pt>
                <c:pt idx="1819">
                  <c:v>4.3359</c:v>
                </c:pt>
                <c:pt idx="1820">
                  <c:v>4.3291</c:v>
                </c:pt>
                <c:pt idx="1821">
                  <c:v>4.1938</c:v>
                </c:pt>
                <c:pt idx="1822">
                  <c:v>4.2411</c:v>
                </c:pt>
                <c:pt idx="1823">
                  <c:v>4.2344</c:v>
                </c:pt>
                <c:pt idx="1824">
                  <c:v>4.2039</c:v>
                </c:pt>
                <c:pt idx="1825">
                  <c:v>4.1246</c:v>
                </c:pt>
                <c:pt idx="1826">
                  <c:v>4.113</c:v>
                </c:pt>
                <c:pt idx="1827">
                  <c:v>4.1111</c:v>
                </c:pt>
                <c:pt idx="1828">
                  <c:v>4.1857</c:v>
                </c:pt>
                <c:pt idx="1829">
                  <c:v>4.1857</c:v>
                </c:pt>
                <c:pt idx="1830">
                  <c:v>4.2647</c:v>
                </c:pt>
                <c:pt idx="1831">
                  <c:v>4.2836</c:v>
                </c:pt>
                <c:pt idx="1832">
                  <c:v>4.248</c:v>
                </c:pt>
                <c:pt idx="1833">
                  <c:v>4.271</c:v>
                </c:pt>
                <c:pt idx="1834">
                  <c:v>4.29</c:v>
                </c:pt>
                <c:pt idx="1835">
                  <c:v>4.2861</c:v>
                </c:pt>
                <c:pt idx="1836">
                  <c:v>4.2594</c:v>
                </c:pt>
                <c:pt idx="1837">
                  <c:v>4.2962</c:v>
                </c:pt>
                <c:pt idx="1838">
                  <c:v>4.3314</c:v>
                </c:pt>
                <c:pt idx="1839">
                  <c:v>4.3085</c:v>
                </c:pt>
                <c:pt idx="1840">
                  <c:v>4.3637</c:v>
                </c:pt>
                <c:pt idx="1841">
                  <c:v>4.4141</c:v>
                </c:pt>
                <c:pt idx="1842">
                  <c:v>4.4942</c:v>
                </c:pt>
                <c:pt idx="1843">
                  <c:v>4.4398</c:v>
                </c:pt>
                <c:pt idx="1844">
                  <c:v>4.5365</c:v>
                </c:pt>
                <c:pt idx="1845">
                  <c:v>4.5397</c:v>
                </c:pt>
                <c:pt idx="1846">
                  <c:v>4.6157</c:v>
                </c:pt>
                <c:pt idx="1847">
                  <c:v>4.5778</c:v>
                </c:pt>
                <c:pt idx="1848">
                  <c:v>4.5793</c:v>
                </c:pt>
                <c:pt idx="1849">
                  <c:v>4.676</c:v>
                </c:pt>
                <c:pt idx="1850">
                  <c:v>4.804</c:v>
                </c:pt>
                <c:pt idx="1851">
                  <c:v>4.7361</c:v>
                </c:pt>
                <c:pt idx="1852">
                  <c:v>4.7081</c:v>
                </c:pt>
                <c:pt idx="1853">
                  <c:v>4.804</c:v>
                </c:pt>
                <c:pt idx="1854">
                  <c:v>4.804</c:v>
                </c:pt>
                <c:pt idx="1855">
                  <c:v>4.6644</c:v>
                </c:pt>
                <c:pt idx="1856">
                  <c:v>4.5644</c:v>
                </c:pt>
                <c:pt idx="1857">
                  <c:v>4.7021</c:v>
                </c:pt>
                <c:pt idx="1858">
                  <c:v>4.6269</c:v>
                </c:pt>
                <c:pt idx="1859">
                  <c:v>4.7122</c:v>
                </c:pt>
                <c:pt idx="1860">
                  <c:v>4.8341</c:v>
                </c:pt>
                <c:pt idx="1861">
                  <c:v>4.9021</c:v>
                </c:pt>
                <c:pt idx="1862">
                  <c:v>4.9898</c:v>
                </c:pt>
                <c:pt idx="1863">
                  <c:v>4.9275</c:v>
                </c:pt>
                <c:pt idx="1864">
                  <c:v>4.8492</c:v>
                </c:pt>
                <c:pt idx="1865">
                  <c:v>4.8261</c:v>
                </c:pt>
                <c:pt idx="1866">
                  <c:v>4.9613</c:v>
                </c:pt>
                <c:pt idx="1867">
                  <c:v>4.8487</c:v>
                </c:pt>
                <c:pt idx="1868">
                  <c:v>4.8409</c:v>
                </c:pt>
                <c:pt idx="1869">
                  <c:v>4.8953</c:v>
                </c:pt>
                <c:pt idx="1870">
                  <c:v>4.9339</c:v>
                </c:pt>
                <c:pt idx="1871">
                  <c:v>4.7341</c:v>
                </c:pt>
                <c:pt idx="1872">
                  <c:v>4.6632</c:v>
                </c:pt>
                <c:pt idx="1873">
                  <c:v>4.5188</c:v>
                </c:pt>
                <c:pt idx="1874">
                  <c:v>4.6493</c:v>
                </c:pt>
                <c:pt idx="1875">
                  <c:v>4.5675</c:v>
                </c:pt>
                <c:pt idx="1876">
                  <c:v>4.4966</c:v>
                </c:pt>
                <c:pt idx="1877">
                  <c:v>4.622</c:v>
                </c:pt>
                <c:pt idx="1878">
                  <c:v>4.6449</c:v>
                </c:pt>
                <c:pt idx="1879">
                  <c:v>4.6359</c:v>
                </c:pt>
                <c:pt idx="1880">
                  <c:v>4.4453</c:v>
                </c:pt>
                <c:pt idx="1881">
                  <c:v>4.5284</c:v>
                </c:pt>
                <c:pt idx="1882">
                  <c:v>4.4365</c:v>
                </c:pt>
                <c:pt idx="1883">
                  <c:v>4.4403</c:v>
                </c:pt>
                <c:pt idx="1884">
                  <c:v>4.4218</c:v>
                </c:pt>
                <c:pt idx="1885">
                  <c:v>4.3936</c:v>
                </c:pt>
                <c:pt idx="1886">
                  <c:v>4.412</c:v>
                </c:pt>
                <c:pt idx="1888">
                  <c:v>4.4714</c:v>
                </c:pt>
                <c:pt idx="1889">
                  <c:v>4.3914</c:v>
                </c:pt>
                <c:pt idx="1890">
                  <c:v>4.3245</c:v>
                </c:pt>
                <c:pt idx="1891">
                  <c:v>4.2648</c:v>
                </c:pt>
                <c:pt idx="1892">
                  <c:v>4.3331</c:v>
                </c:pt>
                <c:pt idx="1893">
                  <c:v>4.2003</c:v>
                </c:pt>
                <c:pt idx="1894">
                  <c:v>4.2587</c:v>
                </c:pt>
                <c:pt idx="1895">
                  <c:v>4.1754</c:v>
                </c:pt>
                <c:pt idx="1896">
                  <c:v>4.1087</c:v>
                </c:pt>
                <c:pt idx="1897">
                  <c:v>4.1561</c:v>
                </c:pt>
                <c:pt idx="1898">
                  <c:v>4.2304</c:v>
                </c:pt>
                <c:pt idx="1899">
                  <c:v>4.2361</c:v>
                </c:pt>
                <c:pt idx="1900">
                  <c:v>4.2063</c:v>
                </c:pt>
                <c:pt idx="1901">
                  <c:v>4.0249</c:v>
                </c:pt>
                <c:pt idx="1902">
                  <c:v>3.9217</c:v>
                </c:pt>
                <c:pt idx="1903">
                  <c:v>3.9138</c:v>
                </c:pt>
                <c:pt idx="1904">
                  <c:v>3.9389</c:v>
                </c:pt>
                <c:pt idx="1905">
                  <c:v>3.9322</c:v>
                </c:pt>
                <c:pt idx="1906">
                  <c:v>3.8483</c:v>
                </c:pt>
                <c:pt idx="1907">
                  <c:v>3.8872</c:v>
                </c:pt>
                <c:pt idx="1908">
                  <c:v>3.8968</c:v>
                </c:pt>
                <c:pt idx="1911">
                  <c:v>3.9004</c:v>
                </c:pt>
                <c:pt idx="1912">
                  <c:v>3.7972</c:v>
                </c:pt>
                <c:pt idx="1913">
                  <c:v>3.8461</c:v>
                </c:pt>
                <c:pt idx="1914">
                  <c:v>3.8809</c:v>
                </c:pt>
                <c:pt idx="1917">
                  <c:v>3.936</c:v>
                </c:pt>
                <c:pt idx="1918">
                  <c:v>3.9199</c:v>
                </c:pt>
                <c:pt idx="1919">
                  <c:v>3.9988</c:v>
                </c:pt>
                <c:pt idx="1920">
                  <c:v>4.0457</c:v>
                </c:pt>
                <c:pt idx="1922">
                  <c:v>4.0314</c:v>
                </c:pt>
                <c:pt idx="1923">
                  <c:v>4.0152</c:v>
                </c:pt>
                <c:pt idx="1924">
                  <c:v>4.034</c:v>
                </c:pt>
                <c:pt idx="1925">
                  <c:v>3.9715</c:v>
                </c:pt>
                <c:pt idx="1926">
                  <c:v>3.9437</c:v>
                </c:pt>
                <c:pt idx="1929">
                  <c:v>4.0667</c:v>
                </c:pt>
                <c:pt idx="1930">
                  <c:v>4.1086</c:v>
                </c:pt>
                <c:pt idx="1931">
                  <c:v>4.1459</c:v>
                </c:pt>
                <c:pt idx="1932">
                  <c:v>4.1312</c:v>
                </c:pt>
                <c:pt idx="1933">
                  <c:v>4.1062</c:v>
                </c:pt>
                <c:pt idx="1934">
                  <c:v>4.1378</c:v>
                </c:pt>
                <c:pt idx="1935">
                  <c:v>4.181</c:v>
                </c:pt>
                <c:pt idx="1936">
                  <c:v>4.1213</c:v>
                </c:pt>
                <c:pt idx="1937">
                  <c:v>4.1431</c:v>
                </c:pt>
                <c:pt idx="1938">
                  <c:v>4.0787</c:v>
                </c:pt>
                <c:pt idx="1939">
                  <c:v>4.0338</c:v>
                </c:pt>
                <c:pt idx="1940">
                  <c:v>3.919</c:v>
                </c:pt>
                <c:pt idx="1941">
                  <c:v>3.8784</c:v>
                </c:pt>
                <c:pt idx="1942">
                  <c:v>4.0227</c:v>
                </c:pt>
                <c:pt idx="1943">
                  <c:v>4.1617</c:v>
                </c:pt>
                <c:pt idx="1944">
                  <c:v>4.1029</c:v>
                </c:pt>
                <c:pt idx="1945">
                  <c:v>4.123</c:v>
                </c:pt>
                <c:pt idx="1946">
                  <c:v>4.1568</c:v>
                </c:pt>
                <c:pt idx="1947">
                  <c:v>4.1675</c:v>
                </c:pt>
                <c:pt idx="1948">
                  <c:v>4.186</c:v>
                </c:pt>
                <c:pt idx="1949">
                  <c:v>4.3172</c:v>
                </c:pt>
                <c:pt idx="1950">
                  <c:v>4.2525</c:v>
                </c:pt>
                <c:pt idx="1951">
                  <c:v>4.2271</c:v>
                </c:pt>
                <c:pt idx="1952">
                  <c:v>4.2841</c:v>
                </c:pt>
                <c:pt idx="1954">
                  <c:v>4.2802</c:v>
                </c:pt>
                <c:pt idx="1955">
                  <c:v>4.3206</c:v>
                </c:pt>
                <c:pt idx="1956">
                  <c:v>4.3256</c:v>
                </c:pt>
                <c:pt idx="1957">
                  <c:v>4.251</c:v>
                </c:pt>
                <c:pt idx="1958">
                  <c:v>4.2825</c:v>
                </c:pt>
                <c:pt idx="1959">
                  <c:v>4.3062</c:v>
                </c:pt>
                <c:pt idx="1960">
                  <c:v>4.269</c:v>
                </c:pt>
                <c:pt idx="1961">
                  <c:v>4.259</c:v>
                </c:pt>
                <c:pt idx="1962">
                  <c:v>4.198</c:v>
                </c:pt>
                <c:pt idx="1963">
                  <c:v>4.219</c:v>
                </c:pt>
                <c:pt idx="1964">
                  <c:v>4.154</c:v>
                </c:pt>
                <c:pt idx="1965">
                  <c:v>4.108</c:v>
                </c:pt>
                <c:pt idx="1966">
                  <c:v>4.081</c:v>
                </c:pt>
                <c:pt idx="1967">
                  <c:v>4.08</c:v>
                </c:pt>
                <c:pt idx="1968">
                  <c:v>4.102</c:v>
                </c:pt>
                <c:pt idx="1969">
                  <c:v>4.162</c:v>
                </c:pt>
                <c:pt idx="1970">
                  <c:v>4.194</c:v>
                </c:pt>
                <c:pt idx="1971">
                  <c:v>4.3</c:v>
                </c:pt>
                <c:pt idx="1972">
                  <c:v>4.318</c:v>
                </c:pt>
                <c:pt idx="1973">
                  <c:v>4.334</c:v>
                </c:pt>
                <c:pt idx="1974">
                  <c:v>4.298</c:v>
                </c:pt>
                <c:pt idx="1975">
                  <c:v>4.276</c:v>
                </c:pt>
                <c:pt idx="1976">
                  <c:v>4.264</c:v>
                </c:pt>
                <c:pt idx="1977">
                  <c:v>4.202</c:v>
                </c:pt>
                <c:pt idx="1978">
                  <c:v>4.246</c:v>
                </c:pt>
                <c:pt idx="1979">
                  <c:v>4.238</c:v>
                </c:pt>
                <c:pt idx="1980">
                  <c:v>4.194</c:v>
                </c:pt>
                <c:pt idx="1981">
                  <c:v>4.205</c:v>
                </c:pt>
                <c:pt idx="1982">
                  <c:v>4.205</c:v>
                </c:pt>
                <c:pt idx="1983">
                  <c:v>4.32</c:v>
                </c:pt>
                <c:pt idx="1984">
                  <c:v>4.361</c:v>
                </c:pt>
                <c:pt idx="1985">
                  <c:v>4.355</c:v>
                </c:pt>
                <c:pt idx="1986">
                  <c:v>4.317</c:v>
                </c:pt>
                <c:pt idx="1987">
                  <c:v>4.406</c:v>
                </c:pt>
                <c:pt idx="1988">
                  <c:v>4.43</c:v>
                </c:pt>
                <c:pt idx="1989">
                  <c:v>4.369</c:v>
                </c:pt>
                <c:pt idx="1990">
                  <c:v>4.551</c:v>
                </c:pt>
                <c:pt idx="1991">
                  <c:v>4.595</c:v>
                </c:pt>
                <c:pt idx="1992">
                  <c:v>4.532</c:v>
                </c:pt>
                <c:pt idx="1993">
                  <c:v>4.608</c:v>
                </c:pt>
                <c:pt idx="1994">
                  <c:v>4.673</c:v>
                </c:pt>
                <c:pt idx="1995">
                  <c:v>4.593</c:v>
                </c:pt>
                <c:pt idx="1996">
                  <c:v>4.631</c:v>
                </c:pt>
                <c:pt idx="1997">
                  <c:v>4.626</c:v>
                </c:pt>
                <c:pt idx="1998">
                  <c:v>4.614</c:v>
                </c:pt>
                <c:pt idx="1999">
                  <c:v>4.606</c:v>
                </c:pt>
                <c:pt idx="2000">
                  <c:v>4.646</c:v>
                </c:pt>
                <c:pt idx="2001">
                  <c:v>4.708</c:v>
                </c:pt>
                <c:pt idx="2002">
                  <c:v>4.669</c:v>
                </c:pt>
                <c:pt idx="2003">
                  <c:v>4.618</c:v>
                </c:pt>
                <c:pt idx="2004">
                  <c:v>4.687</c:v>
                </c:pt>
                <c:pt idx="2005">
                  <c:v>4.639</c:v>
                </c:pt>
                <c:pt idx="2006">
                  <c:v>4.584</c:v>
                </c:pt>
                <c:pt idx="2007">
                  <c:v>4.518</c:v>
                </c:pt>
                <c:pt idx="2008">
                  <c:v>4.49</c:v>
                </c:pt>
                <c:pt idx="2009">
                  <c:v>4.462</c:v>
                </c:pt>
                <c:pt idx="2010">
                  <c:v>4.501</c:v>
                </c:pt>
                <c:pt idx="2011">
                  <c:v>4.46</c:v>
                </c:pt>
                <c:pt idx="2012">
                  <c:v>4.502</c:v>
                </c:pt>
                <c:pt idx="2013">
                  <c:v>4.493</c:v>
                </c:pt>
                <c:pt idx="2014">
                  <c:v>4.442</c:v>
                </c:pt>
                <c:pt idx="2015">
                  <c:v>4.344</c:v>
                </c:pt>
                <c:pt idx="2016">
                  <c:v>4.381</c:v>
                </c:pt>
                <c:pt idx="2017">
                  <c:v>4.426</c:v>
                </c:pt>
                <c:pt idx="2018">
                  <c:v>4.45</c:v>
                </c:pt>
                <c:pt idx="2019">
                  <c:v>4.421</c:v>
                </c:pt>
                <c:pt idx="2020">
                  <c:v>4.428</c:v>
                </c:pt>
                <c:pt idx="2021">
                  <c:v>4.48</c:v>
                </c:pt>
                <c:pt idx="2022">
                  <c:v>4.47</c:v>
                </c:pt>
                <c:pt idx="2023">
                  <c:v>4.557</c:v>
                </c:pt>
                <c:pt idx="2024">
                  <c:v>4.557</c:v>
                </c:pt>
                <c:pt idx="2025">
                  <c:v>4.619</c:v>
                </c:pt>
                <c:pt idx="2026">
                  <c:v>4.556</c:v>
                </c:pt>
                <c:pt idx="2027">
                  <c:v>4.502</c:v>
                </c:pt>
                <c:pt idx="2028">
                  <c:v>4.395</c:v>
                </c:pt>
                <c:pt idx="2029">
                  <c:v>4.331</c:v>
                </c:pt>
                <c:pt idx="2030">
                  <c:v>4.28</c:v>
                </c:pt>
                <c:pt idx="2031">
                  <c:v>4.292</c:v>
                </c:pt>
                <c:pt idx="2032">
                  <c:v>4.439</c:v>
                </c:pt>
                <c:pt idx="2033">
                  <c:v>4.466</c:v>
                </c:pt>
                <c:pt idx="2034">
                  <c:v>4.405</c:v>
                </c:pt>
                <c:pt idx="2035">
                  <c:v>4.323</c:v>
                </c:pt>
                <c:pt idx="2036">
                  <c:v>4.249</c:v>
                </c:pt>
                <c:pt idx="2037">
                  <c:v>4.228</c:v>
                </c:pt>
                <c:pt idx="2038">
                  <c:v>4.286</c:v>
                </c:pt>
                <c:pt idx="2039">
                  <c:v>4.227</c:v>
                </c:pt>
                <c:pt idx="2041">
                  <c:v>4.264</c:v>
                </c:pt>
                <c:pt idx="2042">
                  <c:v>4.257</c:v>
                </c:pt>
                <c:pt idx="2043">
                  <c:v>4.237</c:v>
                </c:pt>
                <c:pt idx="2044">
                  <c:v>4.252</c:v>
                </c:pt>
                <c:pt idx="2045">
                  <c:v>4.334</c:v>
                </c:pt>
                <c:pt idx="2046">
                  <c:v>4.291</c:v>
                </c:pt>
                <c:pt idx="2047">
                  <c:v>4.402</c:v>
                </c:pt>
                <c:pt idx="2048">
                  <c:v>4.467</c:v>
                </c:pt>
                <c:pt idx="2049">
                  <c:v>4.437</c:v>
                </c:pt>
                <c:pt idx="2050">
                  <c:v>4.364</c:v>
                </c:pt>
                <c:pt idx="2051">
                  <c:v>4.364</c:v>
                </c:pt>
                <c:pt idx="2052">
                  <c:v>4.286</c:v>
                </c:pt>
                <c:pt idx="2053">
                  <c:v>4.284</c:v>
                </c:pt>
                <c:pt idx="2054">
                  <c:v>4.301</c:v>
                </c:pt>
                <c:pt idx="2055">
                  <c:v>4.29</c:v>
                </c:pt>
                <c:pt idx="2056">
                  <c:v>4.217</c:v>
                </c:pt>
                <c:pt idx="2057">
                  <c:v>4.187</c:v>
                </c:pt>
                <c:pt idx="2058">
                  <c:v>4.237</c:v>
                </c:pt>
                <c:pt idx="2059">
                  <c:v>4.163</c:v>
                </c:pt>
                <c:pt idx="2060">
                  <c:v>4.161</c:v>
                </c:pt>
                <c:pt idx="2061">
                  <c:v>4.205</c:v>
                </c:pt>
                <c:pt idx="2062">
                  <c:v>4.242</c:v>
                </c:pt>
                <c:pt idx="2063">
                  <c:v>4.256</c:v>
                </c:pt>
                <c:pt idx="2064">
                  <c:v>4.255</c:v>
                </c:pt>
                <c:pt idx="2065">
                  <c:v>4.293</c:v>
                </c:pt>
                <c:pt idx="2066">
                  <c:v>4.247</c:v>
                </c:pt>
                <c:pt idx="2067">
                  <c:v>4.2</c:v>
                </c:pt>
                <c:pt idx="2068">
                  <c:v>4.179</c:v>
                </c:pt>
                <c:pt idx="2069">
                  <c:v>4.139</c:v>
                </c:pt>
                <c:pt idx="2070">
                  <c:v>4.035</c:v>
                </c:pt>
                <c:pt idx="2071">
                  <c:v>3.982</c:v>
                </c:pt>
                <c:pt idx="2072">
                  <c:v>3.793</c:v>
                </c:pt>
                <c:pt idx="2073">
                  <c:v>3.798</c:v>
                </c:pt>
                <c:pt idx="2074">
                  <c:v>3.897</c:v>
                </c:pt>
                <c:pt idx="2075">
                  <c:v>3.954</c:v>
                </c:pt>
                <c:pt idx="2076">
                  <c:v>3.997</c:v>
                </c:pt>
                <c:pt idx="2077">
                  <c:v>3.946</c:v>
                </c:pt>
                <c:pt idx="2078">
                  <c:v>3.908</c:v>
                </c:pt>
                <c:pt idx="2079">
                  <c:v>3.846</c:v>
                </c:pt>
                <c:pt idx="2080">
                  <c:v>3.84</c:v>
                </c:pt>
                <c:pt idx="2081">
                  <c:v>3.915</c:v>
                </c:pt>
                <c:pt idx="2082">
                  <c:v>3.885</c:v>
                </c:pt>
                <c:pt idx="2083">
                  <c:v>3.876</c:v>
                </c:pt>
                <c:pt idx="2084">
                  <c:v>3.81</c:v>
                </c:pt>
                <c:pt idx="2085">
                  <c:v>3.805</c:v>
                </c:pt>
                <c:pt idx="2086">
                  <c:v>3.857</c:v>
                </c:pt>
                <c:pt idx="2087">
                  <c:v>3.804</c:v>
                </c:pt>
                <c:pt idx="2088">
                  <c:v>3.818</c:v>
                </c:pt>
                <c:pt idx="2089">
                  <c:v>3.831</c:v>
                </c:pt>
                <c:pt idx="2090">
                  <c:v>3.84</c:v>
                </c:pt>
                <c:pt idx="2091">
                  <c:v>3.865</c:v>
                </c:pt>
                <c:pt idx="2092">
                  <c:v>3.908</c:v>
                </c:pt>
                <c:pt idx="2093">
                  <c:v>3.836</c:v>
                </c:pt>
                <c:pt idx="2094">
                  <c:v>3.759</c:v>
                </c:pt>
                <c:pt idx="2095">
                  <c:v>3.733</c:v>
                </c:pt>
                <c:pt idx="2096">
                  <c:v>3.713</c:v>
                </c:pt>
                <c:pt idx="2097">
                  <c:v>3.704</c:v>
                </c:pt>
                <c:pt idx="2098">
                  <c:v>3.65</c:v>
                </c:pt>
                <c:pt idx="2099">
                  <c:v>3.658</c:v>
                </c:pt>
                <c:pt idx="2100">
                  <c:v>3.678</c:v>
                </c:pt>
                <c:pt idx="2101">
                  <c:v>3.657</c:v>
                </c:pt>
                <c:pt idx="2102">
                  <c:v>3.623</c:v>
                </c:pt>
                <c:pt idx="2103">
                  <c:v>3.659</c:v>
                </c:pt>
                <c:pt idx="2104">
                  <c:v>3.705</c:v>
                </c:pt>
                <c:pt idx="2105">
                  <c:v>3.715</c:v>
                </c:pt>
                <c:pt idx="2106">
                  <c:v>3.744</c:v>
                </c:pt>
                <c:pt idx="2107">
                  <c:v>3.751</c:v>
                </c:pt>
                <c:pt idx="2108">
                  <c:v>3.733</c:v>
                </c:pt>
                <c:pt idx="2109">
                  <c:v>3.788</c:v>
                </c:pt>
                <c:pt idx="2110">
                  <c:v>3.8</c:v>
                </c:pt>
                <c:pt idx="2111">
                  <c:v>3.754</c:v>
                </c:pt>
                <c:pt idx="2112">
                  <c:v>3.787</c:v>
                </c:pt>
                <c:pt idx="2113">
                  <c:v>3.737</c:v>
                </c:pt>
                <c:pt idx="2114">
                  <c:v>3.788</c:v>
                </c:pt>
                <c:pt idx="2115">
                  <c:v>3.852</c:v>
                </c:pt>
                <c:pt idx="2116">
                  <c:v>3.962</c:v>
                </c:pt>
                <c:pt idx="2117">
                  <c:v>4.033</c:v>
                </c:pt>
                <c:pt idx="2118">
                  <c:v>4.017</c:v>
                </c:pt>
                <c:pt idx="2119">
                  <c:v>4.069</c:v>
                </c:pt>
                <c:pt idx="2120">
                  <c:v>4.065</c:v>
                </c:pt>
                <c:pt idx="2121">
                  <c:v>4.105</c:v>
                </c:pt>
                <c:pt idx="2122">
                  <c:v>4.105</c:v>
                </c:pt>
                <c:pt idx="2123">
                  <c:v>4.037</c:v>
                </c:pt>
                <c:pt idx="2124">
                  <c:v>4.018</c:v>
                </c:pt>
                <c:pt idx="2125">
                  <c:v>4.096</c:v>
                </c:pt>
                <c:pt idx="2126">
                  <c:v>4.082</c:v>
                </c:pt>
                <c:pt idx="2127">
                  <c:v>4.206</c:v>
                </c:pt>
                <c:pt idx="2128">
                  <c:v>4.214</c:v>
                </c:pt>
                <c:pt idx="2129">
                  <c:v>4.243</c:v>
                </c:pt>
                <c:pt idx="2130">
                  <c:v>4.217</c:v>
                </c:pt>
                <c:pt idx="2131">
                  <c:v>4.246</c:v>
                </c:pt>
                <c:pt idx="2132">
                  <c:v>4.286</c:v>
                </c:pt>
                <c:pt idx="2133">
                  <c:v>4.259</c:v>
                </c:pt>
                <c:pt idx="2134">
                  <c:v>4.303</c:v>
                </c:pt>
                <c:pt idx="2135">
                  <c:v>4.29</c:v>
                </c:pt>
                <c:pt idx="2136">
                  <c:v>4.397</c:v>
                </c:pt>
                <c:pt idx="2137">
                  <c:v>4.289</c:v>
                </c:pt>
                <c:pt idx="2138">
                  <c:v>4.286</c:v>
                </c:pt>
                <c:pt idx="2139">
                  <c:v>4.435</c:v>
                </c:pt>
                <c:pt idx="2140">
                  <c:v>4.342</c:v>
                </c:pt>
                <c:pt idx="2141">
                  <c:v>4.31</c:v>
                </c:pt>
                <c:pt idx="2142">
                  <c:v>4.31</c:v>
                </c:pt>
                <c:pt idx="2143">
                  <c:v>4.44</c:v>
                </c:pt>
                <c:pt idx="2144">
                  <c:v>4.468</c:v>
                </c:pt>
                <c:pt idx="2145">
                  <c:v>4.443</c:v>
                </c:pt>
                <c:pt idx="2146">
                  <c:v>4.444</c:v>
                </c:pt>
                <c:pt idx="2147">
                  <c:v>4.421</c:v>
                </c:pt>
                <c:pt idx="2148">
                  <c:v>4.402</c:v>
                </c:pt>
                <c:pt idx="2149">
                  <c:v>4.409</c:v>
                </c:pt>
                <c:pt idx="2150">
                  <c:v>4.425</c:v>
                </c:pt>
                <c:pt idx="2151">
                  <c:v>4.411</c:v>
                </c:pt>
                <c:pt idx="2152">
                  <c:v>4.279</c:v>
                </c:pt>
                <c:pt idx="2153">
                  <c:v>4.31</c:v>
                </c:pt>
                <c:pt idx="2154">
                  <c:v>4.264</c:v>
                </c:pt>
                <c:pt idx="2155">
                  <c:v>4.264</c:v>
                </c:pt>
                <c:pt idx="2156">
                  <c:v>4.175</c:v>
                </c:pt>
                <c:pt idx="2157">
                  <c:v>4.198</c:v>
                </c:pt>
                <c:pt idx="2158">
                  <c:v>4.228</c:v>
                </c:pt>
                <c:pt idx="2159">
                  <c:v>4.181</c:v>
                </c:pt>
                <c:pt idx="2160">
                  <c:v>4.175</c:v>
                </c:pt>
                <c:pt idx="2161">
                  <c:v>4.17</c:v>
                </c:pt>
                <c:pt idx="2162">
                  <c:v>4.203</c:v>
                </c:pt>
                <c:pt idx="2163">
                  <c:v>4.225</c:v>
                </c:pt>
                <c:pt idx="2164">
                  <c:v>4.275</c:v>
                </c:pt>
                <c:pt idx="2165">
                  <c:v>4.334</c:v>
                </c:pt>
                <c:pt idx="2166">
                  <c:v>4.396</c:v>
                </c:pt>
                <c:pt idx="2167">
                  <c:v>4.405</c:v>
                </c:pt>
                <c:pt idx="2168">
                  <c:v>4.405</c:v>
                </c:pt>
                <c:pt idx="2169">
                  <c:v>4.519</c:v>
                </c:pt>
                <c:pt idx="2170">
                  <c:v>4.575</c:v>
                </c:pt>
                <c:pt idx="2171">
                  <c:v>4.519</c:v>
                </c:pt>
                <c:pt idx="2172">
                  <c:v>4.593</c:v>
                </c:pt>
                <c:pt idx="2173">
                  <c:v>4.589</c:v>
                </c:pt>
                <c:pt idx="2174">
                  <c:v>4.589</c:v>
                </c:pt>
                <c:pt idx="2175">
                  <c:v>4.582</c:v>
                </c:pt>
                <c:pt idx="2176">
                  <c:v>4.63</c:v>
                </c:pt>
                <c:pt idx="2177">
                  <c:v>4.543</c:v>
                </c:pt>
                <c:pt idx="2178">
                  <c:v>4.576</c:v>
                </c:pt>
                <c:pt idx="2179">
                  <c:v>4.568</c:v>
                </c:pt>
                <c:pt idx="2180">
                  <c:v>4.602</c:v>
                </c:pt>
                <c:pt idx="2181">
                  <c:v>4.636</c:v>
                </c:pt>
                <c:pt idx="2182">
                  <c:v>4.687</c:v>
                </c:pt>
                <c:pt idx="2183">
                  <c:v>4.706</c:v>
                </c:pt>
                <c:pt idx="2184">
                  <c:v>4.688</c:v>
                </c:pt>
                <c:pt idx="2185">
                  <c:v>4.769</c:v>
                </c:pt>
                <c:pt idx="2186">
                  <c:v>4.787</c:v>
                </c:pt>
                <c:pt idx="2187">
                  <c:v>4.793</c:v>
                </c:pt>
                <c:pt idx="2188">
                  <c:v>4.657</c:v>
                </c:pt>
                <c:pt idx="2189">
                  <c:v>4.617</c:v>
                </c:pt>
                <c:pt idx="2190">
                  <c:v>4.63</c:v>
                </c:pt>
                <c:pt idx="2191">
                  <c:v>4.63</c:v>
                </c:pt>
                <c:pt idx="2192">
                  <c:v>4.582</c:v>
                </c:pt>
                <c:pt idx="2193">
                  <c:v>4.616</c:v>
                </c:pt>
                <c:pt idx="2194">
                  <c:v>4.646</c:v>
                </c:pt>
                <c:pt idx="2195">
                  <c:v>4.634</c:v>
                </c:pt>
                <c:pt idx="2196">
                  <c:v>4.541</c:v>
                </c:pt>
                <c:pt idx="2197">
                  <c:v>4.538</c:v>
                </c:pt>
                <c:pt idx="2198">
                  <c:v>4.544</c:v>
                </c:pt>
                <c:pt idx="2199">
                  <c:v>4.519</c:v>
                </c:pt>
                <c:pt idx="2200">
                  <c:v>4.541</c:v>
                </c:pt>
                <c:pt idx="2201">
                  <c:v>4.564</c:v>
                </c:pt>
                <c:pt idx="2202">
                  <c:v>4.51</c:v>
                </c:pt>
                <c:pt idx="2203">
                  <c:v>4.432</c:v>
                </c:pt>
                <c:pt idx="2204">
                  <c:v>4.445</c:v>
                </c:pt>
                <c:pt idx="2205">
                  <c:v>4.496</c:v>
                </c:pt>
                <c:pt idx="2206">
                  <c:v>4.341</c:v>
                </c:pt>
                <c:pt idx="2207">
                  <c:v>4.37</c:v>
                </c:pt>
                <c:pt idx="2208">
                  <c:v>4.472</c:v>
                </c:pt>
                <c:pt idx="2209">
                  <c:v>4.398</c:v>
                </c:pt>
                <c:pt idx="2210">
                  <c:v>4.334</c:v>
                </c:pt>
                <c:pt idx="2211">
                  <c:v>4.334</c:v>
                </c:pt>
                <c:pt idx="2212">
                  <c:v>4.409</c:v>
                </c:pt>
                <c:pt idx="2213">
                  <c:v>4.375</c:v>
                </c:pt>
                <c:pt idx="2214">
                  <c:v>4.352</c:v>
                </c:pt>
                <c:pt idx="2215">
                  <c:v>4.275</c:v>
                </c:pt>
                <c:pt idx="2216">
                  <c:v>4.41</c:v>
                </c:pt>
                <c:pt idx="2217">
                  <c:v>4.301</c:v>
                </c:pt>
                <c:pt idx="2218">
                  <c:v>4.263</c:v>
                </c:pt>
                <c:pt idx="2219">
                  <c:v>4.269</c:v>
                </c:pt>
                <c:pt idx="2220">
                  <c:v>4.22</c:v>
                </c:pt>
                <c:pt idx="2221">
                  <c:v>4.159</c:v>
                </c:pt>
                <c:pt idx="2222">
                  <c:v>4.248</c:v>
                </c:pt>
                <c:pt idx="2223">
                  <c:v>4.281</c:v>
                </c:pt>
                <c:pt idx="2224">
                  <c:v>4.276</c:v>
                </c:pt>
                <c:pt idx="2225">
                  <c:v>4.301</c:v>
                </c:pt>
                <c:pt idx="2226">
                  <c:v>4.216</c:v>
                </c:pt>
                <c:pt idx="2227">
                  <c:v>4.285</c:v>
                </c:pt>
                <c:pt idx="2228">
                  <c:v>4.315</c:v>
                </c:pt>
                <c:pt idx="2229">
                  <c:v>4.273</c:v>
                </c:pt>
                <c:pt idx="2230">
                  <c:v>4.317</c:v>
                </c:pt>
                <c:pt idx="2231">
                  <c:v>4.306</c:v>
                </c:pt>
                <c:pt idx="2232">
                  <c:v>4.29</c:v>
                </c:pt>
                <c:pt idx="2233">
                  <c:v>4.237</c:v>
                </c:pt>
                <c:pt idx="2234">
                  <c:v>4.235</c:v>
                </c:pt>
                <c:pt idx="2235">
                  <c:v>4.258</c:v>
                </c:pt>
                <c:pt idx="2236">
                  <c:v>4.346</c:v>
                </c:pt>
                <c:pt idx="2237">
                  <c:v>4.32</c:v>
                </c:pt>
                <c:pt idx="2238">
                  <c:v>4.357</c:v>
                </c:pt>
                <c:pt idx="2239">
                  <c:v>4.366</c:v>
                </c:pt>
                <c:pt idx="2240">
                  <c:v>4.239</c:v>
                </c:pt>
                <c:pt idx="2241">
                  <c:v>4.21</c:v>
                </c:pt>
                <c:pt idx="2242">
                  <c:v>4.177</c:v>
                </c:pt>
                <c:pt idx="2243">
                  <c:v>4.127</c:v>
                </c:pt>
                <c:pt idx="2244">
                  <c:v>4.033</c:v>
                </c:pt>
                <c:pt idx="2245">
                  <c:v>4.009</c:v>
                </c:pt>
                <c:pt idx="2246">
                  <c:v>4.177</c:v>
                </c:pt>
                <c:pt idx="2247">
                  <c:v>4.304</c:v>
                </c:pt>
                <c:pt idx="2248">
                  <c:v>4.356</c:v>
                </c:pt>
                <c:pt idx="2249">
                  <c:v>4.436</c:v>
                </c:pt>
                <c:pt idx="2250">
                  <c:v>4.494</c:v>
                </c:pt>
                <c:pt idx="2251">
                  <c:v>4.378</c:v>
                </c:pt>
                <c:pt idx="2252">
                  <c:v>4.339</c:v>
                </c:pt>
                <c:pt idx="2253">
                  <c:v>4.282</c:v>
                </c:pt>
                <c:pt idx="2254">
                  <c:v>4.33</c:v>
                </c:pt>
                <c:pt idx="2255">
                  <c:v>4.33</c:v>
                </c:pt>
                <c:pt idx="2256">
                  <c:v>4.414</c:v>
                </c:pt>
                <c:pt idx="2257">
                  <c:v>4.4</c:v>
                </c:pt>
                <c:pt idx="2258">
                  <c:v>4.393</c:v>
                </c:pt>
                <c:pt idx="2259">
                  <c:v>4.325</c:v>
                </c:pt>
                <c:pt idx="2260">
                  <c:v>4.24</c:v>
                </c:pt>
                <c:pt idx="2261">
                  <c:v>4.211</c:v>
                </c:pt>
                <c:pt idx="2262">
                  <c:v>4.181</c:v>
                </c:pt>
                <c:pt idx="2263">
                  <c:v>4.164</c:v>
                </c:pt>
                <c:pt idx="2264">
                  <c:v>4.221</c:v>
                </c:pt>
                <c:pt idx="2265">
                  <c:v>4.314</c:v>
                </c:pt>
                <c:pt idx="2266">
                  <c:v>4.349</c:v>
                </c:pt>
                <c:pt idx="2267">
                  <c:v>4.302</c:v>
                </c:pt>
                <c:pt idx="2268">
                  <c:v>4.274</c:v>
                </c:pt>
                <c:pt idx="2269">
                  <c:v>4.381</c:v>
                </c:pt>
                <c:pt idx="2270">
                  <c:v>4.389</c:v>
                </c:pt>
                <c:pt idx="2271">
                  <c:v>4.474</c:v>
                </c:pt>
                <c:pt idx="2272">
                  <c:v>4.473</c:v>
                </c:pt>
                <c:pt idx="2273">
                  <c:v>4.538</c:v>
                </c:pt>
                <c:pt idx="2274">
                  <c:v>4.435</c:v>
                </c:pt>
                <c:pt idx="2275">
                  <c:v>4.484</c:v>
                </c:pt>
                <c:pt idx="2276">
                  <c:v>4.454</c:v>
                </c:pt>
                <c:pt idx="2277">
                  <c:v>4.491</c:v>
                </c:pt>
                <c:pt idx="2278">
                  <c:v>4.605</c:v>
                </c:pt>
                <c:pt idx="2279">
                  <c:v>4.54</c:v>
                </c:pt>
                <c:pt idx="2280">
                  <c:v>4.518</c:v>
                </c:pt>
                <c:pt idx="2281">
                  <c:v>4.518</c:v>
                </c:pt>
                <c:pt idx="2282">
                  <c:v>4.449</c:v>
                </c:pt>
                <c:pt idx="2283">
                  <c:v>4.483</c:v>
                </c:pt>
                <c:pt idx="2284">
                  <c:v>4.424</c:v>
                </c:pt>
                <c:pt idx="2285">
                  <c:v>4.408</c:v>
                </c:pt>
                <c:pt idx="2286">
                  <c:v>4.45</c:v>
                </c:pt>
                <c:pt idx="2287">
                  <c:v>4.47</c:v>
                </c:pt>
                <c:pt idx="2288">
                  <c:v>4.359</c:v>
                </c:pt>
                <c:pt idx="2289">
                  <c:v>4.391</c:v>
                </c:pt>
                <c:pt idx="2290">
                  <c:v>4.512</c:v>
                </c:pt>
                <c:pt idx="2291">
                  <c:v>4.478</c:v>
                </c:pt>
                <c:pt idx="2292">
                  <c:v>4.48</c:v>
                </c:pt>
                <c:pt idx="2293">
                  <c:v>4.427</c:v>
                </c:pt>
                <c:pt idx="2294">
                  <c:v>4.368</c:v>
                </c:pt>
                <c:pt idx="2295">
                  <c:v>4.406</c:v>
                </c:pt>
                <c:pt idx="2296">
                  <c:v>4.456</c:v>
                </c:pt>
                <c:pt idx="2297">
                  <c:v>4.388</c:v>
                </c:pt>
                <c:pt idx="2298">
                  <c:v>4.396</c:v>
                </c:pt>
                <c:pt idx="2299">
                  <c:v>4.396</c:v>
                </c:pt>
                <c:pt idx="2300">
                  <c:v>4.383</c:v>
                </c:pt>
                <c:pt idx="2301">
                  <c:v>4.349</c:v>
                </c:pt>
                <c:pt idx="2302">
                  <c:v>4.296</c:v>
                </c:pt>
                <c:pt idx="2303">
                  <c:v>4.292</c:v>
                </c:pt>
                <c:pt idx="2304">
                  <c:v>4.239</c:v>
                </c:pt>
                <c:pt idx="2305">
                  <c:v>4.285</c:v>
                </c:pt>
                <c:pt idx="2306">
                  <c:v>4.228</c:v>
                </c:pt>
                <c:pt idx="2307">
                  <c:v>4.243</c:v>
                </c:pt>
                <c:pt idx="2308">
                  <c:v>4.284</c:v>
                </c:pt>
                <c:pt idx="2309">
                  <c:v>4.351</c:v>
                </c:pt>
                <c:pt idx="2310">
                  <c:v>4.351</c:v>
                </c:pt>
                <c:pt idx="2311">
                  <c:v>4.385</c:v>
                </c:pt>
                <c:pt idx="2312">
                  <c:v>4.41</c:v>
                </c:pt>
                <c:pt idx="2313">
                  <c:v>4.34</c:v>
                </c:pt>
                <c:pt idx="2314">
                  <c:v>4.351</c:v>
                </c:pt>
                <c:pt idx="2315">
                  <c:v>4.412</c:v>
                </c:pt>
                <c:pt idx="2316">
                  <c:v>4.439</c:v>
                </c:pt>
                <c:pt idx="2317">
                  <c:v>4.488</c:v>
                </c:pt>
                <c:pt idx="2318">
                  <c:v>4.463</c:v>
                </c:pt>
                <c:pt idx="2319">
                  <c:v>4.457</c:v>
                </c:pt>
                <c:pt idx="2320">
                  <c:v>4.423</c:v>
                </c:pt>
                <c:pt idx="2321">
                  <c:v>4.384</c:v>
                </c:pt>
                <c:pt idx="2322">
                  <c:v>4.35</c:v>
                </c:pt>
                <c:pt idx="2323">
                  <c:v>4.388</c:v>
                </c:pt>
                <c:pt idx="2324">
                  <c:v>4.402</c:v>
                </c:pt>
                <c:pt idx="2325">
                  <c:v>4.392</c:v>
                </c:pt>
                <c:pt idx="2326">
                  <c:v>4.417</c:v>
                </c:pt>
                <c:pt idx="2327">
                  <c:v>4.326</c:v>
                </c:pt>
                <c:pt idx="2328">
                  <c:v>4.379</c:v>
                </c:pt>
                <c:pt idx="2329">
                  <c:v>4.375</c:v>
                </c:pt>
                <c:pt idx="2330">
                  <c:v>4.225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86331607"/>
        <c:axId val="17386387"/>
      </c:lineChart>
      <c:catAx>
        <c:axId val="86331607"/>
        <c:scaling>
          <c:orientation val="minMax"/>
          <c:max val="3256"/>
          <c:min val="2679"/>
        </c:scaling>
        <c:delete val="0"/>
        <c:axPos val="b"/>
        <c:numFmt formatCode="yy\.mm" sourceLinked="0"/>
        <c:majorTickMark val="in"/>
        <c:minorTickMark val="none"/>
        <c:tickLblPos val="low"/>
        <c:spPr>
          <a:ln w="936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17386387"/>
        <c:crossesAt val="0"/>
        <c:auto val="1"/>
        <c:lblAlgn val="ctr"/>
        <c:lblOffset val="100"/>
        <c:noMultiLvlLbl val="0"/>
        <c:majorUnit val="2"/>
      </c:catAx>
      <c:valAx>
        <c:axId val="17386387"/>
        <c:scaling>
          <c:orientation val="minMax"/>
          <c:max val="6"/>
          <c:min val="3"/>
        </c:scaling>
        <c:delete val="0"/>
        <c:axPos val="l"/>
        <c:majorGridlines>
          <c:spPr>
            <a:ln w="6480">
              <a:solidFill>
                <a:srgbClr val="d9d9d9"/>
              </a:solidFill>
              <a:round/>
            </a:ln>
          </c:spPr>
        </c:majorGridlines>
        <c:numFmt formatCode="#,##0.0\ ;[RED]\(#,##0.0\)" sourceLinked="0"/>
        <c:majorTickMark val="in"/>
        <c:minorTickMark val="none"/>
        <c:tickLblPos val="nextTo"/>
        <c:spPr>
          <a:ln w="648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86331607"/>
        <c:crosses val="min"/>
        <c:crossBetween val="midCat"/>
      </c:valAx>
      <c:catAx>
        <c:axId val="22154118"/>
        <c:scaling>
          <c:orientation val="minMax"/>
        </c:scaling>
        <c:delete val="1"/>
        <c:axPos val="t"/>
        <c:numFmt formatCode="yyyy\-mm\-dd" sourceLinked="0"/>
        <c:majorTickMark val="out"/>
        <c:minorTickMark val="none"/>
        <c:tickLblPos val="nextTo"/>
        <c:spPr>
          <a:ln w="6480">
            <a:solidFill>
              <a:srgbClr val="898989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61331807"/>
        <c:auto val="1"/>
        <c:lblAlgn val="ctr"/>
        <c:lblOffset val="100"/>
        <c:noMultiLvlLbl val="0"/>
      </c:catAx>
      <c:valAx>
        <c:axId val="61331807"/>
        <c:scaling>
          <c:orientation val="minMax"/>
          <c:max val="80"/>
          <c:min val="-60"/>
        </c:scaling>
        <c:delete val="0"/>
        <c:axPos val="r"/>
        <c:numFmt formatCode="General" sourceLinked="0"/>
        <c:majorTickMark val="in"/>
        <c:minorTickMark val="none"/>
        <c:tickLblPos val="nextTo"/>
        <c:spPr>
          <a:ln w="6480">
            <a:solidFill>
              <a:srgbClr val="000000"/>
            </a:solidFill>
            <a:round/>
          </a:ln>
        </c:spPr>
        <c:txPr>
          <a:bodyPr/>
          <a:lstStyle/>
          <a:p>
            <a:pPr>
              <a:defRPr b="0" sz="699" strike="noStrike" u="none">
                <a:solidFill>
                  <a:srgbClr val="000000"/>
                </a:solidFill>
                <a:uFillTx/>
                <a:latin typeface="Pretendard"/>
                <a:ea typeface="Pretendard"/>
              </a:defRPr>
            </a:pPr>
          </a:p>
        </c:txPr>
        <c:crossAx val="22154118"/>
        <c:crosses val="max"/>
        <c:crossBetween val="midCat"/>
        <c:majorUnit val="20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0.000181372993561259"/>
          <c:y val="0.02210884353741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699" strike="noStrike" u="none">
              <a:solidFill>
                <a:srgbClr val="000000"/>
              </a:solidFill>
              <a:uFillTx/>
              <a:latin typeface="Pretendard"/>
              <a:ea typeface="Pretendard"/>
            </a:defRPr>
          </a:pPr>
        </a:p>
      </c:txPr>
    </c:legend>
    <c:plotVisOnly val="0"/>
    <c:dispBlanksAs val="zero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39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6A1B16-C2FF-4DFB-9A7B-0CE0F17641B6}" type="datetime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Img"/>
          </p:nvPr>
        </p:nvSpPr>
        <p:spPr>
          <a:xfrm>
            <a:off x="1200240" y="1143000"/>
            <a:ext cx="4457880" cy="308592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trike="noStrike" u="none">
                <a:solidFill>
                  <a:srgbClr val="ffffff"/>
                </a:solidFill>
                <a:effectLst/>
                <a:uFillTx/>
                <a:latin typeface="맑은 고딕"/>
              </a:rPr>
              <a:t>슬라이드를 이동하려면 클릭하십시오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맑은 고딕"/>
              </a:rPr>
              <a:t>.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ko-KR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lvl="1" marL="457200" indent="0">
              <a:lnSpc>
                <a:spcPct val="100000"/>
              </a:lnSpc>
            </a:pPr>
            <a:r>
              <a:rPr b="0" lang="ko-KR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lvl="2" marL="914400" indent="0">
              <a:lnSpc>
                <a:spcPct val="100000"/>
              </a:lnSpc>
            </a:pPr>
            <a:r>
              <a:rPr b="0" lang="ko-KR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lvl="3" marL="1371600" indent="0">
              <a:lnSpc>
                <a:spcPct val="100000"/>
              </a:lnSpc>
            </a:pPr>
            <a:r>
              <a:rPr b="0" lang="ko-KR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  <a:p>
            <a:pPr lvl="4" marL="1828800" indent="0">
              <a:lnSpc>
                <a:spcPct val="100000"/>
              </a:lnSpc>
            </a:pPr>
            <a:r>
              <a:rPr b="0" lang="ko-KR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40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F3CDCF-A532-476E-B0BC-88E2B04BEFD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200240" y="1143000"/>
            <a:ext cx="445788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0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  <p:sp>
        <p:nvSpPr>
          <p:cNvPr id="142" name="슬라이드 번호 개체 틀 3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D9463E9-5BCD-49C7-BDC5-E8022CDFC9C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맑은 고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Office-테마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1120" y="1825560"/>
            <a:ext cx="854388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744A604-C340-4993-AC9B-3A8DBCD6C19A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779494-8677-4FD2-8F64-2D892D5F204E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1-title-제목-슬라이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38400" y="1122480"/>
            <a:ext cx="7429680" cy="2387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ko-KR" sz="48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48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CF8F8AE-9A10-4AD7-826F-F7C930B68C82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3B81AF-48FD-44E8-9A04-B2DC971F06A5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2-obj-제목-및-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681120" y="1825560"/>
            <a:ext cx="854388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DA68054-5EF7-41A3-B8A1-A49EE148764A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AE4B2E-03AD-4F99-BDBC-2AFB5E9FB686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3-secHead-구역-머리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75720" y="1709640"/>
            <a:ext cx="8543880" cy="28526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48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48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75720" y="4589640"/>
            <a:ext cx="8543880" cy="1500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95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262150A-982E-4BDD-A18E-67A450A5516A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7385D6-8D12-4887-B526-949FBC52D5FA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4-twoObj-콘텐츠-2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81120" y="1825560"/>
            <a:ext cx="42102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5014800" y="1825560"/>
            <a:ext cx="4210200" cy="43513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E7B95A5-1BD8-46D7-B3EC-09E463E27C19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1E81FD-E45F-4817-9B43-7E05059EB514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5-twoTxTwoObj-비교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220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82200" y="1681200"/>
            <a:ext cx="4190760" cy="824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marL="432000" indent="-32400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82200" y="2505240"/>
            <a:ext cx="4190760" cy="3684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14800" y="1681200"/>
            <a:ext cx="4211280" cy="824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spcBef>
                <a:spcPts val="816"/>
              </a:spcBef>
            </a:pPr>
            <a:r>
              <a:rPr b="1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title"/>
          </p:nvPr>
        </p:nvSpPr>
        <p:spPr>
          <a:xfrm>
            <a:off x="5014800" y="2505240"/>
            <a:ext cx="4211280" cy="36846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5059ABD-9615-4BF9-BEFD-CA0CF614D8A5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AD1734-1E02-4719-B718-F608C03AB00B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6-titleOnly-제목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E1A4826-5673-4715-9B17-718488E102CC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A483C2-F110-4562-B968-9F1EDF0AAFA0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7-blank-빈-화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22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A5D6441-549F-4AE9-BB92-A3D9C395A629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3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4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FD4EAB-9E29-4E1B-9E36-6E4B11EA9A1A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8-objTx-캡션-있는-콘텐츠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2200" y="457200"/>
            <a:ext cx="3195000" cy="1600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26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4211280" y="987480"/>
            <a:ext cx="5014800" cy="4873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6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82200" y="2057400"/>
            <a:ext cx="3195000" cy="3811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3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A8F876C1-7B58-4616-A89A-31371FDE1BCA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F9207B-F719-42BC-AE01-751308CC6AFC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9-picTx-캡션-있는-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2200" y="457200"/>
            <a:ext cx="3195000" cy="16002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26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211280" y="987480"/>
            <a:ext cx="5014800" cy="4873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82200" y="2057400"/>
            <a:ext cx="3195000" cy="38116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3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931244-A252-4826-8BFF-E97AB698F6FC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CDEFBD-9618-47D0-BC7A-3309254E9D2D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10-vertTx-제목-및-세로-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81120" y="365040"/>
            <a:ext cx="8543880" cy="13255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81120" y="1825560"/>
            <a:ext cx="8543880" cy="43513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70CD939-7A22-412F-B111-5016CC2ACC65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B5ED35-C7A4-4728-AC23-2E1C9289E2D7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11-vertTitleAndTx-세로-제목-및-텍스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089120" y="365040"/>
            <a:ext cx="2135880" cy="58118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anchorCtr="1" vert="eaVer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ko-KR" sz="35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제목 스타일 편집</a:t>
            </a:r>
            <a:endParaRPr b="0" lang="en-US" sz="35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1120" y="365040"/>
            <a:ext cx="6284160" cy="58118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185760" indent="-185760">
              <a:lnSpc>
                <a:spcPct val="90000"/>
              </a:lnSpc>
              <a:spcBef>
                <a:spcPts val="81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28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마스터 텍스트 스타일 편집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5572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95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둘째 수준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92880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62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셋째 수준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30032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넷째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1671480" indent="-185760">
              <a:lnSpc>
                <a:spcPct val="90000"/>
              </a:lnSpc>
              <a:spcBef>
                <a:spcPts val="40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147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맑은 고딕"/>
              </a:rPr>
              <a:t>다섯째 수준</a:t>
            </a:r>
            <a:endParaRPr b="0" lang="en-US" sz="14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4"/>
          </p:nvPr>
        </p:nvSpPr>
        <p:spPr>
          <a:xfrm>
            <a:off x="68112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6481225-9A70-462D-8865-533E99543DDF}" type="datetime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1/12/26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5"/>
          </p:nvPr>
        </p:nvSpPr>
        <p:spPr>
          <a:xfrm>
            <a:off x="3281400" y="6356520"/>
            <a:ext cx="334332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6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DA2A3A-74F6-4C90-8C45-775AF62E6D11}" type="slidenum">
              <a:rPr b="0" lang="en-US" sz="98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맑은 고딕"/>
              </a:rPr>
              <a:t>&lt;숫자&gt;</a:t>
            </a:fld>
            <a:endParaRPr b="0" lang="en-US" sz="98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12-cust-제목-및-부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Num" idx="37"/>
          </p:nvPr>
        </p:nvSpPr>
        <p:spPr>
          <a:xfrm>
            <a:off x="4797000" y="6505200"/>
            <a:ext cx="303120" cy="256680"/>
          </a:xfrm>
          <a:prstGeom prst="rect">
            <a:avLst/>
          </a:prstGeom>
          <a:noFill/>
          <a:ln w="12600">
            <a:noFill/>
          </a:ln>
        </p:spPr>
        <p:txBody>
          <a:bodyPr lIns="35640" rIns="35640" tIns="35640" bIns="35640" anchor="t" anchorCtr="1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David"/>
                <a:ea typeface="David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584F13B-3C56-4A9F-B69A-14446049B5F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David"/>
                <a:ea typeface="David"/>
              </a:rPr>
              <a:t>&lt;숫자&gt;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b="0" lang="ko-KR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b="0" lang="ko-KR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Master1-Layout13-cust-내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직선 연결선 8"/>
          <p:cNvCxnSpPr/>
          <p:nvPr/>
        </p:nvCxnSpPr>
        <p:spPr>
          <a:xfrm flipV="1">
            <a:off x="490680" y="0"/>
            <a:ext cx="360" cy="734760"/>
          </a:xfrm>
          <a:prstGeom prst="straightConnector1">
            <a:avLst/>
          </a:prstGeom>
          <a:ln w="57240">
            <a:solidFill>
              <a:srgbClr val="000000"/>
            </a:solidFill>
            <a:miter/>
          </a:ln>
        </p:spPr>
      </p:cxnSp>
      <p:sp>
        <p:nvSpPr>
          <p:cNvPr id="68" name="사각형: 둥근 위쪽 모서리 10"/>
          <p:cNvSpPr/>
          <p:nvPr/>
        </p:nvSpPr>
        <p:spPr>
          <a:xfrm>
            <a:off x="407160" y="926640"/>
            <a:ext cx="9102240" cy="5931360"/>
          </a:xfrm>
          <a:custGeom>
            <a:avLst/>
            <a:gdLst>
              <a:gd name="textAreaLeft" fmla="*/ 63360 w 9102240"/>
              <a:gd name="textAreaRight" fmla="*/ 9038880 w 9102240"/>
              <a:gd name="textAreaTop" fmla="*/ 63360 h 5931360"/>
              <a:gd name="textAreaBottom" fmla="*/ 5931720 h 5931360"/>
            </a:gdLst>
            <a:ahLst/>
            <a:cxnLst/>
            <a:rect l="textAreaLeft" t="textAreaTop" r="textAreaRight" b="textAreaBottom"/>
            <a:pathLst>
              <a:path w="33147" h="21600">
                <a:moveTo>
                  <a:pt x="789" y="0"/>
                </a:moveTo>
                <a:lnTo>
                  <a:pt x="32358" y="0"/>
                </a:lnTo>
                <a:lnTo>
                  <a:pt x="32358" y="0"/>
                </a:lnTo>
                <a:arcTo wR="0" hR="0" stAng="0" swAng="0"/>
                <a:lnTo>
                  <a:pt x="32358" y="0"/>
                </a:lnTo>
                <a:arcTo wR="789" hR="789" stAng="-5400000" swAng="5400000"/>
                <a:lnTo>
                  <a:pt x="33147" y="21600"/>
                </a:lnTo>
                <a:lnTo>
                  <a:pt x="33147" y="21600"/>
                </a:lnTo>
                <a:arcTo wR="0" hR="0" stAng="0" swAng="0"/>
                <a:lnTo>
                  <a:pt x="33147" y="21600"/>
                </a:lnTo>
                <a:arcTo wR="0" hR="0" stAng="0" swAng="0"/>
                <a:lnTo>
                  <a:pt x="0" y="21600"/>
                </a:lnTo>
                <a:lnTo>
                  <a:pt x="0" y="21600"/>
                </a:lnTo>
                <a:arcTo wR="0" hR="0" stAng="0" swAng="0"/>
                <a:lnTo>
                  <a:pt x="0" y="21600"/>
                </a:lnTo>
                <a:arcTo wR="0" hR="0" stAng="0" swAng="0"/>
                <a:lnTo>
                  <a:pt x="0" y="789"/>
                </a:lnTo>
                <a:lnTo>
                  <a:pt x="0" y="789"/>
                </a:lnTo>
                <a:arcTo wR="0" hR="0" stAng="0" swAng="0"/>
                <a:lnTo>
                  <a:pt x="0" y="789"/>
                </a:lnTo>
                <a:arcTo wR="789" hR="789" stAng="-10800000" swAng="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69" name="그림 17" descr=""/>
          <p:cNvPicPr/>
          <p:nvPr/>
        </p:nvPicPr>
        <p:blipFill>
          <a:blip r:embed="rId2"/>
          <a:stretch/>
        </p:blipFill>
        <p:spPr>
          <a:xfrm>
            <a:off x="8238600" y="444600"/>
            <a:ext cx="1270800" cy="38592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70" name="TextBox 18"/>
          <p:cNvSpPr txBox="1"/>
          <p:nvPr/>
        </p:nvSpPr>
        <p:spPr>
          <a:xfrm>
            <a:off x="506160" y="6486120"/>
            <a:ext cx="8718840" cy="35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marL="80640" indent="-806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ko-KR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본 자료는 당사의 승인 없이 불법적으로 복제 또는 유통될 수 없습니다</a:t>
            </a:r>
            <a:r>
              <a:rPr b="0" lang="en-US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. </a:t>
            </a:r>
            <a:r>
              <a:rPr b="0" lang="ko-KR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본 자료에 기재된 운용전략 및 전망은 시장상황 변동 등에 따라 변경될 수 있으며</a:t>
            </a:r>
            <a:r>
              <a:rPr b="0" lang="en-US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, </a:t>
            </a:r>
            <a:r>
              <a:rPr b="0" lang="ko-KR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상기 예시수익률이 미래의 수익을 보장하는 것은 아닙니다</a:t>
            </a:r>
            <a:r>
              <a:rPr b="0" lang="en-US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.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80640" indent="-8064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b="0" lang="ko-KR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본 자료 중 예측 및 전망에 관한 자료는 참고자료이며 향후의 결과를 보증하는 것은 아닙니다</a:t>
            </a:r>
            <a:r>
              <a:rPr b="0" lang="en-US" sz="700" spc="-65" strike="noStrike" u="none">
                <a:solidFill>
                  <a:srgbClr val="7f7f7f"/>
                </a:solidFill>
                <a:effectLst/>
                <a:uFillTx/>
                <a:latin typeface="KoPubWorld돋움체 Medium"/>
                <a:ea typeface="KoPubWorld돋움체 Medium"/>
              </a:rPr>
              <a:t>.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1" name="사각형: 둥근 모서리 6"/>
          <p:cNvSpPr/>
          <p:nvPr/>
        </p:nvSpPr>
        <p:spPr>
          <a:xfrm>
            <a:off x="273600" y="912960"/>
            <a:ext cx="9344880" cy="357480"/>
          </a:xfrm>
          <a:custGeom>
            <a:avLst/>
            <a:gdLst>
              <a:gd name="textAreaLeft" fmla="*/ 52200 w 9344880"/>
              <a:gd name="textAreaRight" fmla="*/ 9292680 w 9344880"/>
              <a:gd name="textAreaTop" fmla="*/ 52200 h 357480"/>
              <a:gd name="textAreaBottom" fmla="*/ 305280 h 357480"/>
            </a:gdLst>
            <a:ahLst/>
            <a:cxnLst/>
            <a:rect l="textAreaLeft" t="textAreaTop" r="textAreaRight" b="textAreaBottom"/>
            <a:pathLst>
              <a:path w="564099" h="21600">
                <a:moveTo>
                  <a:pt x="10800" y="0"/>
                </a:moveTo>
                <a:arcTo wR="10800" hR="10800" stAng="16200000" swAng="-5400000"/>
                <a:lnTo>
                  <a:pt x="0" y="10800"/>
                </a:lnTo>
                <a:arcTo wR="10800" hR="10800" stAng="10800000" swAng="-5400000"/>
                <a:lnTo>
                  <a:pt x="553299" y="21600"/>
                </a:lnTo>
                <a:arcTo wR="10800" hR="10800" stAng="5400000" swAng="-5400000"/>
                <a:lnTo>
                  <a:pt x="564099" y="10800"/>
                </a:lnTo>
                <a:arcTo wR="10800" hR="10800" stAng="0" swAng="-5400000"/>
                <a:close/>
              </a:path>
            </a:pathLst>
          </a:custGeom>
          <a:gradFill rotWithShape="0">
            <a:gsLst>
              <a:gs pos="0">
                <a:srgbClr val="6391bf"/>
              </a:gs>
              <a:gs pos="100000">
                <a:srgbClr val="404040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pSp>
        <p:nvGrpSpPr>
          <p:cNvPr id="72" name="그룹 14"/>
          <p:cNvGrpSpPr/>
          <p:nvPr/>
        </p:nvGrpSpPr>
        <p:grpSpPr>
          <a:xfrm>
            <a:off x="509040" y="994320"/>
            <a:ext cx="197640" cy="178920"/>
            <a:chOff x="509040" y="994320"/>
            <a:chExt cx="197640" cy="178920"/>
          </a:xfrm>
        </p:grpSpPr>
        <p:sp>
          <p:nvSpPr>
            <p:cNvPr id="73" name="Freeform 143"/>
            <p:cNvSpPr/>
            <p:nvPr/>
          </p:nvSpPr>
          <p:spPr>
            <a:xfrm>
              <a:off x="509040" y="999360"/>
              <a:ext cx="173880" cy="173880"/>
            </a:xfrm>
            <a:custGeom>
              <a:avLst/>
              <a:gdLst>
                <a:gd name="GluePoint1X" fmla="*/ 19 w 366"/>
                <a:gd name="GluePoint1Y" fmla="*/ 20 h 366"/>
                <a:gd name="GluePoint2X" fmla="*/ 21 w 366"/>
                <a:gd name="GluePoint2Y" fmla="*/ 20 h 366"/>
                <a:gd name="GluePoint3X" fmla="*/ 21 w 366"/>
                <a:gd name="GluePoint3Y" fmla="*/ 22 h 366"/>
                <a:gd name="GluePoint4X" fmla="*/ 23 w 366"/>
                <a:gd name="GluePoint4Y" fmla="*/ 22 h 366"/>
                <a:gd name="GluePoint5X" fmla="*/ 19 w 366"/>
                <a:gd name="GluePoint5Y" fmla="*/ 24 h 366"/>
                <a:gd name="GluePoint6X" fmla="*/ 25 w 366"/>
                <a:gd name="GluePoint6Y" fmla="*/ 24 h 366"/>
                <a:gd name="GluePoint7X" fmla="*/ 25 w 366"/>
                <a:gd name="GluePoint7Y" fmla="*/ 26 h 366"/>
                <a:gd name="GluePoint8X" fmla="*/ 27 w 366"/>
                <a:gd name="GluePoint8Y" fmla="*/ 26 h 366"/>
                <a:gd name="GluePoint9X" fmla="*/ 27 w 366"/>
                <a:gd name="GluePoint9Y" fmla="*/ 28 h 366"/>
                <a:gd name="GluePoint10X" fmla="*/ 19 w 366"/>
                <a:gd name="GluePoint10Y" fmla="*/ 29 h 366"/>
                <a:gd name="GluePoint11X" fmla="*/ 19 w 366"/>
                <a:gd name="GluePoint11Y" fmla="*/ 20 h 3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l" t="t" r="r" b="b"/>
              <a:pathLst>
                <a:path w="366" h="366">
                  <a:moveTo>
                    <a:pt x="310" y="310"/>
                  </a:moveTo>
                  <a:lnTo>
                    <a:pt x="58" y="310"/>
                  </a:lnTo>
                  <a:lnTo>
                    <a:pt x="58" y="58"/>
                  </a:lnTo>
                  <a:lnTo>
                    <a:pt x="254" y="58"/>
                  </a:lnTo>
                  <a:lnTo>
                    <a:pt x="310" y="0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366" y="366"/>
                  </a:lnTo>
                  <a:lnTo>
                    <a:pt x="366" y="132"/>
                  </a:lnTo>
                  <a:lnTo>
                    <a:pt x="310" y="188"/>
                  </a:lnTo>
                  <a:lnTo>
                    <a:pt x="310" y="31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rIns="80640" tIns="40320" bIns="40320" anchor="ctr" anchorCtr="1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맑은 고딕"/>
              </a:endParaRPr>
            </a:p>
          </p:txBody>
        </p:sp>
        <p:sp>
          <p:nvSpPr>
            <p:cNvPr id="74" name="Freeform 144"/>
            <p:cNvSpPr/>
            <p:nvPr/>
          </p:nvSpPr>
          <p:spPr>
            <a:xfrm>
              <a:off x="546120" y="994320"/>
              <a:ext cx="160560" cy="133920"/>
            </a:xfrm>
            <a:custGeom>
              <a:avLst/>
              <a:gdLst>
                <a:gd name="textAreaLeft" fmla="*/ 0 w 160560"/>
                <a:gd name="textAreaRight" fmla="*/ 160920 w 160560"/>
                <a:gd name="textAreaTop" fmla="*/ 0 h 133920"/>
                <a:gd name="textAreaBottom" fmla="*/ 134280 h 133920"/>
                <a:gd name="GluePoint1X" fmla="*/ 19 w 338"/>
                <a:gd name="GluePoint1Y" fmla="*/ 20 h 282"/>
                <a:gd name="GluePoint2X" fmla="*/ 21 w 338"/>
                <a:gd name="GluePoint2Y" fmla="*/ 22 h 282"/>
                <a:gd name="GluePoint3X" fmla="*/ 23 w 338"/>
                <a:gd name="GluePoint3Y" fmla="*/ 24 h 282"/>
                <a:gd name="GluePoint4X" fmla="*/ 25 w 338"/>
                <a:gd name="GluePoint4Y" fmla="*/ 26 h 282"/>
                <a:gd name="GluePoint5X" fmla="*/ 27 w 338"/>
                <a:gd name="GluePoint5Y" fmla="*/ 28 h 282"/>
                <a:gd name="GluePoint6X" fmla="*/ 23 w 338"/>
                <a:gd name="GluePoint6Y" fmla="*/ 29 h 282"/>
                <a:gd name="GluePoint7X" fmla="*/ 19 w 338"/>
                <a:gd name="GluePoint7Y" fmla="*/ 20 h 28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338" h="282">
                  <a:moveTo>
                    <a:pt x="42" y="145"/>
                  </a:moveTo>
                  <a:lnTo>
                    <a:pt x="0" y="185"/>
                  </a:lnTo>
                  <a:lnTo>
                    <a:pt x="98" y="282"/>
                  </a:lnTo>
                  <a:lnTo>
                    <a:pt x="338" y="40"/>
                  </a:lnTo>
                  <a:lnTo>
                    <a:pt x="298" y="0"/>
                  </a:lnTo>
                  <a:lnTo>
                    <a:pt x="98" y="201"/>
                  </a:lnTo>
                  <a:lnTo>
                    <a:pt x="42" y="145"/>
                  </a:lnTo>
                  <a:close/>
                </a:path>
              </a:pathLst>
            </a:custGeom>
            <a:solidFill>
              <a:srgbClr val="6391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rIns="80640" tIns="40320" bIns="40320" anchor="ctr" anchorCtr="1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맑은 고딕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sldNum" idx="38"/>
          </p:nvPr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50" strike="noStrike" u="none">
                <a:solidFill>
                  <a:srgbClr val="000000"/>
                </a:solidFill>
                <a:effectLst/>
                <a:uFillTx/>
                <a:latin typeface="Calibri"/>
                <a:ea typeface="Pretendard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5DDDA8-203D-45A1-96CD-FD7449A7E924}" type="slidenum"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Calibri"/>
                <a:ea typeface="Pretendard"/>
              </a:rPr>
              <a:t>&lt;숫자&gt;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제목 텍스트의 서식을 편집하려면 클릭하십시오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.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개요 텍스트의 서식을 편집하려면 클릭하십시오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2</a:t>
            </a:r>
            <a:r>
              <a:rPr b="0" lang="ko-KR" sz="28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3</a:t>
            </a:r>
            <a:r>
              <a:rPr b="0" lang="ko-KR" sz="24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4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5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6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7</a:t>
            </a:r>
            <a:r>
              <a:rPr b="0" lang="ko-KR" sz="2000" strike="noStrike" u="none">
                <a:solidFill>
                  <a:srgbClr val="000000"/>
                </a:solidFill>
                <a:effectLst/>
                <a:uFillTx/>
                <a:latin typeface="맑은 고딕"/>
              </a:rPr>
              <a:t>번째 개요 수준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-1021"/>
          <p:cNvSpPr txBox="1"/>
          <p:nvPr/>
        </p:nvSpPr>
        <p:spPr>
          <a:xfrm>
            <a:off x="531360" y="1398240"/>
            <a:ext cx="8854920" cy="51588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ko-KR" sz="32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한국투자</a:t>
            </a:r>
            <a:br>
              <a:rPr sz="3200"/>
            </a:br>
            <a:r>
              <a:rPr b="1" lang="ko-KR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예금보험기금국내채권형</a:t>
            </a:r>
            <a:r>
              <a:rPr b="1" lang="en-US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11</a:t>
            </a:r>
            <a:r>
              <a:rPr b="1" lang="ko-KR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호</a:t>
            </a:r>
            <a:r>
              <a:rPr b="1" lang="en-US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b="1" lang="ko-KR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은행</a:t>
            </a:r>
            <a:r>
              <a:rPr b="1" lang="en-US" sz="320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)</a:t>
            </a:r>
            <a:br>
              <a:rPr sz="3200"/>
            </a:br>
            <a:r>
              <a:rPr b="1" lang="ko-KR" sz="3200" strike="noStrike" u="none">
                <a:solidFill>
                  <a:srgbClr val="6390bf"/>
                </a:solidFill>
                <a:effectLst/>
                <a:uFillTx/>
                <a:latin typeface="Pretendard"/>
                <a:ea typeface="Pretendard"/>
              </a:rPr>
              <a:t>월간 운용보고서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5" name="Text Box -1020"/>
          <p:cNvSpPr txBox="1"/>
          <p:nvPr/>
        </p:nvSpPr>
        <p:spPr>
          <a:xfrm>
            <a:off x="601560" y="2590920"/>
            <a:ext cx="2972160" cy="27360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27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2025.7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86" name="Picture -1019" descr=""/>
          <p:cNvPicPr/>
          <p:nvPr/>
        </p:nvPicPr>
        <p:blipFill>
          <a:blip r:embed="rId1"/>
          <a:srcRect l="0" t="0" r="-35013" b="0"/>
          <a:stretch/>
        </p:blipFill>
        <p:spPr>
          <a:xfrm>
            <a:off x="485280" y="306720"/>
            <a:ext cx="1672560" cy="2678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</p:pic>
      <p:sp>
        <p:nvSpPr>
          <p:cNvPr id="87" name="Line -1018"/>
          <p:cNvSpPr/>
          <p:nvPr/>
        </p:nvSpPr>
        <p:spPr>
          <a:xfrm>
            <a:off x="531360" y="684360"/>
            <a:ext cx="9043560" cy="360"/>
          </a:xfrm>
          <a:custGeom>
            <a:avLst/>
            <a:gdLst>
              <a:gd name="textAreaLeft" fmla="*/ 0 w 9043560"/>
              <a:gd name="textAreaRight" fmla="*/ 9043920 w 9043560"/>
              <a:gd name="textAreaTop" fmla="*/ 0 h 360"/>
              <a:gd name="textAreaBottom" fmla="*/ 720 h 360"/>
              <a:gd name="GluePoint1X" fmla="*/ 0 w 271317600"/>
              <a:gd name="GluePoint1Y" fmla="*/ 2 h 21600"/>
              <a:gd name="GluePoint2X" fmla="*/ 1 w 2713176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71317600" h="21600">
                <a:moveTo>
                  <a:pt x="0" y="0"/>
                </a:moveTo>
                <a:lnTo>
                  <a:pt x="271317600" y="21600"/>
                </a:lnTo>
              </a:path>
            </a:pathLst>
          </a:custGeom>
          <a:noFill/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5000" bIns="-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8" name="Line -1017"/>
          <p:cNvSpPr/>
          <p:nvPr/>
        </p:nvSpPr>
        <p:spPr>
          <a:xfrm>
            <a:off x="531360" y="3937680"/>
            <a:ext cx="9043560" cy="360"/>
          </a:xfrm>
          <a:custGeom>
            <a:avLst/>
            <a:gdLst>
              <a:gd name="textAreaLeft" fmla="*/ 0 w 9043560"/>
              <a:gd name="textAreaRight" fmla="*/ 9043920 w 9043560"/>
              <a:gd name="textAreaTop" fmla="*/ 0 h 360"/>
              <a:gd name="textAreaBottom" fmla="*/ 720 h 360"/>
              <a:gd name="GluePoint1X" fmla="*/ 0 w 271317600"/>
              <a:gd name="GluePoint1Y" fmla="*/ 2 h 21600"/>
              <a:gd name="GluePoint2X" fmla="*/ 1 w 2713176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71317600" h="21600">
                <a:moveTo>
                  <a:pt x="0" y="0"/>
                </a:moveTo>
                <a:lnTo>
                  <a:pt x="271317600" y="21600"/>
                </a:lnTo>
              </a:path>
            </a:pathLst>
          </a:custGeom>
          <a:noFill/>
          <a:ln w="25560">
            <a:solidFill>
              <a:srgbClr val="bedb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5000" bIns="-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89" name="Shape 51"/>
          <p:cNvSpPr/>
          <p:nvPr/>
        </p:nvSpPr>
        <p:spPr>
          <a:xfrm>
            <a:off x="458640" y="4435920"/>
            <a:ext cx="8345880" cy="1189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2800" rIns="82800" tIns="41400" bIns="41400" anchor="ctr">
            <a:noAutofit/>
          </a:bodyPr>
          <a:p>
            <a:pPr>
              <a:lnSpc>
                <a:spcPct val="150000"/>
              </a:lnSpc>
            </a:pP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※ 본 자료에 기재된 내용 중 투자참고 및 예측자료는 신뢰할 수 있다고 판단되는 각종 자료와 통계자료를 이용하여 작성한 것으로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   투자판단을 돕기 위한 참고자료이며 향후 결과에 대한 보증이 되는 것은 아닙니다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※ 과거의 운용실적이 미래의 수익을 보장하는 것은 아닙니다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b="0" lang="ko-KR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운용결과에 따라 이익 또는 손실이 발생할 수 있으며 그 결과는 투자자에게 귀속됩니다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※ 본 자료에 기재된 운용전략은 시장상황 변동 등에 따라 변경될 수 있습니다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>
              <a:lnSpc>
                <a:spcPct val="150000"/>
              </a:lnSpc>
            </a:pP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※ 본 자료에 포함된 모든 정보는 당사의 승인 없이 복제되어 유통될 수 없습니다</a:t>
            </a:r>
            <a:r>
              <a:rPr b="0" lang="en-US" sz="96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90" name="그림 7" descr=""/>
          <p:cNvPicPr/>
          <p:nvPr/>
        </p:nvPicPr>
        <p:blipFill>
          <a:blip r:embed="rId2"/>
          <a:srcRect l="24847" t="6529" r="67109" b="86963"/>
          <a:stretch/>
        </p:blipFill>
        <p:spPr>
          <a:xfrm>
            <a:off x="8462160" y="986760"/>
            <a:ext cx="1033560" cy="9356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Box -1023"/>
          <p:cNvSpPr txBox="1"/>
          <p:nvPr/>
        </p:nvSpPr>
        <p:spPr>
          <a:xfrm>
            <a:off x="688320" y="2482560"/>
            <a:ext cx="308304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499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Contents</a:t>
            </a:r>
            <a:endParaRPr b="0" lang="en-US" sz="499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2" name="Line -1021"/>
          <p:cNvSpPr/>
          <p:nvPr/>
        </p:nvSpPr>
        <p:spPr>
          <a:xfrm>
            <a:off x="6059520" y="2338200"/>
            <a:ext cx="2613600" cy="360"/>
          </a:xfrm>
          <a:custGeom>
            <a:avLst/>
            <a:gdLst>
              <a:gd name="textAreaLeft" fmla="*/ 0 w 2613600"/>
              <a:gd name="textAreaRight" fmla="*/ 2613960 w 2613600"/>
              <a:gd name="textAreaTop" fmla="*/ 0 h 360"/>
              <a:gd name="textAreaBottom" fmla="*/ 720 h 360"/>
              <a:gd name="GluePoint1X" fmla="*/ 0 w 78418800"/>
              <a:gd name="GluePoint1Y" fmla="*/ 2 h 21600"/>
              <a:gd name="GluePoint2X" fmla="*/ 1 w 784188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8418800" h="21600">
                <a:moveTo>
                  <a:pt x="0" y="0"/>
                </a:moveTo>
                <a:lnTo>
                  <a:pt x="78418800" y="21600"/>
                </a:lnTo>
              </a:path>
            </a:pathLst>
          </a:custGeom>
          <a:noFill/>
          <a:ln w="12600">
            <a:solidFill>
              <a:srgbClr val="a6a6a6"/>
            </a:solidFill>
            <a:custDash>
              <a:ds d="302857" sp="3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tIns="-45000" bIns="-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3" name="Line -1020"/>
          <p:cNvSpPr/>
          <p:nvPr/>
        </p:nvSpPr>
        <p:spPr>
          <a:xfrm>
            <a:off x="6085440" y="3036960"/>
            <a:ext cx="2613600" cy="360"/>
          </a:xfrm>
          <a:custGeom>
            <a:avLst/>
            <a:gdLst>
              <a:gd name="textAreaLeft" fmla="*/ 0 w 2613600"/>
              <a:gd name="textAreaRight" fmla="*/ 2613960 w 2613600"/>
              <a:gd name="textAreaTop" fmla="*/ 0 h 360"/>
              <a:gd name="textAreaBottom" fmla="*/ 720 h 360"/>
              <a:gd name="GluePoint1X" fmla="*/ 0 w 78418800"/>
              <a:gd name="GluePoint1Y" fmla="*/ 2 h 21600"/>
              <a:gd name="GluePoint2X" fmla="*/ 1 w 784188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8418800" h="21600">
                <a:moveTo>
                  <a:pt x="0" y="0"/>
                </a:moveTo>
                <a:lnTo>
                  <a:pt x="78418800" y="21600"/>
                </a:lnTo>
              </a:path>
            </a:pathLst>
          </a:custGeom>
          <a:noFill/>
          <a:ln w="12600">
            <a:solidFill>
              <a:srgbClr val="a6a6a6"/>
            </a:solidFill>
            <a:custDash>
              <a:ds d="302857" sp="3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tIns="-45000" bIns="-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4" name="Text Box -1019"/>
          <p:cNvSpPr txBox="1"/>
          <p:nvPr/>
        </p:nvSpPr>
        <p:spPr>
          <a:xfrm>
            <a:off x="5627160" y="1861560"/>
            <a:ext cx="22320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2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01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5" name="Text Box -1018"/>
          <p:cNvSpPr txBox="1"/>
          <p:nvPr/>
        </p:nvSpPr>
        <p:spPr>
          <a:xfrm>
            <a:off x="5627160" y="2528640"/>
            <a:ext cx="22320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2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02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6" name="Text Box -1017"/>
          <p:cNvSpPr txBox="1"/>
          <p:nvPr/>
        </p:nvSpPr>
        <p:spPr>
          <a:xfrm>
            <a:off x="6026400" y="1846800"/>
            <a:ext cx="251568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ko-KR" sz="1810" strike="noStrike" u="non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운용수익률 및 자산현황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7" name="Text Box -1016"/>
          <p:cNvSpPr txBox="1"/>
          <p:nvPr/>
        </p:nvSpPr>
        <p:spPr>
          <a:xfrm>
            <a:off x="5627160" y="3194280"/>
            <a:ext cx="22320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2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03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8" name="Text Box -1015"/>
          <p:cNvSpPr txBox="1"/>
          <p:nvPr/>
        </p:nvSpPr>
        <p:spPr>
          <a:xfrm>
            <a:off x="6026400" y="3220200"/>
            <a:ext cx="267264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ko-KR" sz="1810" strike="noStrike" u="non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시장동향 및 운용경과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99" name="Line -1014"/>
          <p:cNvSpPr/>
          <p:nvPr/>
        </p:nvSpPr>
        <p:spPr>
          <a:xfrm>
            <a:off x="4751280" y="25920"/>
            <a:ext cx="360" cy="6827760"/>
          </a:xfrm>
          <a:custGeom>
            <a:avLst/>
            <a:gdLst>
              <a:gd name="textAreaLeft" fmla="*/ 0 w 360"/>
              <a:gd name="textAreaRight" fmla="*/ 720 w 360"/>
              <a:gd name="textAreaTop" fmla="*/ 0 h 6827760"/>
              <a:gd name="textAreaBottom" fmla="*/ 6828120 h 6827760"/>
              <a:gd name="GluePoint1X" fmla="*/ 0 w 21600"/>
              <a:gd name="GluePoint1Y" fmla="*/ 2 h 204843600"/>
              <a:gd name="GluePoint2X" fmla="*/ 1 w 21600"/>
              <a:gd name="GluePoint2Y" fmla="*/ 3 h 204843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1600" h="204843600">
                <a:moveTo>
                  <a:pt x="0" y="0"/>
                </a:moveTo>
                <a:lnTo>
                  <a:pt x="21600" y="204843600"/>
                </a:lnTo>
              </a:path>
            </a:pathLst>
          </a:custGeom>
          <a:noFill/>
          <a:ln w="12600">
            <a:solidFill>
              <a:srgbClr val="c0c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0" name="Line -1020"/>
          <p:cNvSpPr/>
          <p:nvPr/>
        </p:nvSpPr>
        <p:spPr>
          <a:xfrm>
            <a:off x="6085440" y="3708720"/>
            <a:ext cx="2613600" cy="360"/>
          </a:xfrm>
          <a:custGeom>
            <a:avLst/>
            <a:gdLst>
              <a:gd name="textAreaLeft" fmla="*/ 0 w 2613600"/>
              <a:gd name="textAreaRight" fmla="*/ 2613960 w 2613600"/>
              <a:gd name="textAreaTop" fmla="*/ 0 h 360"/>
              <a:gd name="textAreaBottom" fmla="*/ 720 h 360"/>
              <a:gd name="GluePoint1X" fmla="*/ 0 w 78418800"/>
              <a:gd name="GluePoint1Y" fmla="*/ 2 h 21600"/>
              <a:gd name="GluePoint2X" fmla="*/ 1 w 784188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78418800" h="21600">
                <a:moveTo>
                  <a:pt x="0" y="0"/>
                </a:moveTo>
                <a:lnTo>
                  <a:pt x="78418800" y="21600"/>
                </a:lnTo>
              </a:path>
            </a:pathLst>
          </a:custGeom>
          <a:noFill/>
          <a:ln w="12600">
            <a:solidFill>
              <a:srgbClr val="a6a6a6"/>
            </a:solidFill>
            <a:custDash>
              <a:ds d="302857" sp="30285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tIns="-45000" bIns="-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1" name="Text Box -1016"/>
          <p:cNvSpPr txBox="1"/>
          <p:nvPr/>
        </p:nvSpPr>
        <p:spPr>
          <a:xfrm>
            <a:off x="5627160" y="3865680"/>
            <a:ext cx="22320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820" strike="noStrike" u="none">
                <a:solidFill>
                  <a:srgbClr val="7b401f"/>
                </a:solidFill>
                <a:effectLst/>
                <a:uFillTx/>
                <a:latin typeface="Pretendard"/>
                <a:ea typeface="Pretendard"/>
              </a:rPr>
              <a:t>04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2" name="Text Box -1015"/>
          <p:cNvSpPr txBox="1"/>
          <p:nvPr/>
        </p:nvSpPr>
        <p:spPr>
          <a:xfrm>
            <a:off x="6026400" y="3891600"/>
            <a:ext cx="267264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ko-KR" sz="1810" strike="noStrike" u="non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시장전망 및 운용계획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3" name="Text Box -1017"/>
          <p:cNvSpPr txBox="1"/>
          <p:nvPr/>
        </p:nvSpPr>
        <p:spPr>
          <a:xfrm>
            <a:off x="6059520" y="2504880"/>
            <a:ext cx="2515680" cy="366120"/>
          </a:xfrm>
          <a:prstGeom prst="rect">
            <a:avLst/>
          </a:prstGeom>
          <a:noFill/>
          <a:ln w="0">
            <a:noFill/>
          </a:ln>
        </p:spPr>
        <p:txBody>
          <a:bodyPr lIns="23040" rIns="2304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ko-KR" sz="1810" strike="noStrike" u="none">
                <a:solidFill>
                  <a:srgbClr val="000000"/>
                </a:solidFill>
                <a:effectLst/>
                <a:uFillTx/>
                <a:latin typeface="Pretendard SemiBold"/>
                <a:ea typeface="Pretendard SemiBold"/>
              </a:rPr>
              <a:t>월간 매매내역</a:t>
            </a:r>
            <a:endParaRPr b="0" lang="en-US" sz="181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5"/>
          <p:cNvSpPr txBox="1"/>
          <p:nvPr/>
        </p:nvSpPr>
        <p:spPr>
          <a:xfrm>
            <a:off x="677520" y="933120"/>
            <a:ext cx="8790840" cy="30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ko-KR" sz="1400" spc="-111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월말 기준 수익률 및 자산현황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5" name="슬라이드 번호 개체 틀 3"/>
          <p:cNvSpPr txBox="1"/>
          <p:nvPr/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FFA62745-2D47-4BB0-9686-5AEDCCBD7D20}" type="slidenum">
              <a:rPr b="0" lang="en-US" sz="105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Pretendard"/>
              </a:rPr>
              <a:t>&lt;숫자&gt;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6" name="TextBox 6"/>
          <p:cNvSpPr txBox="1"/>
          <p:nvPr/>
        </p:nvSpPr>
        <p:spPr>
          <a:xfrm>
            <a:off x="626400" y="498240"/>
            <a:ext cx="3136680" cy="39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Ⅰ. </a:t>
            </a:r>
            <a:r>
              <a:rPr b="1" lang="ko-KR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운용수익률 및 자산현황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07" name="TextBox 7"/>
          <p:cNvSpPr txBox="1"/>
          <p:nvPr/>
        </p:nvSpPr>
        <p:spPr>
          <a:xfrm>
            <a:off x="275760" y="1460160"/>
            <a:ext cx="9030600" cy="347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b="1" lang="en-US" sz="1400" spc="-62" strike="noStrike" u="none">
                <a:solidFill>
                  <a:srgbClr val="692c00"/>
                </a:solidFill>
                <a:effectLst/>
                <a:uFillTx/>
                <a:latin typeface="Pretendard"/>
                <a:ea typeface="Pretendard"/>
              </a:rPr>
              <a:t>(1) </a:t>
            </a:r>
            <a:r>
              <a:rPr b="1" lang="ko-KR" sz="1400" spc="-62" strike="noStrike" u="none">
                <a:solidFill>
                  <a:srgbClr val="692c00"/>
                </a:solidFill>
                <a:effectLst/>
                <a:uFillTx/>
                <a:latin typeface="Pretendard"/>
                <a:ea typeface="Pretendard"/>
              </a:rPr>
              <a:t>펀드 수익률 현황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08" name="표 9"/>
          <p:cNvGraphicFramePr/>
          <p:nvPr/>
        </p:nvGraphicFramePr>
        <p:xfrm>
          <a:off x="416160" y="1822320"/>
          <a:ext cx="9030600" cy="906120"/>
        </p:xfrm>
        <a:graphic>
          <a:graphicData uri="http://schemas.openxmlformats.org/drawingml/2006/table">
            <a:tbl>
              <a:tblPr/>
              <a:tblGrid>
                <a:gridCol w="1204200"/>
                <a:gridCol w="838800"/>
                <a:gridCol w="732960"/>
                <a:gridCol w="740160"/>
                <a:gridCol w="740160"/>
                <a:gridCol w="596880"/>
                <a:gridCol w="596880"/>
                <a:gridCol w="596880"/>
                <a:gridCol w="596880"/>
                <a:gridCol w="596880"/>
                <a:gridCol w="596880"/>
                <a:gridCol w="596880"/>
                <a:gridCol w="596160"/>
              </a:tblGrid>
              <a:tr h="168120">
                <a:tc rowSpan="2">
                  <a:txBody>
                    <a:bodyPr lIns="83160" rIns="83160" tIns="40320" bIns="403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펀드명</a:t>
                      </a:r>
                      <a:endParaRPr b="1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ctr" marL="83160" marR="83160" marT="40320" marB="4032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설정액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순자산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Dur</a:t>
                      </a:r>
                      <a:br>
                        <a:rPr sz="1100"/>
                      </a:b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</a:t>
                      </a: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</a:t>
                      </a: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Dur</a:t>
                      </a:r>
                      <a:br>
                        <a:rPr sz="1100"/>
                      </a:b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(BM)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</a:t>
                      </a: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 lIns="0" rIns="0" tIns="0" bIns="0" anchor="t">
                      <a:noAutofit/>
                    </a:bodyPr>
                    <a:p>
                      <a:endParaRPr b="1" lang="en-US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</a:t>
                      </a: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 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 lIns="0" rIns="0" tIns="0" bIns="0" anchor="t">
                      <a:noAutofit/>
                    </a:bodyPr>
                    <a:p>
                      <a:endParaRPr b="1" lang="en-US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</a:t>
                      </a: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개월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 lIns="0" rIns="0" tIns="0" bIns="0" anchor="t">
                      <a:noAutofit/>
                    </a:bodyPr>
                    <a:p>
                      <a:endParaRPr b="1" lang="en-US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설정일 이후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 lIns="0" rIns="0" tIns="0" bIns="0" anchor="t">
                      <a:noAutofit/>
                    </a:bodyPr>
                    <a:p>
                      <a:endParaRPr b="1" lang="en-US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320">
                      <a:solidFill>
                        <a:srgbClr val="ffffff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335880"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초과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초과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초과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펀드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초과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0" marR="0" marT="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168120">
                <a:tc rowSpan="2"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ko-KR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유니버스 </a:t>
                      </a:r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11</a:t>
                      </a:r>
                      <a:r>
                        <a:rPr b="1" lang="ko-KR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호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1069 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1073 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3.83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3.73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0.24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0.37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-0.06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520"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 vMerge="1">
                  <a:txBody>
                    <a:bodyPr lIns="0" rIns="0" tIns="0" bIns="0" anchor="t">
                      <a:noAutofit/>
                    </a:bodyPr>
                    <a:p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(2.85)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(-0.67)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(3.53)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(-0.55)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9360" marR="9360" marT="9360" marB="0">
                    <a:lnL w="25200">
                      <a:solidFill>
                        <a:srgbClr val="afabab"/>
                      </a:solidFill>
                      <a:prstDash val="solid"/>
                    </a:lnL>
                    <a:lnR w="25200">
                      <a:solidFill>
                        <a:srgbClr val="afabab"/>
                      </a:solidFill>
                      <a:prstDash val="solid"/>
                    </a:lnR>
                    <a:lnT w="25200">
                      <a:solidFill>
                        <a:srgbClr val="afabab"/>
                      </a:solidFill>
                      <a:prstDash val="solid"/>
                    </a:lnT>
                    <a:lnB w="25200">
                      <a:solidFill>
                        <a:srgbClr val="afab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TextBox 10"/>
          <p:cNvSpPr txBox="1"/>
          <p:nvPr/>
        </p:nvSpPr>
        <p:spPr>
          <a:xfrm>
            <a:off x="275760" y="3145320"/>
            <a:ext cx="9030600" cy="347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b="1" lang="en-US" sz="1400" spc="-62" strike="noStrike" u="none">
                <a:solidFill>
                  <a:srgbClr val="692c00"/>
                </a:solidFill>
                <a:effectLst/>
                <a:uFillTx/>
                <a:latin typeface="Pretendard"/>
                <a:ea typeface="Pretendard"/>
              </a:rPr>
              <a:t>(2) </a:t>
            </a:r>
            <a:r>
              <a:rPr b="1" lang="ko-KR" sz="1400" spc="-62" strike="noStrike" u="none">
                <a:solidFill>
                  <a:srgbClr val="692c00"/>
                </a:solidFill>
                <a:effectLst/>
                <a:uFillTx/>
                <a:latin typeface="Pretendard"/>
                <a:ea typeface="Pretendard"/>
              </a:rPr>
              <a:t>자산 구성 내역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0" name="TextBox 11"/>
          <p:cNvSpPr txBox="1"/>
          <p:nvPr/>
        </p:nvSpPr>
        <p:spPr>
          <a:xfrm>
            <a:off x="7724520" y="1539360"/>
            <a:ext cx="1648080" cy="230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lvl="1" algn="r">
              <a:lnSpc>
                <a:spcPct val="100000"/>
              </a:lnSpc>
            </a:pP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(</a:t>
            </a:r>
            <a:r>
              <a:rPr b="0" lang="ko-KR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단위 </a:t>
            </a: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b="0" lang="ko-KR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억원</a:t>
            </a: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%)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1" name="TextBox 12"/>
          <p:cNvSpPr txBox="1"/>
          <p:nvPr/>
        </p:nvSpPr>
        <p:spPr>
          <a:xfrm>
            <a:off x="8013600" y="2728440"/>
            <a:ext cx="1648080" cy="246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lvl="1">
              <a:lnSpc>
                <a:spcPct val="100000"/>
              </a:lnSpc>
            </a:pPr>
            <a:r>
              <a:rPr b="0" lang="en-US" sz="10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</a:t>
            </a: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※ </a:t>
            </a:r>
            <a:r>
              <a:rPr b="0" lang="ko-KR" sz="10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괄호 안은 연환산 수익률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2" name="TextBox 13"/>
          <p:cNvSpPr txBox="1"/>
          <p:nvPr/>
        </p:nvSpPr>
        <p:spPr>
          <a:xfrm>
            <a:off x="7809480" y="3258000"/>
            <a:ext cx="1648080" cy="230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 lvl="1" algn="r">
              <a:lnSpc>
                <a:spcPct val="100000"/>
              </a:lnSpc>
            </a:pP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(</a:t>
            </a:r>
            <a:r>
              <a:rPr b="0" lang="ko-KR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단위 </a:t>
            </a: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: </a:t>
            </a:r>
            <a:r>
              <a:rPr b="0" lang="ko-KR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억원 </a:t>
            </a:r>
            <a:r>
              <a:rPr b="0" lang="en-US" sz="900" spc="-5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13" name="그림 14" descr=""/>
          <p:cNvPicPr/>
          <p:nvPr/>
        </p:nvPicPr>
        <p:blipFill>
          <a:blip r:embed="rId1"/>
          <a:stretch/>
        </p:blipFill>
        <p:spPr>
          <a:xfrm>
            <a:off x="416160" y="3511440"/>
            <a:ext cx="9030600" cy="23972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5"/>
          <p:cNvSpPr txBox="1"/>
          <p:nvPr/>
        </p:nvSpPr>
        <p:spPr>
          <a:xfrm>
            <a:off x="677520" y="933120"/>
            <a:ext cx="8790840" cy="30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ko-KR" sz="1400" spc="-111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월말 기준 수익률 및 자산현황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5" name="슬라이드 번호 개체 틀 3"/>
          <p:cNvSpPr txBox="1"/>
          <p:nvPr/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8CCE94AE-AF81-41E7-AB30-19FEDBFC49F0}" type="slidenum">
              <a:rPr b="0" lang="en-US" sz="105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Pretendard"/>
              </a:rPr>
              <a:t>&lt;숫자&gt;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6" name="TextBox 6"/>
          <p:cNvSpPr txBox="1"/>
          <p:nvPr/>
        </p:nvSpPr>
        <p:spPr>
          <a:xfrm>
            <a:off x="626400" y="498240"/>
            <a:ext cx="3136680" cy="39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ⅠI. </a:t>
            </a:r>
            <a:r>
              <a:rPr b="1" lang="ko-KR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월간 매매내역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17" name="표 15"/>
          <p:cNvGraphicFramePr/>
          <p:nvPr/>
        </p:nvGraphicFramePr>
        <p:xfrm>
          <a:off x="662040" y="1425240"/>
          <a:ext cx="8577360" cy="4746960"/>
        </p:xfrm>
        <a:graphic>
          <a:graphicData uri="http://schemas.openxmlformats.org/drawingml/2006/table">
            <a:tbl>
              <a:tblPr/>
              <a:tblGrid>
                <a:gridCol w="917280"/>
                <a:gridCol w="1465200"/>
                <a:gridCol w="337320"/>
                <a:gridCol w="1001520"/>
                <a:gridCol w="688680"/>
                <a:gridCol w="411120"/>
                <a:gridCol w="660600"/>
                <a:gridCol w="790560"/>
                <a:gridCol w="548280"/>
                <a:gridCol w="829440"/>
                <a:gridCol w="548280"/>
                <a:gridCol w="379440"/>
              </a:tblGrid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일자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종목명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454545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매매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수량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단가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YTM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매매수익률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454545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매매손익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신용등급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만기일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잔존일수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Dur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af7f2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9,861.10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2.79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2.804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3,631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02625-2703(25-1)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10,111.10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2.450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2027-03-10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615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1.63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02625-2703(25-1)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5,500,000,000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10,113.10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2.438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2027-03-10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615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1.63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02000-3106(21-5)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9,620.0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2.70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2.720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2031-06-10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2,168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5.54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04125-3312(23-11)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2,500,000,000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10,964.0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2.865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2033-12-10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3,082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7.16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9,842.10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2.828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3,629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9,845.10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2.824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3,629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02875-2712(24-12)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10,114.0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2.480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-1,851,140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2027-12-10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884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2025-07-09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한국전력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1417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10,272.0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2.638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AAA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2027-09-03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786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2.04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9,864.25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2.808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3,622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02250-2806(25-4)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9,972.10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2.424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2028-06-10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1,065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9,875.10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2.798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3,621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10,106.60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2.586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1,703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4.33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9,803.90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-4,026,269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3,617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9,803.90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-5,423,582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3,617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9,803.90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-3,313,617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3,617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10,080.60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2.650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1,698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4.31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10,081.10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2.649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1,698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4.31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9,791.90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2.91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2.899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-8,619,262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3,615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2025-07-17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9,791.90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2.91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2.899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-5,434,258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3,615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9,854.90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2.83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2.829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-5,397,000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3,610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10,103.40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2.607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-1,908,231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1,692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10,104.90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2.604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7,894,883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1,692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토지주택채권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531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10,000.70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2.98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2.990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AAA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2035-07-22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3,652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8.62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03500-3406(24-5)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매도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10,540.0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2.865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0000ff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-9,739,217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2034-06-10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3,238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2025-07-29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9,870.77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2.82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2.817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3,603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8.59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2025-07-30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02625-2703(25-1)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4,500,000,000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10,141.10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2.39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2.375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2027-03-10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588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1.56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2025-07-30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02625-3506(25-5)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1,500,000,000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9,890.10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2.80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2.795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2035-06-10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3,602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8.59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9f9"/>
                    </a:solidFill>
                  </a:tcPr>
                </a:tc>
              </a:tr>
              <a:tr h="250920"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2025-07-30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국고</a:t>
                      </a: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02625-3003(25-3)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ko-KR" sz="8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매입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5,000,000,000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10,117.60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2.60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2.588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111111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0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RF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2030-03-10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1,684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480" rIns="6480" tIns="6480" bIns="0" anchor="ctr">
                      <a:noAutofit/>
                    </a:bodyPr>
                    <a:p>
                      <a:pPr marL="216000" indent="-216000" algn="ctr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800" strike="noStrike" u="none">
                          <a:solidFill>
                            <a:srgbClr val="3b3838"/>
                          </a:solidFill>
                          <a:effectLst/>
                          <a:uFillTx/>
                          <a:latin typeface="Pretendard"/>
                          <a:ea typeface="Pretendard"/>
                        </a:rPr>
                        <a:t>4.28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맑은 고딕"/>
                      </a:endParaRPr>
                    </a:p>
                  </a:txBody>
                  <a:tcPr anchor="ctr" marL="6480" marR="6480" marT="6480" marB="0">
                    <a:lnL w="12960">
                      <a:solidFill>
                        <a:srgbClr val="000000"/>
                      </a:solidFill>
                      <a:prstDash val="solid"/>
                    </a:lnL>
                    <a:lnR w="12960">
                      <a:solidFill>
                        <a:srgbClr val="000000"/>
                      </a:solidFill>
                      <a:prstDash val="solid"/>
                    </a:lnR>
                    <a:lnT w="12960">
                      <a:solidFill>
                        <a:srgbClr val="000000"/>
                      </a:solidFill>
                      <a:prstDash val="solid"/>
                    </a:lnT>
                    <a:lnB w="1296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6"/>
          <p:cNvSpPr txBox="1"/>
          <p:nvPr/>
        </p:nvSpPr>
        <p:spPr>
          <a:xfrm>
            <a:off x="644400" y="911520"/>
            <a:ext cx="9030600" cy="347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b="1" lang="ko-KR" sz="1400" spc="-111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채권시장 월간 동향 및 펀드 운용 경과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19" name="슬라이드 번호 개체 틀 3"/>
          <p:cNvSpPr txBox="1"/>
          <p:nvPr/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E8305F2-AD53-4DC6-9E9F-9D292D1A8DAC}" type="slidenum">
              <a:rPr b="0" lang="en-US" sz="105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Pretendard"/>
              </a:rPr>
              <a:t>&lt;숫자&gt;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0" name="Text Box 7"/>
          <p:cNvSpPr txBox="1"/>
          <p:nvPr/>
        </p:nvSpPr>
        <p:spPr>
          <a:xfrm>
            <a:off x="560520" y="2583360"/>
            <a:ext cx="9422640" cy="1434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운용</a:t>
            </a: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]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수익률곡선 플랫에서 중립으로 전환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8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변동성 대비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펀드는 월 초 추경이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차로 마무리되며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그 영향이 시장에 이미 선반영되어 있는 부분이 크다고 판단하며 듀레이션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5~8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구간의 국고채 매수로 장기 채권 비중을 확대하였습니다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br>
              <a:rPr sz="1050"/>
            </a:b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또한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금리에 큰 영향을 주는 외인의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10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선물 매매 잔고가 역사적 저점에 위치해 있는 점에 착안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커브 플랫 포지션 구성하였습니다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중순 이후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무난했던 금통위에도 불구하고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일본 초장기물 상승세가 유발한 외인의 순매도세 확대로 장기채 금리가 상승하였고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미국의 관세협상 등 글로벌 변동성이 커지며 </a:t>
            </a:r>
            <a:br>
              <a:rPr sz="1050"/>
            </a:b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기대했던 외인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10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선물 되돌림이 예상보다 늦어질 것으로 판단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 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장기채 분할매도하며 다시 포트폴리오 중립으로 포지션 재설정하였습니다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1" name="Text Box 7"/>
          <p:cNvSpPr txBox="1"/>
          <p:nvPr/>
        </p:nvSpPr>
        <p:spPr>
          <a:xfrm>
            <a:off x="560520" y="1388520"/>
            <a:ext cx="9422640" cy="1089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시장</a:t>
            </a: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]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국고 금리는 비둘기파적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7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월 금통위에도 불구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경기 저점 통과 인식 및 통화정책 완화 기대 되돌려지며 제한적 등락 속 강보합 마감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초반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금리는 추경 증액 관련 소식에 등락하며 상승 마감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중반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금리는 비둘기파적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금통위 소화하며 단기물 중심 하락세 보였으나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일본 초장기물 상승세와 외인 순매도세 영향에 상승 마감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후반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금리는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7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FOMC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와 한미 관세협상 경계심에 하락세 보이다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해당 이벤트 소화하며 하락 폭 되돌림 마감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2" name="TextBox 10"/>
          <p:cNvSpPr txBox="1"/>
          <p:nvPr/>
        </p:nvSpPr>
        <p:spPr>
          <a:xfrm>
            <a:off x="644400" y="511560"/>
            <a:ext cx="3466440" cy="39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IIⅠ. </a:t>
            </a:r>
            <a:r>
              <a:rPr b="1" lang="ko-KR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시장 동향 및 운용 경과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3" name="직사각형 8"/>
          <p:cNvSpPr/>
          <p:nvPr/>
        </p:nvSpPr>
        <p:spPr>
          <a:xfrm>
            <a:off x="5251680" y="6140880"/>
            <a:ext cx="646920" cy="213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자료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본드웹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4" name="직사각형 12"/>
          <p:cNvSpPr/>
          <p:nvPr/>
        </p:nvSpPr>
        <p:spPr>
          <a:xfrm>
            <a:off x="864000" y="6140880"/>
            <a:ext cx="682920" cy="213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자료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본드웹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25" name="차트 11"/>
          <p:cNvGraphicFramePr/>
          <p:nvPr/>
        </p:nvGraphicFramePr>
        <p:xfrm>
          <a:off x="644400" y="3959640"/>
          <a:ext cx="4050720" cy="2181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6" name="TextBox 15"/>
          <p:cNvSpPr txBox="1"/>
          <p:nvPr/>
        </p:nvSpPr>
        <p:spPr>
          <a:xfrm>
            <a:off x="796680" y="3778200"/>
            <a:ext cx="3807720" cy="246240"/>
          </a:xfrm>
          <a:prstGeom prst="rect">
            <a:avLst/>
          </a:prstGeom>
          <a:noFill/>
          <a:ln w="0">
            <a:noFill/>
          </a:ln>
        </p:spPr>
        <p:txBody>
          <a:bodyPr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한국 국고 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3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/10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금리 및 스프레드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27" name="TextBox 16"/>
          <p:cNvSpPr txBox="1"/>
          <p:nvPr/>
        </p:nvSpPr>
        <p:spPr>
          <a:xfrm>
            <a:off x="5009760" y="3778200"/>
            <a:ext cx="3807720" cy="246240"/>
          </a:xfrm>
          <a:prstGeom prst="rect">
            <a:avLst/>
          </a:prstGeom>
          <a:noFill/>
          <a:ln w="0">
            <a:noFill/>
          </a:ln>
        </p:spPr>
        <p:txBody>
          <a:bodyPr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미국 국채 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/10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금리 및 스프레드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graphicFrame>
        <p:nvGraphicFramePr>
          <p:cNvPr id="128" name="차트 18"/>
          <p:cNvGraphicFramePr/>
          <p:nvPr/>
        </p:nvGraphicFramePr>
        <p:xfrm>
          <a:off x="5011200" y="4024440"/>
          <a:ext cx="3969720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6"/>
          <p:cNvSpPr txBox="1"/>
          <p:nvPr/>
        </p:nvSpPr>
        <p:spPr>
          <a:xfrm>
            <a:off x="644400" y="911520"/>
            <a:ext cx="9030600" cy="347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20000"/>
              </a:lnSpc>
            </a:pPr>
            <a:r>
              <a:rPr b="1" lang="ko-KR" sz="1400" spc="-111" strike="noStrike" u="none">
                <a:solidFill>
                  <a:srgbClr val="ffffff"/>
                </a:solidFill>
                <a:effectLst/>
                <a:uFillTx/>
                <a:latin typeface="Pretendard"/>
                <a:ea typeface="Pretendard"/>
              </a:rPr>
              <a:t>채권시장 월간 전망 및 펀드 운용 계획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0" name="슬라이드 번호 개체 틀 3"/>
          <p:cNvSpPr txBox="1"/>
          <p:nvPr/>
        </p:nvSpPr>
        <p:spPr>
          <a:xfrm>
            <a:off x="6996240" y="6356520"/>
            <a:ext cx="222876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93119EC-0EB3-4D0B-B9B5-96A1C4EEFAD3}" type="slidenum">
              <a:rPr b="0" lang="en-US" sz="1050" strike="noStrike" u="none">
                <a:solidFill>
                  <a:srgbClr val="898989"/>
                </a:solidFill>
                <a:effectLst/>
                <a:uFillTx/>
                <a:latin typeface="맑은 고딕"/>
                <a:ea typeface="Pretendard"/>
              </a:rPr>
              <a:t>&lt;숫자&gt;</a:t>
            </a:fld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1" name="Text Box 7"/>
          <p:cNvSpPr txBox="1"/>
          <p:nvPr/>
        </p:nvSpPr>
        <p:spPr>
          <a:xfrm>
            <a:off x="560520" y="2583360"/>
            <a:ext cx="9422640" cy="1364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계획</a:t>
            </a: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]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외인 누적 포지션은 여전히 매력적인 수준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8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예산안 발표 등 변동성 유의하며 운용 예정  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금리의 방향성 지표인 외인 누적 순매수 수준은 여전히 저점을 나타내는 중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정확한 타이밍은 예상 불가하나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비어있는 포지션 갭을 채우기 시작하면 급격한 장기금리 하락 가능성 존재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미국의 고용 데이터 하향조정이 미국채의 강한 불스팁을 유도했던 것과 달리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한국 국고채 금리는 낙폭이 크지 않으며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8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금리인하 내러티브의 약화로 단기금리의 하방이 제한되는 추세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월은 금리결정 외에도 내년 예산안 등 강한 변동성을 주는 재료들이 산재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부진을 나타내기 시작한 미국 고용과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FOMC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의 스탠스 변화 또한 변동성 유발 재료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이러한 변동성에 유의하며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내년도 예산안 발표 후 시장의 장기 금리에 대한 경계감이 어느 정도 완화되었는지 면밀히 관찰하며 듀레이션 확대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/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중립 대응을 결정할 계획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2" name="Text Box 7"/>
          <p:cNvSpPr txBox="1"/>
          <p:nvPr/>
        </p:nvSpPr>
        <p:spPr>
          <a:xfrm>
            <a:off x="560520" y="1388520"/>
            <a:ext cx="9422640" cy="1089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7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[</a:t>
            </a:r>
            <a:r>
              <a:rPr b="1" lang="ko-KR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전망</a:t>
            </a:r>
            <a:r>
              <a:rPr b="1" lang="en-US" sz="1100" strike="noStrike" u="none">
                <a:solidFill>
                  <a:srgbClr val="5b9bd5"/>
                </a:solidFill>
                <a:effectLst/>
                <a:uFillTx/>
                <a:latin typeface="Pretendard"/>
                <a:ea typeface="Pretendard"/>
              </a:rPr>
              <a:t>]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한미 관세협상 결과와 국내외 통화정책 속도 조절 경계심 등은 약세 압력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1" lang="ko-KR" sz="11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그러나 금리의 추세적 상승 전환을 논하기엔 이를 것으로 전망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소비쿠폰 등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차 추경에 따른 내수 회복 모멘텀 강화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예상에 부합하는 수준의 한미 관세협상 타결 등으로 올해 성장률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1%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달성 가능성 높아졌다고 판단됨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한미 관세협상 결과 또한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15%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의 상호관세율이 확정됐으며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반도체와 의약품의 경우 최혜국 대우가 약속됨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한은의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5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기본 시나리오에서 크게 벗어나지 않은 결과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  <a:p>
            <a:pPr marL="171360" indent="-17136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"/>
              <a:buChar char="-"/>
            </a:pP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이에 따라 부진한 경기에 대응한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선제적 인하의 당위성은 이전 대비 약화된 것이 사실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. 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그러나 잠재성장률 하회하는 성장세로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8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월 동결의 경우에도  연내 추가 인하 및 최종 금리 </a:t>
            </a:r>
            <a:r>
              <a:rPr b="0" lang="en-US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2.00%</a:t>
            </a:r>
            <a:r>
              <a:rPr b="0" lang="ko-KR" sz="1050" spc="-7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는 유효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3" name="TextBox 10"/>
          <p:cNvSpPr txBox="1"/>
          <p:nvPr/>
        </p:nvSpPr>
        <p:spPr>
          <a:xfrm>
            <a:off x="644400" y="511560"/>
            <a:ext cx="3466440" cy="399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IV. </a:t>
            </a:r>
            <a:r>
              <a:rPr b="1" lang="ko-KR" sz="2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시장 전망 및 운용 계획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4" name="직사각형 8"/>
          <p:cNvSpPr/>
          <p:nvPr/>
        </p:nvSpPr>
        <p:spPr>
          <a:xfrm>
            <a:off x="5251680" y="6140880"/>
            <a:ext cx="1535760" cy="213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자료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인포맥스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한국투자신탁운용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sp>
        <p:nvSpPr>
          <p:cNvPr id="135" name="직사각형 12"/>
          <p:cNvSpPr/>
          <p:nvPr/>
        </p:nvSpPr>
        <p:spPr>
          <a:xfrm>
            <a:off x="864000" y="6140880"/>
            <a:ext cx="1535760" cy="213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>
              <a:lnSpc>
                <a:spcPct val="100000"/>
              </a:lnSpc>
            </a:pP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자료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: 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인포맥스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, </a:t>
            </a:r>
            <a:r>
              <a:rPr b="0" lang="ko-KR" sz="800" strike="noStrike" u="none">
                <a:solidFill>
                  <a:srgbClr val="000000"/>
                </a:solidFill>
                <a:effectLst/>
                <a:uFillTx/>
                <a:latin typeface="맑은 고딕"/>
                <a:ea typeface="Pretendard"/>
              </a:rPr>
              <a:t>한국투자신탁운용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6" name="그림 1" descr=""/>
          <p:cNvPicPr/>
          <p:nvPr/>
        </p:nvPicPr>
        <p:blipFill>
          <a:blip r:embed="rId1"/>
          <a:stretch/>
        </p:blipFill>
        <p:spPr>
          <a:xfrm>
            <a:off x="926280" y="4182840"/>
            <a:ext cx="3677760" cy="191484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37" name="TextBox 14"/>
          <p:cNvSpPr txBox="1"/>
          <p:nvPr/>
        </p:nvSpPr>
        <p:spPr>
          <a:xfrm>
            <a:off x="796680" y="3924720"/>
            <a:ext cx="3807720" cy="246240"/>
          </a:xfrm>
          <a:prstGeom prst="rect">
            <a:avLst/>
          </a:prstGeom>
          <a:noFill/>
          <a:ln w="0">
            <a:noFill/>
          </a:ln>
        </p:spPr>
        <p:txBody>
          <a:bodyPr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국고 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10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금리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좌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) 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및 외인 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10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년 선물 누적 순매수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(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우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, 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역축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  <p:pic>
        <p:nvPicPr>
          <p:cNvPr id="138" name="그림 2" descr=""/>
          <p:cNvPicPr/>
          <p:nvPr/>
        </p:nvPicPr>
        <p:blipFill>
          <a:blip r:embed="rId2"/>
          <a:stretch/>
        </p:blipFill>
        <p:spPr>
          <a:xfrm>
            <a:off x="5431320" y="4182840"/>
            <a:ext cx="3677760" cy="191484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39" name="TextBox 15"/>
          <p:cNvSpPr txBox="1"/>
          <p:nvPr/>
        </p:nvSpPr>
        <p:spPr>
          <a:xfrm>
            <a:off x="5301720" y="3924720"/>
            <a:ext cx="3807720" cy="246240"/>
          </a:xfrm>
          <a:prstGeom prst="rect">
            <a:avLst/>
          </a:prstGeom>
          <a:noFill/>
          <a:ln w="0">
            <a:noFill/>
          </a:ln>
        </p:spPr>
        <p:txBody>
          <a:bodyPr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한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-</a:t>
            </a:r>
            <a:r>
              <a:rPr b="1" lang="ko-KR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미 금리 상관계수 및 베타</a:t>
            </a:r>
            <a:r>
              <a:rPr b="1" lang="en-US" sz="1000" spc="-91" strike="noStrike" u="none">
                <a:solidFill>
                  <a:srgbClr val="000000"/>
                </a:solidFill>
                <a:effectLst/>
                <a:uFillTx/>
                <a:latin typeface="Pretendard"/>
                <a:ea typeface="Pretendard"/>
              </a:rPr>
              <a:t>(rolling)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LibreOffice/25.8.3.2$Windows_X86_64 LibreOffice_project/8ca8d55c161d602844f5428fa4b58097424e324e</Application>
  <AppVersion>15.0000</AppVersion>
  <Words>1174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2026-01-12T08:43:25Z</dcterms:created>
  <dc:creator>USER</dc:creator>
  <dc:description/>
  <dc:language>ko-KR</dc:language>
  <cp:lastModifiedBy>USER</cp:lastModifiedBy>
  <dcterms:modified xsi:type="dcterms:W3CDTF">2026-01-12T08:43:26Z</dcterms:modified>
  <cp:revision>1</cp:revision>
  <dc:subject/>
  <dc:title>PowerPoint 프레젠테이션</dc:title>
</cp:coreProperties>
</file>